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  <p:sldMasterId id="2147483673" r:id="rId3"/>
  </p:sldMasterIdLst>
  <p:notesMasterIdLst>
    <p:notesMasterId r:id="rId25"/>
  </p:notesMasterIdLst>
  <p:sldIdLst>
    <p:sldId id="258" r:id="rId4"/>
    <p:sldId id="361" r:id="rId5"/>
    <p:sldId id="257" r:id="rId6"/>
    <p:sldId id="330" r:id="rId7"/>
    <p:sldId id="359" r:id="rId8"/>
    <p:sldId id="360" r:id="rId9"/>
    <p:sldId id="344" r:id="rId10"/>
    <p:sldId id="337" r:id="rId11"/>
    <p:sldId id="339" r:id="rId12"/>
    <p:sldId id="338" r:id="rId13"/>
    <p:sldId id="347" r:id="rId14"/>
    <p:sldId id="352" r:id="rId15"/>
    <p:sldId id="355" r:id="rId16"/>
    <p:sldId id="351" r:id="rId17"/>
    <p:sldId id="356" r:id="rId18"/>
    <p:sldId id="354" r:id="rId19"/>
    <p:sldId id="346" r:id="rId20"/>
    <p:sldId id="348" r:id="rId21"/>
    <p:sldId id="362" r:id="rId22"/>
    <p:sldId id="357" r:id="rId23"/>
    <p:sldId id="279" r:id="rId24"/>
  </p:sldIdLst>
  <p:sldSz cx="9144000" cy="5143500" type="screen16x9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9253F496-20D4-4437-9959-A3C79706B0C1}">
          <p14:sldIdLst>
            <p14:sldId id="258"/>
            <p14:sldId id="361"/>
            <p14:sldId id="257"/>
            <p14:sldId id="330"/>
            <p14:sldId id="359"/>
            <p14:sldId id="360"/>
            <p14:sldId id="344"/>
            <p14:sldId id="337"/>
            <p14:sldId id="339"/>
            <p14:sldId id="338"/>
            <p14:sldId id="347"/>
            <p14:sldId id="352"/>
            <p14:sldId id="355"/>
            <p14:sldId id="351"/>
            <p14:sldId id="356"/>
            <p14:sldId id="354"/>
            <p14:sldId id="346"/>
            <p14:sldId id="348"/>
            <p14:sldId id="362"/>
            <p14:sldId id="357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C8300"/>
    <a:srgbClr val="060CF8"/>
    <a:srgbClr val="B719A0"/>
    <a:srgbClr val="0509BB"/>
    <a:srgbClr val="A0410C"/>
    <a:srgbClr val="E2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FE9BA8-BFAB-459D-AF89-4DFEDD522D4D}">
  <a:tblStyle styleId="{DBFE9BA8-BFAB-459D-AF89-4DFEDD522D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7455" autoAdjust="0"/>
  </p:normalViewPr>
  <p:slideViewPr>
    <p:cSldViewPr snapToGrid="0">
      <p:cViewPr>
        <p:scale>
          <a:sx n="130" d="100"/>
          <a:sy n="130" d="100"/>
        </p:scale>
        <p:origin x="1062" y="4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4139" y="0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rPr>
              <a:t>‹#›</a:t>
            </a:fld>
            <a:endParaRPr sz="1200" b="1" i="0" u="none" strike="noStrike" cap="none">
              <a:solidFill>
                <a:srgbClr val="49433E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2186484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 Meeting Notes (9/4/13 09:43) -----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column for cpk vs in-process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datums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rPr>
              <a:t>1</a:t>
            </a:fld>
            <a:endParaRPr sz="1200" b="1" i="0" u="none" strike="noStrike" cap="none">
              <a:solidFill>
                <a:srgbClr val="49433E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 Meeting Notes (9/4/13 09:43) -----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column for cpk vs in-process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datums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rPr>
              <a:t>2</a:t>
            </a:fld>
            <a:endParaRPr sz="1200" b="1" i="0" u="none" strike="noStrike" cap="none">
              <a:solidFill>
                <a:srgbClr val="49433E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418322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731521" y="4560564"/>
            <a:ext cx="5852052" cy="4320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 Meeting Notes (9/4/13 09:43) -----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column for cpk vs in-process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datums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:notes"/>
          <p:cNvSpPr txBox="1">
            <a:spLocks noGrp="1"/>
          </p:cNvSpPr>
          <p:nvPr>
            <p:ph type="sldNum" idx="12"/>
          </p:nvPr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rPr>
              <a:t>4</a:t>
            </a:fld>
            <a:endParaRPr sz="1200" b="1" i="0" u="none" strike="noStrike" cap="none">
              <a:solidFill>
                <a:srgbClr val="49433E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2931776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Calibri"/>
              <a:buNone/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rPr>
              <a:t>5</a:t>
            </a:fld>
            <a:endParaRPr sz="1200" b="1" i="0" u="none" strike="noStrike" cap="none">
              <a:solidFill>
                <a:srgbClr val="49433E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202944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Calibri"/>
              <a:buNone/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rPr>
              <a:t>6</a:t>
            </a:fld>
            <a:endParaRPr sz="1200" b="1" i="0" u="none" strike="noStrike" cap="none">
              <a:solidFill>
                <a:srgbClr val="49433E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1866123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/>
          </a:p>
        </p:txBody>
      </p:sp>
      <p:sp>
        <p:nvSpPr>
          <p:cNvPr id="153" name="Google Shape;153;p7:notes"/>
          <p:cNvSpPr txBox="1">
            <a:spLocks noGrp="1"/>
          </p:cNvSpPr>
          <p:nvPr>
            <p:ph type="hdr" idx="3"/>
          </p:nvPr>
        </p:nvSpPr>
        <p:spPr>
          <a:xfrm>
            <a:off x="1" y="0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4" name="Google Shape;154;p7:notes"/>
          <p:cNvSpPr txBox="1">
            <a:spLocks noGrp="1"/>
          </p:cNvSpPr>
          <p:nvPr>
            <p:ph type="dt" idx="10"/>
          </p:nvPr>
        </p:nvSpPr>
        <p:spPr>
          <a:xfrm>
            <a:off x="4144139" y="0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t>2019/7/8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5" name="Google Shape;155;p7:notes"/>
          <p:cNvSpPr txBox="1">
            <a:spLocks noGrp="1"/>
          </p:cNvSpPr>
          <p:nvPr>
            <p:ph type="ftr" idx="11"/>
          </p:nvPr>
        </p:nvSpPr>
        <p:spPr>
          <a:xfrm>
            <a:off x="1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6" name="Google Shape;156;p7:notes"/>
          <p:cNvSpPr txBox="1">
            <a:spLocks noGrp="1"/>
          </p:cNvSpPr>
          <p:nvPr>
            <p:ph type="sldNum" idx="12"/>
          </p:nvPr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 Light"/>
                <a:ea typeface="Helvetica Neue Light"/>
                <a:cs typeface="Helvetica Neue Light"/>
                <a:sym typeface="Helvetica Neue Ligh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809666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1578151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rPr>
              <a:t>9</a:t>
            </a:fld>
            <a:endParaRPr sz="1200" b="1" i="0" u="none" strike="noStrike" cap="none">
              <a:solidFill>
                <a:srgbClr val="49433E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2977960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10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4197041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11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3485876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12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3138312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13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1667433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14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3437544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15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4109080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49433E"/>
                </a:solidFill>
                <a:latin typeface="Radley"/>
                <a:ea typeface="Radley"/>
                <a:cs typeface="Radley"/>
                <a:sym typeface="Radley"/>
              </a:rPr>
              <a:t>16</a:t>
            </a:fld>
            <a:endParaRPr sz="1200" b="1" i="0" u="none" strike="noStrike" cap="none">
              <a:solidFill>
                <a:srgbClr val="49433E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772610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17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3433691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18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26249410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19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15285774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731521" y="4559917"/>
            <a:ext cx="5852160" cy="432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:notes"/>
          <p:cNvSpPr txBox="1"/>
          <p:nvPr/>
        </p:nvSpPr>
        <p:spPr>
          <a:xfrm>
            <a:off x="4144139" y="9119832"/>
            <a:ext cx="3169349" cy="47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20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</p:spTree>
    <p:extLst>
      <p:ext uri="{BB962C8B-B14F-4D97-AF65-F5344CB8AC3E}">
        <p14:creationId xmlns:p14="http://schemas.microsoft.com/office/powerpoint/2010/main" val="3225351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731838" y="963613"/>
            <a:ext cx="7680325" cy="174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731838" y="2765425"/>
            <a:ext cx="768032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685354" y="1598136"/>
            <a:ext cx="7773293" cy="110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ubTitle" idx="1"/>
          </p:nvPr>
        </p:nvSpPr>
        <p:spPr>
          <a:xfrm>
            <a:off x="1371824" y="2914985"/>
            <a:ext cx="6400354" cy="13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R="0" lvl="1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R="0" lvl="2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R="0" lvl="3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R="0" lvl="4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R="0" lvl="5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R="0" lvl="6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R="0" lvl="7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R="0" lvl="8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722189" y="3305101"/>
            <a:ext cx="7772176" cy="102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722189" y="2179960"/>
            <a:ext cx="7772176" cy="112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31838" y="963613"/>
            <a:ext cx="7680325" cy="174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732234" y="2765970"/>
            <a:ext cx="3786188" cy="669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625578" y="2765970"/>
            <a:ext cx="3786188" cy="669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457647" y="205941"/>
            <a:ext cx="822870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457647" y="1151093"/>
            <a:ext cx="4039568" cy="47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2"/>
          </p:nvPr>
        </p:nvSpPr>
        <p:spPr>
          <a:xfrm>
            <a:off x="457647" y="1630784"/>
            <a:ext cx="4039568" cy="296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3"/>
          </p:nvPr>
        </p:nvSpPr>
        <p:spPr>
          <a:xfrm>
            <a:off x="4644555" y="1151093"/>
            <a:ext cx="4041799" cy="47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4"/>
          </p:nvPr>
        </p:nvSpPr>
        <p:spPr>
          <a:xfrm>
            <a:off x="4644555" y="1630784"/>
            <a:ext cx="4041799" cy="296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731838" y="963613"/>
            <a:ext cx="7680325" cy="174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57647" y="205105"/>
            <a:ext cx="3008189" cy="871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1"/>
          </p:nvPr>
        </p:nvSpPr>
        <p:spPr>
          <a:xfrm>
            <a:off x="3575224" y="205104"/>
            <a:ext cx="5111130" cy="438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457647" y="1076586"/>
            <a:ext cx="3008189" cy="351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1792635" y="3600618"/>
            <a:ext cx="5486177" cy="425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40" name="Google Shape;40;p10"/>
          <p:cNvSpPr>
            <a:spLocks noGrp="1"/>
          </p:cNvSpPr>
          <p:nvPr>
            <p:ph type="pic" idx="2"/>
          </p:nvPr>
        </p:nvSpPr>
        <p:spPr>
          <a:xfrm>
            <a:off x="1792635" y="459600"/>
            <a:ext cx="5486177" cy="308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2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R="0" lvl="1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R="0" lvl="2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R="0" lvl="3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R="0" lvl="4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R="0" lvl="5" algn="ctr" rtl="0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R="0" lvl="6" algn="ctr" rtl="0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R="0" lvl="7" algn="ctr" rtl="0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R="0" lvl="8" algn="ctr" rtl="0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1792635" y="4025894"/>
            <a:ext cx="5486177" cy="60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731838" y="963613"/>
            <a:ext cx="7680325" cy="174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 rot="5400000">
            <a:off x="4237038" y="-739775"/>
            <a:ext cx="669925" cy="768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 rot="5400000">
            <a:off x="6216179" y="1240110"/>
            <a:ext cx="2471291" cy="191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 rot="5400000">
            <a:off x="2322835" y="-626195"/>
            <a:ext cx="2471291" cy="565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ctrTitle"/>
          </p:nvPr>
        </p:nvSpPr>
        <p:spPr>
          <a:xfrm>
            <a:off x="685354" y="1598136"/>
            <a:ext cx="7773293" cy="110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subTitle" idx="1"/>
          </p:nvPr>
        </p:nvSpPr>
        <p:spPr>
          <a:xfrm>
            <a:off x="1371824" y="2914985"/>
            <a:ext cx="6400354" cy="13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R="0" lvl="1" algn="ctr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R="0" lvl="2" algn="ctr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R="0" lvl="3" algn="ctr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R="0" lvl="4" algn="ctr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R="0" lvl="5" algn="ctr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R="0" lvl="6" algn="ctr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R="0" lvl="7" algn="ctr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R="0" lvl="8" algn="ctr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title"/>
          </p:nvPr>
        </p:nvSpPr>
        <p:spPr>
          <a:xfrm>
            <a:off x="722189" y="3305101"/>
            <a:ext cx="7772176" cy="102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1"/>
          </p:nvPr>
        </p:nvSpPr>
        <p:spPr>
          <a:xfrm>
            <a:off x="722189" y="2179960"/>
            <a:ext cx="7772176" cy="112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>
            <a:spLocks noGrp="1"/>
          </p:cNvSpPr>
          <p:nvPr>
            <p:ph type="title"/>
          </p:nvPr>
        </p:nvSpPr>
        <p:spPr>
          <a:xfrm>
            <a:off x="731838" y="274638"/>
            <a:ext cx="76803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732234" y="1460004"/>
            <a:ext cx="3786188" cy="301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238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dley"/>
              <a:buChar char="•"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body" idx="2"/>
          </p:nvPr>
        </p:nvSpPr>
        <p:spPr>
          <a:xfrm>
            <a:off x="4625578" y="1460004"/>
            <a:ext cx="3786188" cy="301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238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dley"/>
              <a:buChar char="•"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>
            <a:spLocks noGrp="1"/>
          </p:cNvSpPr>
          <p:nvPr>
            <p:ph type="title"/>
          </p:nvPr>
        </p:nvSpPr>
        <p:spPr>
          <a:xfrm>
            <a:off x="457647" y="205941"/>
            <a:ext cx="822870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457647" y="1151093"/>
            <a:ext cx="4039568" cy="47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2"/>
          </p:nvPr>
        </p:nvSpPr>
        <p:spPr>
          <a:xfrm>
            <a:off x="457647" y="1630784"/>
            <a:ext cx="4039568" cy="296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dley"/>
              <a:buChar char="•"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3"/>
          </p:nvPr>
        </p:nvSpPr>
        <p:spPr>
          <a:xfrm>
            <a:off x="4644555" y="1151093"/>
            <a:ext cx="4041799" cy="47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body" idx="4"/>
          </p:nvPr>
        </p:nvSpPr>
        <p:spPr>
          <a:xfrm>
            <a:off x="4644555" y="1630784"/>
            <a:ext cx="4041799" cy="296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dley"/>
              <a:buChar char="•"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731838" y="274638"/>
            <a:ext cx="76803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457647" y="205105"/>
            <a:ext cx="3008189" cy="871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>
            <a:off x="3575224" y="205104"/>
            <a:ext cx="5111130" cy="438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55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dley"/>
              <a:buChar char="•"/>
              <a:defRPr sz="2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238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dley"/>
              <a:buChar char="•"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111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111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111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111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2"/>
          </p:nvPr>
        </p:nvSpPr>
        <p:spPr>
          <a:xfrm>
            <a:off x="457647" y="1076586"/>
            <a:ext cx="3008189" cy="351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1792635" y="3600618"/>
            <a:ext cx="5486177" cy="425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0" name="Google Shape;80;p22"/>
          <p:cNvSpPr>
            <a:spLocks noGrp="1"/>
          </p:cNvSpPr>
          <p:nvPr>
            <p:ph type="pic" idx="2"/>
          </p:nvPr>
        </p:nvSpPr>
        <p:spPr>
          <a:xfrm>
            <a:off x="1792635" y="459600"/>
            <a:ext cx="5486177" cy="308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2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R="0" lvl="1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R="0" lvl="2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R="0" lvl="3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R="0" lvl="4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R="0" lvl="5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R="0" lvl="6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R="0" lvl="7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R="0" lvl="8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body" idx="1"/>
          </p:nvPr>
        </p:nvSpPr>
        <p:spPr>
          <a:xfrm>
            <a:off x="1792635" y="4025894"/>
            <a:ext cx="5486177" cy="60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>
            <a:off x="731838" y="274638"/>
            <a:ext cx="76803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body" idx="1"/>
          </p:nvPr>
        </p:nvSpPr>
        <p:spPr>
          <a:xfrm rot="5400000">
            <a:off x="3065463" y="-873125"/>
            <a:ext cx="3013075" cy="768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 rot="5400000">
            <a:off x="5352231" y="1414239"/>
            <a:ext cx="4199186" cy="191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 rot="5400000">
            <a:off x="1458887" y="-452065"/>
            <a:ext cx="4199186" cy="565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>
            <a:spLocks noGrp="1"/>
          </p:cNvSpPr>
          <p:nvPr>
            <p:ph type="body" idx="1"/>
          </p:nvPr>
        </p:nvSpPr>
        <p:spPr>
          <a:xfrm>
            <a:off x="731838" y="274638"/>
            <a:ext cx="7680325" cy="419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731838" y="274638"/>
            <a:ext cx="76803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1"/>
          </p:nvPr>
        </p:nvSpPr>
        <p:spPr>
          <a:xfrm>
            <a:off x="731838" y="1460500"/>
            <a:ext cx="7680325" cy="301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80578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684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ctrTitle"/>
          </p:nvPr>
        </p:nvSpPr>
        <p:spPr>
          <a:xfrm>
            <a:off x="685354" y="1598136"/>
            <a:ext cx="7773293" cy="110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subTitle" idx="1"/>
          </p:nvPr>
        </p:nvSpPr>
        <p:spPr>
          <a:xfrm>
            <a:off x="1371824" y="2914985"/>
            <a:ext cx="6400354" cy="13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R="0" lvl="1" algn="ctr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R="0" lvl="2" algn="ctr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R="0" lvl="3" algn="ctr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R="0" lvl="4" algn="ctr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R="0" lvl="5" algn="ctr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R="0" lvl="6" algn="ctr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R="0" lvl="7" algn="ctr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R="0" lvl="8" algn="ctr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6304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title"/>
          </p:nvPr>
        </p:nvSpPr>
        <p:spPr>
          <a:xfrm>
            <a:off x="722189" y="3305101"/>
            <a:ext cx="7772176" cy="102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1"/>
          </p:nvPr>
        </p:nvSpPr>
        <p:spPr>
          <a:xfrm>
            <a:off x="722189" y="2179960"/>
            <a:ext cx="7772176" cy="112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36332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>
            <a:spLocks noGrp="1"/>
          </p:cNvSpPr>
          <p:nvPr>
            <p:ph type="title"/>
          </p:nvPr>
        </p:nvSpPr>
        <p:spPr>
          <a:xfrm>
            <a:off x="731838" y="274638"/>
            <a:ext cx="76803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732234" y="1460004"/>
            <a:ext cx="3786188" cy="301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238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dley"/>
              <a:buChar char="•"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body" idx="2"/>
          </p:nvPr>
        </p:nvSpPr>
        <p:spPr>
          <a:xfrm>
            <a:off x="4625578" y="1460004"/>
            <a:ext cx="3786188" cy="301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238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dley"/>
              <a:buChar char="•"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984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43282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>
            <a:spLocks noGrp="1"/>
          </p:cNvSpPr>
          <p:nvPr>
            <p:ph type="title"/>
          </p:nvPr>
        </p:nvSpPr>
        <p:spPr>
          <a:xfrm>
            <a:off x="457647" y="205941"/>
            <a:ext cx="822870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457647" y="1151093"/>
            <a:ext cx="4039568" cy="47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2"/>
          </p:nvPr>
        </p:nvSpPr>
        <p:spPr>
          <a:xfrm>
            <a:off x="457647" y="1630784"/>
            <a:ext cx="4039568" cy="296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dley"/>
              <a:buChar char="•"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3"/>
          </p:nvPr>
        </p:nvSpPr>
        <p:spPr>
          <a:xfrm>
            <a:off x="4644555" y="1151093"/>
            <a:ext cx="4041799" cy="47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body" idx="4"/>
          </p:nvPr>
        </p:nvSpPr>
        <p:spPr>
          <a:xfrm>
            <a:off x="4644555" y="1630784"/>
            <a:ext cx="4041799" cy="296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dley"/>
              <a:buChar char="•"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984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adley"/>
              <a:buChar char="•"/>
              <a:defRPr sz="11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dley"/>
              <a:buChar char="•"/>
              <a:defRPr sz="1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12349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731838" y="274638"/>
            <a:ext cx="76803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0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457647" y="205105"/>
            <a:ext cx="3008189" cy="871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>
            <a:off x="3575224" y="205104"/>
            <a:ext cx="5111130" cy="438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55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dley"/>
              <a:buChar char="•"/>
              <a:defRPr sz="2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238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adley"/>
              <a:buChar char="•"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1115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111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111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111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1115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dley"/>
              <a:buChar char="•"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2"/>
          </p:nvPr>
        </p:nvSpPr>
        <p:spPr>
          <a:xfrm>
            <a:off x="457647" y="1076586"/>
            <a:ext cx="3008189" cy="351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3754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1792635" y="3600618"/>
            <a:ext cx="5486177" cy="425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0" name="Google Shape;80;p22"/>
          <p:cNvSpPr>
            <a:spLocks noGrp="1"/>
          </p:cNvSpPr>
          <p:nvPr>
            <p:ph type="pic" idx="2"/>
          </p:nvPr>
        </p:nvSpPr>
        <p:spPr>
          <a:xfrm>
            <a:off x="1792635" y="459600"/>
            <a:ext cx="5486177" cy="308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20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R="0" lvl="1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R="0" lvl="2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5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R="0" lvl="3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R="0" lvl="4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R="0" lvl="5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R="0" lvl="6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R="0" lvl="7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R="0" lvl="8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dley"/>
              <a:buNone/>
              <a:defRPr sz="13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body" idx="1"/>
          </p:nvPr>
        </p:nvSpPr>
        <p:spPr>
          <a:xfrm>
            <a:off x="1792635" y="4025894"/>
            <a:ext cx="5486177" cy="60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9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None/>
              <a:defRPr sz="6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41347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>
            <a:off x="731838" y="274638"/>
            <a:ext cx="76803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body" idx="1"/>
          </p:nvPr>
        </p:nvSpPr>
        <p:spPr>
          <a:xfrm rot="5400000">
            <a:off x="3065463" y="-873125"/>
            <a:ext cx="3013075" cy="768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91486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 rot="5400000">
            <a:off x="5352231" y="1414239"/>
            <a:ext cx="4199186" cy="191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 rot="5400000">
            <a:off x="1458887" y="-452065"/>
            <a:ext cx="4199186" cy="565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21090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>
            <a:spLocks noGrp="1"/>
          </p:cNvSpPr>
          <p:nvPr>
            <p:ph type="body" idx="1"/>
          </p:nvPr>
        </p:nvSpPr>
        <p:spPr>
          <a:xfrm>
            <a:off x="731838" y="274638"/>
            <a:ext cx="7680325" cy="419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327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AD5DA"/>
            </a:gs>
            <a:gs pos="2000">
              <a:srgbClr val="AAD5DA"/>
            </a:gs>
            <a:gs pos="28000">
              <a:srgbClr val="FFFFFF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731838" y="963613"/>
            <a:ext cx="7680325" cy="174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31838" y="2765425"/>
            <a:ext cx="7680325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75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8D8D8"/>
            </a:gs>
            <a:gs pos="2000">
              <a:srgbClr val="D8D8D8"/>
            </a:gs>
            <a:gs pos="28000">
              <a:srgbClr val="FFFFFF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731838" y="274638"/>
            <a:ext cx="76803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1"/>
          </p:nvPr>
        </p:nvSpPr>
        <p:spPr>
          <a:xfrm>
            <a:off x="731838" y="1460500"/>
            <a:ext cx="7680325" cy="301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pic>
        <p:nvPicPr>
          <p:cNvPr id="51" name="Google Shape;51;p13"/>
          <p:cNvPicPr preferRelativeResize="0"/>
          <p:nvPr/>
        </p:nvPicPr>
        <p:blipFill rotWithShape="1">
          <a:blip r:embed="rId13">
            <a:alphaModFix amt="70000"/>
          </a:blip>
          <a:srcRect/>
          <a:stretch/>
        </p:blipFill>
        <p:spPr>
          <a:xfrm>
            <a:off x="704850" y="1171575"/>
            <a:ext cx="7734300" cy="3333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8D8D8"/>
            </a:gs>
            <a:gs pos="2000">
              <a:srgbClr val="D8D8D8"/>
            </a:gs>
            <a:gs pos="28000">
              <a:srgbClr val="FFFFFF"/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731838" y="274638"/>
            <a:ext cx="76803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1"/>
          </p:nvPr>
        </p:nvSpPr>
        <p:spPr>
          <a:xfrm>
            <a:off x="731838" y="1460500"/>
            <a:ext cx="7680325" cy="301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201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200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dley"/>
              <a:buChar char="•"/>
              <a:defRPr sz="1800" b="1" i="0" u="none" strike="noStrike" cap="none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defRPr>
            </a:lvl9pPr>
          </a:lstStyle>
          <a:p>
            <a:endParaRPr/>
          </a:p>
        </p:txBody>
      </p:sp>
      <p:pic>
        <p:nvPicPr>
          <p:cNvPr id="51" name="Google Shape;51;p13"/>
          <p:cNvPicPr preferRelativeResize="0"/>
          <p:nvPr/>
        </p:nvPicPr>
        <p:blipFill rotWithShape="1">
          <a:blip r:embed="rId14">
            <a:alphaModFix amt="70000"/>
          </a:blip>
          <a:srcRect/>
          <a:stretch/>
        </p:blipFill>
        <p:spPr>
          <a:xfrm>
            <a:off x="704850" y="1171575"/>
            <a:ext cx="7734300" cy="33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97450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1.jpe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4;p26">
            <a:extLst>
              <a:ext uri="{FF2B5EF4-FFF2-40B4-BE49-F238E27FC236}">
                <a16:creationId xmlns:a16="http://schemas.microsoft.com/office/drawing/2014/main" id="{65416B41-66E7-3923-479D-326A42861C0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686860"/>
            <a:ext cx="9144000" cy="15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875" tIns="31875" rIns="31875" bIns="31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Measurement Standard Operating Procedure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95;p26">
            <a:extLst>
              <a:ext uri="{FF2B5EF4-FFF2-40B4-BE49-F238E27FC236}">
                <a16:creationId xmlns:a16="http://schemas.microsoft.com/office/drawing/2014/main" id="{E99B34CC-F072-C10D-6148-B23AB9411A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0" y="1842816"/>
            <a:ext cx="9144000" cy="246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875" tIns="31875" rIns="31875" bIns="31875" anchor="t" anchorCtr="0">
            <a:noAutofit/>
          </a:bodyPr>
          <a:lstStyle/>
          <a:p>
            <a:pPr marL="0" indent="0" algn="l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                                    </a:t>
            </a:r>
            <a:r>
              <a:rPr lang="en-US" dirty="0">
                <a:solidFill>
                  <a:srgbClr val="060CF8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Project:</a:t>
            </a:r>
            <a:r>
              <a:rPr lang="en-US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b="0" u="sng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amazon</a:t>
            </a:r>
            <a:r>
              <a:rPr lang="en-US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               </a:t>
            </a:r>
          </a:p>
          <a:p>
            <a:pPr marL="0" indent="0" algn="l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                                    </a:t>
            </a:r>
            <a:r>
              <a:rPr lang="en-US" dirty="0">
                <a:solidFill>
                  <a:srgbClr val="060CF8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Part Name: </a:t>
            </a:r>
            <a:r>
              <a:rPr lang="en-US" b="0" u="sng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ASSY, DEVICE, CARNIVAL        </a:t>
            </a:r>
            <a:endParaRPr b="0" u="sng" dirty="0"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  <a:p>
            <a:pPr marL="0" indent="0" algn="l"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                                    </a:t>
            </a:r>
            <a:r>
              <a:rPr lang="en-US" dirty="0">
                <a:solidFill>
                  <a:srgbClr val="060CF8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Part Number:</a:t>
            </a:r>
            <a:r>
              <a:rPr lang="en-US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b="0" u="sng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05-108353</a:t>
            </a:r>
            <a:r>
              <a:rPr lang="en-US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</a:t>
            </a:r>
            <a:r>
              <a:rPr lang="en-US" dirty="0">
                <a:solidFill>
                  <a:srgbClr val="060CF8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Rev:</a:t>
            </a:r>
            <a:r>
              <a:rPr lang="en-US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b="0" u="sng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02</a:t>
            </a:r>
          </a:p>
          <a:p>
            <a:pPr marL="0" indent="0" algn="l">
              <a:spcBef>
                <a:spcPts val="600"/>
              </a:spcBef>
            </a:pPr>
            <a:r>
              <a:rPr lang="en-US" altLang="zh-CN" sz="1800" b="1" i="0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                                    </a:t>
            </a:r>
          </a:p>
          <a:p>
            <a:pPr marL="0" indent="0" algn="l"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                                    </a:t>
            </a:r>
            <a:r>
              <a:rPr lang="en-US" altLang="zh-CN" sz="1800" b="1" i="0" strike="noStrike" cap="none" dirty="0">
                <a:solidFill>
                  <a:srgbClr val="060CF8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Prepared by</a:t>
            </a:r>
            <a:r>
              <a:rPr lang="en-US" altLang="zh-CN" b="1" dirty="0">
                <a:solidFill>
                  <a:srgbClr val="060CF8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:</a:t>
            </a:r>
            <a:r>
              <a:rPr lang="en-US" b="0" dirty="0">
                <a:solidFill>
                  <a:srgbClr val="060CF8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b="0" u="sng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S. T. P</a:t>
            </a:r>
            <a:r>
              <a:rPr lang="en-US" altLang="zh-CN" b="0" u="sng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an</a:t>
            </a:r>
            <a:r>
              <a:rPr lang="en-US" altLang="zh-CN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 </a:t>
            </a:r>
            <a:r>
              <a:rPr lang="en-US" altLang="zh-CN" sz="1800" b="1" i="0" strike="noStrike" cap="none" dirty="0">
                <a:solidFill>
                  <a:srgbClr val="060CF8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Date:</a:t>
            </a:r>
            <a:r>
              <a:rPr lang="en-US" altLang="zh-CN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altLang="zh-CN" b="0" u="sng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2026/06/06</a:t>
            </a:r>
            <a:endParaRPr lang="en-US" b="0" u="sng" dirty="0"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  <a:p>
            <a:pPr marL="0" indent="0" algn="l">
              <a:spcBef>
                <a:spcPts val="600"/>
              </a:spcBef>
            </a:pPr>
            <a:r>
              <a:rPr lang="en-US" altLang="zh-CN" sz="1800" b="1" i="0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                                    </a:t>
            </a:r>
            <a:r>
              <a:rPr lang="en-US" altLang="zh-CN" sz="1800" b="1" i="0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Checked:  </a:t>
            </a:r>
            <a:r>
              <a:rPr lang="en-US" altLang="zh-CN" sz="1800" b="0" i="0" u="sng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Y. H. Ning</a:t>
            </a:r>
            <a:r>
              <a:rPr lang="en-US" altLang="zh-CN" sz="1800" b="1" i="0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</a:t>
            </a:r>
            <a:endParaRPr lang="en-US" b="0" dirty="0"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  <a:p>
            <a:pPr marL="0" indent="0" algn="l">
              <a:spcBef>
                <a:spcPts val="600"/>
              </a:spcBef>
            </a:pPr>
            <a:r>
              <a:rPr lang="en-US" b="0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  </a:t>
            </a:r>
            <a:r>
              <a:rPr lang="zh-CN" altLang="en-US" b="0" dirty="0">
                <a:solidFill>
                  <a:srgbClr val="FFFFFF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制作</a:t>
            </a:r>
            <a:r>
              <a:rPr lang="en-US" altLang="zh-CN" b="0" dirty="0">
                <a:solidFill>
                  <a:srgbClr val="FFFFFF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: </a:t>
            </a:r>
            <a:r>
              <a:rPr lang="en-US" altLang="zh-CN" b="0" u="sng" dirty="0">
                <a:solidFill>
                  <a:srgbClr val="FFFFFF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f2160112</a:t>
            </a:r>
            <a:r>
              <a:rPr lang="en-US" sz="1800" b="0" i="0" u="sng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                       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91838" y="190501"/>
            <a:ext cx="814162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875" tIns="31875" rIns="31875" bIns="3187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Contents</a:t>
            </a:r>
            <a:endParaRPr sz="300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aphicFrame>
        <p:nvGraphicFramePr>
          <p:cNvPr id="119" name="Google Shape;119;p28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933712211"/>
              </p:ext>
            </p:extLst>
          </p:nvPr>
        </p:nvGraphicFramePr>
        <p:xfrm>
          <a:off x="484217" y="962025"/>
          <a:ext cx="8141624" cy="3578951"/>
        </p:xfrm>
        <a:graphic>
          <a:graphicData uri="http://schemas.openxmlformats.org/drawingml/2006/table">
            <a:tbl>
              <a:tblPr>
                <a:tableStyleId>{DBFE9BA8-BFAB-459D-AF89-4DFEDD522D4D}</a:tableStyleId>
              </a:tblPr>
              <a:tblGrid>
                <a:gridCol w="4173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3765103722"/>
                    </a:ext>
                  </a:extLst>
                </a:gridCol>
                <a:gridCol w="1624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1200" b="1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Contents</a:t>
                      </a:r>
                      <a:endParaRPr sz="1200" b="1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kumimoji="0" lang="en-US" altLang="zh-CN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sym typeface="Gill Sans" charset="0"/>
                        </a:rPr>
                        <a:t>Note</a:t>
                      </a:r>
                      <a:endParaRPr lang="en-US" altLang="zh-TW" sz="1200" b="1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Arial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altLang="zh-TW" sz="1200" b="1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</a:t>
                      </a:r>
                      <a:endParaRPr lang="en-US" altLang="zh-TW" sz="1200" b="1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Arial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64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Revision History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3 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Summary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4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4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Measurement Equipment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1200" b="0" i="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CMM, OMM, HG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5~7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64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Fixture Structure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8</a:t>
                      </a: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de-DE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Datum Establishment  OMM1&amp; </a:t>
                      </a: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Measurement Description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9~11</a:t>
                      </a: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299774"/>
                  </a:ext>
                </a:extLst>
              </a:tr>
              <a:tr h="29881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de-DE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Datum Establishment  OMM2&amp; </a:t>
                      </a: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Measurement Description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12~13</a:t>
                      </a: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1669180"/>
                  </a:ext>
                </a:extLst>
              </a:tr>
              <a:tr h="3069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de-DE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Datum Establishment  OMM3&amp; </a:t>
                      </a: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Measurement Description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14~15</a:t>
                      </a: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0731965"/>
                  </a:ext>
                </a:extLst>
              </a:tr>
              <a:tr h="29881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de-DE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Datum Establishment  OMM4&amp; </a:t>
                      </a: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Measurement Description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  <a:tabLst/>
                        <a:defRPr/>
                      </a:pPr>
                      <a:endParaRPr lang="en-US" altLang="zh-CN"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  <a:tabLst/>
                        <a:defRPr/>
                      </a:pP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16~17</a:t>
                      </a:r>
                      <a:endParaRPr lang="en-US" altLang="zh-CN"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2970628"/>
                  </a:ext>
                </a:extLst>
              </a:tr>
              <a:tr h="30207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de-DE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Datum Establishment  OMM5&amp; </a:t>
                      </a: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Measurement Description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18</a:t>
                      </a: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2376920"/>
                  </a:ext>
                </a:extLst>
              </a:tr>
              <a:tr h="30207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de-DE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Datum Establishment  OMM6&amp; </a:t>
                      </a: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Measurement Description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19</a:t>
                      </a:r>
                      <a:endParaRPr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2487939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</a:pPr>
                      <a:r>
                        <a:rPr lang="de-DE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Datum Establishment  CMM1&amp; </a:t>
                      </a: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Measurement Description</a:t>
                      </a:r>
                      <a:endParaRPr sz="1200" b="0" i="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  <a:tabLst/>
                        <a:defRPr/>
                      </a:pPr>
                      <a:endParaRPr lang="en-US" altLang="zh-CN"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Helvetica Neue"/>
                        <a:buNone/>
                        <a:tabLst/>
                        <a:defRPr/>
                      </a:pPr>
                      <a:r>
                        <a:rPr lang="en-US" altLang="zh-CN" sz="1200" u="none" strike="noStrike" cap="none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sym typeface="Helvetica Neue"/>
                        </a:rPr>
                        <a:t>Page 20</a:t>
                      </a:r>
                      <a:endParaRPr lang="en-US" altLang="zh-CN" sz="1200" u="none" strike="noStrike" cap="none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35725" marR="35725" marT="26800" marB="2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6011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1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Google Shape;110;p27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832373144"/>
              </p:ext>
            </p:extLst>
          </p:nvPr>
        </p:nvGraphicFramePr>
        <p:xfrm>
          <a:off x="476475" y="951589"/>
          <a:ext cx="8155944" cy="35918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4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7021">
                  <a:extLst>
                    <a:ext uri="{9D8B030D-6E8A-4147-A177-3AD203B41FA5}">
                      <a16:colId xmlns:a16="http://schemas.microsoft.com/office/drawing/2014/main" val="4270655991"/>
                    </a:ext>
                  </a:extLst>
                </a:gridCol>
                <a:gridCol w="1134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43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sym typeface="Arial"/>
                        </a:rPr>
                        <a:t>Rev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sym typeface="Arial"/>
                        </a:rPr>
                        <a:t>Zone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sym typeface="Arial"/>
                        </a:rPr>
                        <a:t>Description Of Revision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APPROVED BY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sym typeface="Arial"/>
                        </a:rPr>
                        <a:t>DATE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01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baseline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FIRST RELEASE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Radley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CARL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Radley"/>
                        <a:buNone/>
                      </a:pPr>
                      <a:r>
                        <a:rPr lang="en-US" altLang="zh-CN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2026/01/08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02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UPDATE FAI06-1,FAI06-2,FAI11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Radley"/>
                        <a:buNone/>
                      </a:pPr>
                      <a:r>
                        <a:rPr lang="en-US" altLang="zh-CN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CARL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Radley"/>
                        <a:buNone/>
                      </a:pPr>
                      <a:r>
                        <a:rPr lang="en-US" altLang="zh-CN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2026/05/28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Radley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Radley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Radley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Radley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48737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91450" marR="91450" marT="34300" marB="343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493804"/>
                  </a:ext>
                </a:extLst>
              </a:tr>
            </a:tbl>
          </a:graphicData>
        </a:graphic>
      </p:graphicFrame>
      <p:sp>
        <p:nvSpPr>
          <p:cNvPr id="112" name="Google Shape;112;p27"/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484095" y="228600"/>
            <a:ext cx="8155944" cy="59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875" tIns="31875" rIns="31875" bIns="3187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Revision History</a:t>
            </a:r>
            <a:endParaRPr sz="300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491837" y="131018"/>
            <a:ext cx="8141623" cy="44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875" tIns="31875" rIns="31875" bIns="31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Summary</a:t>
            </a:r>
            <a:endParaRPr sz="300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aphicFrame>
        <p:nvGraphicFramePr>
          <p:cNvPr id="128" name="Google Shape;128;p29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750155626"/>
              </p:ext>
            </p:extLst>
          </p:nvPr>
        </p:nvGraphicFramePr>
        <p:xfrm>
          <a:off x="491837" y="729684"/>
          <a:ext cx="8141623" cy="2905454"/>
        </p:xfrm>
        <a:graphic>
          <a:graphicData uri="http://schemas.openxmlformats.org/drawingml/2006/table">
            <a:tbl>
              <a:tblPr>
                <a:noFill/>
                <a:tableStyleId>{DBFE9BA8-BFAB-459D-AF89-4DFEDD522D4D}</a:tableStyleId>
              </a:tblPr>
              <a:tblGrid>
                <a:gridCol w="568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8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681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0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Helvetica Neue"/>
                          <a:cs typeface="Calibri" panose="020F0502020204030204" pitchFamily="34" charset="0"/>
                          <a:sym typeface="Helvetica Neue"/>
                        </a:rPr>
                        <a:t>No.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Helvetica Neue"/>
                          <a:cs typeface="Calibri" panose="020F0502020204030204" pitchFamily="34" charset="0"/>
                          <a:sym typeface="Helvetica Neue"/>
                        </a:rPr>
                        <a:t>SPC Callout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Nominal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altLang="zh-CN" sz="12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altLang="zh-CN" sz="12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Tol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2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Tol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2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Helvetica Neue"/>
                          <a:cs typeface="Calibri" panose="020F0502020204030204" pitchFamily="34" charset="0"/>
                          <a:sym typeface="Helvetica Neue"/>
                        </a:rPr>
                        <a:t>Measurement Method</a:t>
                      </a: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Helvetica Neue"/>
                          <a:cs typeface="Calibri" panose="020F0502020204030204" pitchFamily="34" charset="0"/>
                          <a:sym typeface="Helvetica Neue"/>
                        </a:rPr>
                        <a:t>Description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Helvetica Neue"/>
                          <a:cs typeface="Calibri" panose="020F0502020204030204" pitchFamily="34" charset="0"/>
                          <a:sym typeface="Helvetica Neue"/>
                        </a:rPr>
                        <a:t>Fixture No.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Helvetica Neue"/>
                          <a:cs typeface="Calibri" panose="020F0502020204030204" pitchFamily="34" charset="0"/>
                          <a:sym typeface="Helvetica Neue"/>
                        </a:rPr>
                        <a:t>Drawing Location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Helvetica Neue"/>
                          <a:cs typeface="Calibri" panose="020F0502020204030204" pitchFamily="34" charset="0"/>
                          <a:sym typeface="Helvetica Neue"/>
                        </a:rPr>
                        <a:t>Remark</a:t>
                      </a:r>
                      <a:endParaRPr sz="12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FAI01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9.35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0.30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-0.30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Distance</a:t>
                      </a: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S1D4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FAI02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91.50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0.20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-0.20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Arial"/>
                          <a:sym typeface="Arial"/>
                        </a:rPr>
                        <a:t>Length</a:t>
                      </a:r>
                      <a:endParaRPr kumimoji="0" lang="en-US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S1C4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FAI03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3*21.10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0.20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-0.20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Width</a:t>
                      </a: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S1B4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W1,W2,W3 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FAI04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2*0.21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-0.10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S1B3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FAI05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2*0.21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-0.10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Arial"/>
                          <a:sym typeface="Arial"/>
                        </a:rPr>
                        <a:t>GAP</a:t>
                      </a:r>
                      <a:endParaRPr kumimoji="0" lang="en-US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S1B3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FAI06-1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9*0.05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-0.10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Arial"/>
                          <a:sym typeface="Arial"/>
                        </a:rPr>
                        <a:t>STEP</a:t>
                      </a:r>
                      <a:endParaRPr kumimoji="0" lang="en-US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sz="1200" b="0" i="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S1B2</a:t>
                      </a:r>
                      <a:endParaRPr sz="1200" b="0" i="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S2~S10 </a:t>
                      </a:r>
                      <a:endParaRPr sz="1200" b="0" i="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FAI06-2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3*0.00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-0.10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Arial"/>
                          <a:sym typeface="Arial"/>
                        </a:rPr>
                        <a:t>STEP</a:t>
                      </a:r>
                      <a:endParaRPr kumimoji="0" lang="en-US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S1D1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zh-CN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S1,S11,S12</a:t>
                      </a: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FAI7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3*14.50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0.40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-0.40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CMM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Height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S1B2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zh-CN" sz="1200" b="0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/>
                          <a:cs typeface="Calibri" panose="020F0502020204030204" pitchFamily="34" charset="0"/>
                          <a:sym typeface="Calibri"/>
                        </a:rPr>
                        <a:t>H1,H2,H3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0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FAI8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12*0.05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-0.05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S1D1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G1~G12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FAI9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2*0.35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0.20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-0.20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  <a:endParaRPr lang="en-US" altLang="zh-CN"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S1C1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FAI10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2*0.35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0.20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-0.20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  <a:endParaRPr lang="en-US" altLang="zh-CN"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S1C1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058048"/>
                  </a:ext>
                </a:extLst>
              </a:tr>
              <a:tr h="208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FAI11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0.28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-0.26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Distance</a:t>
                      </a:r>
                      <a:endParaRPr lang="en-US" altLang="zh-CN"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S2C2</a:t>
                      </a: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363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550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11;p35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5983" y="5000625"/>
            <a:ext cx="358559" cy="1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6"/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21794" y="1335803"/>
            <a:ext cx="5006367" cy="3407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300" kern="12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cs typeface="+mn-cs"/>
                <a:sym typeface="Bradley Hand ITC TT-Bold" charset="0"/>
              </a:defRPr>
            </a:lvl1pPr>
            <a:lvl2pPr marL="285750" indent="171450" algn="l" rtl="0" fontAlgn="base">
              <a:spcBef>
                <a:spcPct val="0"/>
              </a:spcBef>
              <a:spcAft>
                <a:spcPct val="0"/>
              </a:spcAft>
              <a:defRPr sz="2300" kern="12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cs typeface="+mn-cs"/>
                <a:sym typeface="Bradley Hand ITC TT-Bold" charset="0"/>
              </a:defRPr>
            </a:lvl2pPr>
            <a:lvl3pPr marL="573088" indent="341313" algn="l" rtl="0" fontAlgn="base">
              <a:spcBef>
                <a:spcPct val="0"/>
              </a:spcBef>
              <a:spcAft>
                <a:spcPct val="0"/>
              </a:spcAft>
              <a:defRPr sz="2300" kern="12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cs typeface="+mn-cs"/>
                <a:sym typeface="Bradley Hand ITC TT-Bold" charset="0"/>
              </a:defRPr>
            </a:lvl3pPr>
            <a:lvl4pPr marL="860425" indent="511175" algn="l" rtl="0" fontAlgn="base">
              <a:spcBef>
                <a:spcPct val="0"/>
              </a:spcBef>
              <a:spcAft>
                <a:spcPct val="0"/>
              </a:spcAft>
              <a:defRPr sz="2300" kern="12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cs typeface="+mn-cs"/>
                <a:sym typeface="Bradley Hand ITC TT-Bold" charset="0"/>
              </a:defRPr>
            </a:lvl4pPr>
            <a:lvl5pPr marL="1147763" indent="681038" algn="l" rtl="0" fontAlgn="base">
              <a:spcBef>
                <a:spcPct val="0"/>
              </a:spcBef>
              <a:spcAft>
                <a:spcPct val="0"/>
              </a:spcAft>
              <a:defRPr sz="2300" kern="12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cs typeface="+mn-cs"/>
                <a:sym typeface="Bradley Hand ITC TT-Bold" charset="0"/>
              </a:defRPr>
            </a:lvl5pPr>
            <a:lvl6pPr marL="2286000" algn="l" defTabSz="914400" rtl="0" eaLnBrk="1" latinLnBrk="0" hangingPunct="1">
              <a:defRPr sz="2300" kern="12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cs typeface="+mn-cs"/>
                <a:sym typeface="Bradley Hand ITC TT-Bold" charset="0"/>
              </a:defRPr>
            </a:lvl6pPr>
            <a:lvl7pPr marL="2743200" algn="l" defTabSz="914400" rtl="0" eaLnBrk="1" latinLnBrk="0" hangingPunct="1">
              <a:defRPr sz="2300" kern="12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cs typeface="+mn-cs"/>
                <a:sym typeface="Bradley Hand ITC TT-Bold" charset="0"/>
              </a:defRPr>
            </a:lvl7pPr>
            <a:lvl8pPr marL="3200400" algn="l" defTabSz="914400" rtl="0" eaLnBrk="1" latinLnBrk="0" hangingPunct="1">
              <a:defRPr sz="2300" kern="12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cs typeface="+mn-cs"/>
                <a:sym typeface="Bradley Hand ITC TT-Bold" charset="0"/>
              </a:defRPr>
            </a:lvl8pPr>
            <a:lvl9pPr marL="3657600" algn="l" defTabSz="914400" rtl="0" eaLnBrk="1" latinLnBrk="0" hangingPunct="1">
              <a:defRPr sz="2300" kern="12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cs typeface="+mn-cs"/>
                <a:sym typeface="Bradley Hand ITC TT-Bold" charset="0"/>
              </a:defRPr>
            </a:lvl9pPr>
          </a:lstStyle>
          <a:p>
            <a:pPr marL="356914" marR="0" lvl="0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CMM MANUFACTURER: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Hexagon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356914" marR="0" lvl="0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CMM MODEL: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PM-T8106</a:t>
            </a:r>
          </a:p>
          <a:p>
            <a:pPr marL="356914" lvl="0" indent="-356914">
              <a:buSzPct val="100000"/>
              <a:buFont typeface="Wingdings" panose="05000000000000000000" pitchFamily="2" charset="2"/>
              <a:buChar char="p"/>
            </a:pPr>
            <a:r>
              <a:rPr lang="en-US" altLang="zh-TW" sz="1200" dirty="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t>PRECECISON</a:t>
            </a:r>
            <a:r>
              <a:rPr lang="en-US" altLang="zh-TW" sz="1200" dirty="0">
                <a:latin typeface="Arial" pitchFamily="34" charset="0"/>
                <a:ea typeface="MS PGothic" pitchFamily="34" charset="-128"/>
                <a:cs typeface="Arial" pitchFamily="34" charset="0"/>
              </a:rPr>
              <a:t>:</a:t>
            </a:r>
            <a:r>
              <a:rPr lang="en-US" altLang="zh-TW" sz="1200" dirty="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t> </a:t>
            </a:r>
            <a:r>
              <a:rPr lang="en-US" altLang="zh-CN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±(2.8+</a:t>
            </a:r>
            <a:r>
              <a:rPr lang="en-US" altLang="zh-CN" sz="12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</a:t>
            </a:r>
            <a:r>
              <a:rPr lang="en-US" altLang="zh-CN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/300)</a:t>
            </a:r>
            <a:r>
              <a:rPr lang="en-US" altLang="zh-CN" sz="12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μm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/>
              <a:defRPr/>
            </a:pPr>
            <a:endParaRPr kumimoji="0" lang="en-US" altLang="zh-TW" sz="1000" b="0" i="0" u="none" strike="noStrike" kern="120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356914" marR="0" lvl="0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PROBE T1  </a:t>
            </a:r>
          </a:p>
          <a:p>
            <a:pPr marL="643846" marR="0" lvl="1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Blip>
                <a:blip r:embed="rId4"/>
              </a:buBlip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PROBE MANUFACTURER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: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Renishaw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643846" marR="0" lvl="1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Blip>
                <a:blip r:embed="rId4"/>
              </a:buBlip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PROBE MATERIAL: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Tungsten carbide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643846" lvl="1" indent="-356914">
              <a:buSzPct val="100000"/>
              <a:buBlip>
                <a:blip r:embed="rId4"/>
              </a:buBlip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PROBE TYPE:</a:t>
            </a:r>
            <a:r>
              <a:rPr lang="en-GB" altLang="zh-TW" sz="1200" dirty="0">
                <a:solidFill>
                  <a:srgbClr val="0509BB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t> Cylindrical needle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  <a:sym typeface="Bradley Hand ITC TT-Bold" charset="0"/>
            </a:endParaRPr>
          </a:p>
          <a:p>
            <a:pPr marL="643846" marR="0" lvl="1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Blip>
                <a:blip r:embed="rId4"/>
              </a:buBlip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PROBE DIAMETER: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Calibri" panose="020F0502020204030204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Ø0.5x15.3mm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643846" marR="0" lvl="1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Blip>
                <a:blip r:embed="rId4"/>
              </a:buBlip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SHAFT LENGTH: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20mm</a:t>
            </a:r>
          </a:p>
          <a:p>
            <a:pPr marL="286932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tabLst/>
              <a:defRPr/>
            </a:pPr>
            <a:endParaRPr kumimoji="0" lang="en-US" altLang="zh-TW" sz="1000" b="0" i="0" u="none" strike="noStrike" kern="120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356914" marR="0" lvl="0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PROBE T2</a:t>
            </a:r>
          </a:p>
          <a:p>
            <a:pPr marL="643846" marR="0" lvl="1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Blip>
                <a:blip r:embed="rId4"/>
              </a:buBlip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PROBE MANUFACTURER: </a:t>
            </a:r>
            <a:r>
              <a:rPr lang="en-US" altLang="zh-TW" sz="1200" dirty="0">
                <a:solidFill>
                  <a:srgbClr val="0509BB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t>/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643846" marR="0" lvl="1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Blip>
                <a:blip r:embed="rId4"/>
              </a:buBlip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PROBE MATERIAL: </a:t>
            </a:r>
            <a:r>
              <a:rPr lang="en-US" altLang="zh-TW" sz="1200" dirty="0">
                <a:solidFill>
                  <a:srgbClr val="0509BB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t>/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643846" marR="0" lvl="1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Blip>
                <a:blip r:embed="rId4"/>
              </a:buBlip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PROBE SHAPE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: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 </a:t>
            </a:r>
            <a:r>
              <a:rPr lang="en-US" altLang="zh-TW" sz="1200" dirty="0">
                <a:solidFill>
                  <a:srgbClr val="0509BB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t>/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643846" lvl="1" indent="-356914">
              <a:buSzPct val="100000"/>
              <a:buBlip>
                <a:blip r:embed="rId4"/>
              </a:buBlip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PROBE DIAMETER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: </a:t>
            </a:r>
            <a:r>
              <a:rPr lang="en-US" altLang="zh-TW" sz="1200" noProof="0" dirty="0">
                <a:solidFill>
                  <a:srgbClr val="0509BB"/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/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643846" marR="0" lvl="1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Blip>
                <a:blip r:embed="rId4"/>
              </a:buBlip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SHAFT </a:t>
            </a:r>
            <a:r>
              <a:rPr lang="en-US" altLang="zh-TW" sz="1200" dirty="0">
                <a:latin typeface="Arial" pitchFamily="34" charset="0"/>
                <a:ea typeface="MS PGothic" pitchFamily="34" charset="-128"/>
                <a:cs typeface="Arial" pitchFamily="34" charset="0"/>
              </a:rPr>
              <a:t>LENGTH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: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/</a:t>
            </a:r>
          </a:p>
          <a:p>
            <a:pPr marL="643846" marR="0" lvl="1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/>
              <a:buBlip>
                <a:blip r:embed="rId4"/>
              </a:buBlip>
              <a:tabLst/>
              <a:defRPr/>
            </a:pPr>
            <a:endParaRPr kumimoji="0" lang="en-US" altLang="zh-TW" sz="1000" b="0" i="0" u="none" strike="noStrike" kern="120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  <a:p>
            <a:pPr marL="356914" marR="0" lvl="0" indent="-356914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  <a:sym typeface="Bradley Hand ITC TT-Bold" charset="0"/>
              </a:rPr>
              <a:t>NOTE: </a:t>
            </a:r>
            <a:r>
              <a:rPr lang="en-US" altLang="zh-TW" sz="1200" dirty="0">
                <a:solidFill>
                  <a:srgbClr val="0509BB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t>Select probe configuration based on measurement situations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  <a:sym typeface="Bradley Hand ITC TT-Bold" charset="0"/>
            </a:endParaRPr>
          </a:p>
        </p:txBody>
      </p:sp>
      <p:pic>
        <p:nvPicPr>
          <p:cNvPr id="12" name="圖片 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843" y="1335802"/>
            <a:ext cx="2555736" cy="3407647"/>
          </a:xfrm>
          <a:prstGeom prst="rect">
            <a:avLst/>
          </a:prstGeom>
        </p:spPr>
      </p:pic>
      <p:sp>
        <p:nvSpPr>
          <p:cNvPr id="13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6253" y="894657"/>
            <a:ext cx="7680325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91425" bIns="36000" anchor="t" anchorCtr="0">
            <a:spAutoFit/>
          </a:bodyPr>
          <a:lstStyle/>
          <a:p>
            <a:pPr lvl="0">
              <a:buSzPts val="3000"/>
              <a:defRPr/>
            </a:pPr>
            <a:r>
              <a:rPr lang="en-US" b="1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Coordinate Measuring Machine(</a:t>
            </a:r>
            <a:r>
              <a:rPr lang="zh-CN" altLang="en-US" b="1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接触式三次元</a:t>
            </a:r>
            <a:r>
              <a:rPr lang="en-US" b="1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4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6253" y="81062"/>
            <a:ext cx="7680325" cy="60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Equipment - </a:t>
            </a:r>
            <a:r>
              <a:rPr lang="en-US" sz="3000" noProof="0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000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</a:t>
            </a:r>
            <a:endParaRPr kumimoji="0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461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67" y="1387784"/>
            <a:ext cx="5095190" cy="304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200"/>
              <a:buFont typeface="Wingdings" panose="05000000000000000000" pitchFamily="2" charset="2"/>
              <a:buChar char="p"/>
            </a:pPr>
            <a:r>
              <a:rPr lang="en-US" sz="1200" i="0" u="none" strike="noStrike" cap="none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  OMM MANUFACTURER: </a:t>
            </a:r>
            <a:r>
              <a:rPr lang="en-US" sz="1200" i="0" u="none" strike="noStrike" cap="none" dirty="0">
                <a:solidFill>
                  <a:srgbClr val="0509BB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Foxconn</a:t>
            </a:r>
            <a:endParaRPr lang="en-US" dirty="0">
              <a:solidFill>
                <a:srgbClr val="0509B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200"/>
              <a:buFont typeface="Wingdings" panose="05000000000000000000" pitchFamily="2" charset="2"/>
              <a:buChar char="l"/>
            </a:pPr>
            <a:endParaRPr lang="en-US" sz="1200" i="0" u="none" strike="noStrike" cap="none" dirty="0">
              <a:solidFill>
                <a:srgbClr val="0509BB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200"/>
              <a:buFont typeface="Wingdings" panose="05000000000000000000" pitchFamily="2" charset="2"/>
              <a:buChar char="p"/>
            </a:pPr>
            <a:r>
              <a:rPr lang="en-US" sz="1200" dirty="0">
                <a:solidFill>
                  <a:srgbClr val="0509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i="0" u="none" strike="noStrike" cap="none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OMM MODEL: </a:t>
            </a:r>
            <a:r>
              <a:rPr lang="en-U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Metro</a:t>
            </a:r>
            <a:r>
              <a:rPr lang="en-US" sz="1200" i="0" u="none" strike="noStrike" cap="none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3000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200"/>
              <a:buFont typeface="Wingdings" panose="05000000000000000000" pitchFamily="2" charset="2"/>
              <a:buChar char="l"/>
            </a:pPr>
            <a:endParaRPr lang="en-US" sz="1200" i="0" u="none" strike="noStrike" cap="none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200"/>
              <a:buFont typeface="Wingdings" panose="05000000000000000000" pitchFamily="2" charset="2"/>
              <a:buChar char="p"/>
            </a:pPr>
            <a:r>
              <a:rPr lang="en-U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MEASURING RANGE</a:t>
            </a:r>
            <a:r>
              <a:rPr lang="en-US" sz="1200" i="0" u="none" strike="noStrike" cap="none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:</a:t>
            </a:r>
            <a:r>
              <a:rPr lang="en-US" sz="12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0" u="none" strike="noStrike" cap="none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X=300mm, Y=300mm, Z=200mm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200"/>
              <a:buFont typeface="Wingdings" panose="05000000000000000000" pitchFamily="2" charset="2"/>
              <a:buChar char="l"/>
            </a:pPr>
            <a:endParaRPr lang="en-US" sz="1200" i="0" u="none" strike="noStrike" cap="none" dirty="0">
              <a:solidFill>
                <a:srgbClr val="49433E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lvl="0" indent="-171450">
              <a:buClr>
                <a:srgbClr val="49433E"/>
              </a:buClr>
              <a:buSzPts val="1200"/>
              <a:buFont typeface="Wingdings" panose="05000000000000000000" pitchFamily="2" charset="2"/>
              <a:buChar char="p"/>
            </a:pPr>
            <a:r>
              <a:rPr lang="en-US" sz="1200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i="0" u="none" strike="noStrike" cap="none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MAX MAGNIFICATION:</a:t>
            </a:r>
            <a:r>
              <a:rPr lang="en-U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  <a:r>
              <a:rPr lang="en-US" sz="1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(Screen Magnification: 90</a:t>
            </a:r>
            <a:r>
              <a:rPr lang="en-US" sz="1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200" i="0" u="none" strike="noStrike" cap="none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200"/>
              <a:buFont typeface="Wingdings" panose="05000000000000000000" pitchFamily="2" charset="2"/>
              <a:buChar char="l"/>
            </a:pPr>
            <a:endParaRPr lang="en-US" sz="1200" i="0" u="none" strike="noStrike" cap="none" dirty="0">
              <a:solidFill>
                <a:srgbClr val="49433E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200"/>
              <a:buFont typeface="Wingdings" panose="05000000000000000000" pitchFamily="2" charset="2"/>
              <a:buChar char="p"/>
            </a:pPr>
            <a:r>
              <a:rPr lang="en-US" sz="1200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i="0" u="none" strike="noStrike" cap="none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PRECECISON:</a:t>
            </a:r>
            <a:r>
              <a:rPr lang="en-U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u="none" strike="noStrike" cap="none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</a:t>
            </a:r>
            <a:r>
              <a:rPr lang="en-US" sz="1200" i="0" u="none" strike="noStrike" cap="none" baseline="-20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1xy</a:t>
            </a:r>
            <a:r>
              <a:rPr lang="en-US" sz="1200" i="0" u="none" strike="noStrike" cap="none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:(1.5+</a:t>
            </a:r>
            <a:r>
              <a:rPr lang="en-US" sz="1200" i="1" u="none" strike="noStrike" cap="none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</a:t>
            </a:r>
            <a:r>
              <a:rPr lang="en-US" sz="1200" i="0" u="none" strike="noStrike" cap="none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/333)</a:t>
            </a:r>
            <a:r>
              <a:rPr lang="en-US" sz="1200" i="0" u="none" strike="noStrike" cap="none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μm</a:t>
            </a:r>
            <a:r>
              <a:rPr lang="en-US" sz="1200" i="0" u="none" strike="noStrike" cap="none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;</a:t>
            </a:r>
            <a:r>
              <a:rPr lang="en-US" altLang="zh-TW" sz="12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</a:t>
            </a:r>
            <a:r>
              <a:rPr lang="en-US" altLang="zh-TW" sz="1200" i="1" baseline="-20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TW" sz="1200" baseline="-20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zh-TW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:(3.0+</a:t>
            </a:r>
            <a:r>
              <a:rPr lang="en-US" altLang="zh-TW" sz="12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zh-TW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/250)</a:t>
            </a:r>
            <a:r>
              <a:rPr lang="en-US" altLang="zh-TW" sz="12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μm</a:t>
            </a:r>
            <a:r>
              <a:rPr lang="en-US" altLang="zh-TW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200"/>
              <a:buFont typeface="Wingdings" panose="05000000000000000000" pitchFamily="2" charset="2"/>
              <a:buChar char="l"/>
            </a:pPr>
            <a:endParaRPr lang="en-US" sz="1200" i="0" u="none" strike="noStrike" cap="none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lvl="0" indent="-171450">
              <a:buClr>
                <a:srgbClr val="49433E"/>
              </a:buClr>
              <a:buSzPts val="1200"/>
              <a:buFont typeface="Wingdings" panose="05000000000000000000" pitchFamily="2" charset="2"/>
              <a:buChar char="p"/>
            </a:pPr>
            <a:r>
              <a:rPr lang="en-U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i="0" u="none" strike="noStrike" cap="none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LIGHTING CONDITION:</a:t>
            </a:r>
            <a:r>
              <a:rPr lang="en-US" sz="1200" i="0" u="none" strike="noStrike" cap="none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Ring Light, Profile Light, Coaxial Light</a:t>
            </a:r>
            <a:endParaRPr sz="1200" i="0" u="none" strike="noStrike" cap="none" dirty="0">
              <a:solidFill>
                <a:srgbClr val="49433E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i="0" u="none" strike="noStrike" cap="none" dirty="0">
              <a:solidFill>
                <a:srgbClr val="49433E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  <a:p>
            <a:pPr marL="285750" marR="0" lvl="1" indent="-6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i="0" u="none" strike="noStrike" cap="none" dirty="0">
                <a:solidFill>
                  <a:srgbClr val="49433E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</a:t>
            </a:r>
            <a:endParaRPr sz="140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46" name="Google Shape;146;p31"/>
          <p:cNvSpPr txBox="1"/>
          <p:nvPr/>
        </p:nvSpPr>
        <p:spPr>
          <a:xfrm>
            <a:off x="5945698" y="3562350"/>
            <a:ext cx="2514600" cy="37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49433E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Lighting Condition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9" name="圖片 8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2" t="1992" r="-295" b="6743"/>
          <a:stretch/>
        </p:blipFill>
        <p:spPr>
          <a:xfrm>
            <a:off x="6035424" y="1335932"/>
            <a:ext cx="2355289" cy="3096000"/>
          </a:xfrm>
          <a:prstGeom prst="rect">
            <a:avLst/>
          </a:prstGeom>
        </p:spPr>
      </p:pic>
      <p:sp>
        <p:nvSpPr>
          <p:cNvPr id="8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6253" y="894657"/>
            <a:ext cx="7680325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91425" bIns="36000" anchor="t" anchorCtr="0">
            <a:spAutoFit/>
          </a:bodyPr>
          <a:lstStyle/>
          <a:p>
            <a:pPr lvl="0">
              <a:buSzPts val="3000"/>
              <a:defRPr/>
            </a:pPr>
            <a:r>
              <a:rPr lang="en-US" b="1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Optical Coordinate Measuring Machine(</a:t>
            </a:r>
            <a:r>
              <a:rPr lang="zh-CN" altLang="en-US" b="1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影像三次元</a:t>
            </a:r>
            <a:r>
              <a:rPr lang="en-US" b="1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6010" y="81062"/>
            <a:ext cx="7683538" cy="60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Equipment - </a:t>
            </a:r>
            <a:r>
              <a:rPr lang="en-US" sz="3000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OMM</a:t>
            </a:r>
            <a:endParaRPr kumimoji="0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4177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60;p3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196" y="1386485"/>
            <a:ext cx="5155130" cy="295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  HG MANUFACTURER: </a:t>
            </a:r>
            <a:r>
              <a:rPr lang="en-U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ikon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100"/>
              <a:buFont typeface="Wingdings" panose="05000000000000000000" pitchFamily="2" charset="2"/>
              <a:buChar char="l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 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HG MODEL: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MF-1001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100"/>
              <a:buFont typeface="Wingdings" panose="05000000000000000000" pitchFamily="2" charset="2"/>
              <a:buChar char="l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  MEASURING RANGE: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0.0001~100.0000mm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100"/>
              <a:buFont typeface="Wingdings" panose="05000000000000000000" pitchFamily="2" charset="2"/>
              <a:buChar char="l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lvl="0" indent="-171450">
              <a:buClr>
                <a:srgbClr val="49433E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  </a:t>
            </a:r>
            <a:r>
              <a:rPr lang="en-US" sz="1200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RESOLUTION: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0.0001mm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100"/>
              <a:buFont typeface="Wingdings" panose="05000000000000000000" pitchFamily="2" charset="2"/>
              <a:buChar char="l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171450" lvl="0" indent="-171450">
              <a:buClr>
                <a:srgbClr val="49433E"/>
              </a:buClr>
              <a:buSzPct val="100000"/>
              <a:buFont typeface="Wingdings" panose="05000000000000000000" pitchFamily="2" charset="2"/>
              <a:buChar char="p"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  TOUCH </a:t>
            </a:r>
            <a:r>
              <a:rPr lang="en-US" sz="1200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</a:t>
            </a:r>
            <a:r>
              <a:rPr lang="en-US" altLang="zh-CN" sz="1200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6253" y="894657"/>
            <a:ext cx="7680325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91425" bIns="36000" anchor="t" anchorCtr="0">
            <a:spAutoFit/>
          </a:bodyPr>
          <a:lstStyle/>
          <a:p>
            <a:pPr lvl="0">
              <a:buSzPts val="3000"/>
              <a:defRPr/>
            </a:pPr>
            <a:r>
              <a:rPr lang="en-US" b="1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Height Gauge(</a:t>
            </a:r>
            <a:r>
              <a:rPr lang="zh-CN" altLang="en-US" b="1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电子高度计</a:t>
            </a:r>
            <a:r>
              <a:rPr lang="en-US" b="1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2269" y="81062"/>
            <a:ext cx="7684309" cy="60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Equipment - </a:t>
            </a:r>
            <a:r>
              <a:rPr lang="en-US" sz="3000" dirty="0">
                <a:solidFill>
                  <a:srgbClr val="4943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HG</a:t>
            </a:r>
            <a:endParaRPr kumimoji="0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3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4" r="10300"/>
          <a:stretch/>
        </p:blipFill>
        <p:spPr>
          <a:xfrm>
            <a:off x="5964528" y="1392528"/>
            <a:ext cx="2432050" cy="29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1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60;p32"/>
          <p:cNvSpPr/>
          <p:nvPr/>
        </p:nvSpPr>
        <p:spPr>
          <a:xfrm>
            <a:off x="696160" y="1204981"/>
            <a:ext cx="7792844" cy="384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100000"/>
              <a:tabLst/>
              <a:defRPr/>
            </a:pPr>
            <a:endParaRPr kumimoji="0" lang="en-US" altLang="zh-CN" sz="500" b="0" i="0" u="none" strike="noStrike" kern="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lvl="0">
              <a:buClr>
                <a:srgbClr val="49433E"/>
              </a:buClr>
              <a:buSzPct val="100000"/>
              <a:defRPr/>
            </a:pPr>
            <a:r>
              <a:rPr lang="en-US" altLang="zh-CN" sz="1200" dirty="0">
                <a:solidFill>
                  <a:srgbClr val="0509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1).</a:t>
            </a:r>
            <a:r>
              <a:rPr lang="zh-CN" altLang="en-US" sz="1200" dirty="0">
                <a:solidFill>
                  <a:srgbClr val="0509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樣品裝夾如下圖所示</a:t>
            </a:r>
            <a:r>
              <a:rPr lang="zh-CN" altLang="en-US" sz="1200" dirty="0">
                <a:solidFill>
                  <a:srgbClr val="0509BB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1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35718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ts val="1100"/>
              <a:buFont typeface="Helvetica Neue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357188" marR="0" lvl="0" indent="-357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33" name="Google Shape;127;p2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3872" y="131018"/>
            <a:ext cx="7673397" cy="44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875" tIns="31875" rIns="31875" bIns="318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r>
              <a:rPr lang="en-US" sz="3000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Fixture Structure</a:t>
            </a:r>
          </a:p>
        </p:txBody>
      </p:sp>
      <p:sp>
        <p:nvSpPr>
          <p:cNvPr id="34" name="Google Shape;160;p3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3872" y="898776"/>
            <a:ext cx="7673397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t" anchorCtr="0">
            <a:noAutofit/>
          </a:bodyPr>
          <a:lstStyle/>
          <a:p>
            <a:pPr lvl="0">
              <a:buClr>
                <a:srgbClr val="49433E"/>
              </a:buClr>
              <a:buSzPct val="90000"/>
              <a:defRPr/>
            </a:pPr>
            <a:r>
              <a:rPr lang="en-US" altLang="zh-CN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Fixture &amp; Positioning method</a:t>
            </a:r>
            <a:r>
              <a:rPr lang="en-US" altLang="zh-CN" b="1" kern="0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/>
              </a:rPr>
              <a:t>(</a:t>
            </a:r>
            <a:r>
              <a:rPr lang="zh-CN" altLang="en-US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夹具及定位方法</a:t>
            </a:r>
            <a:r>
              <a:rPr lang="en-US" altLang="zh-CN" b="1" kern="0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/>
              </a:rPr>
              <a:t>):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DF6F9F-058B-D787-5753-EDAF83531A6E}"/>
              </a:ext>
            </a:extLst>
          </p:cNvPr>
          <p:cNvSpPr txBox="1"/>
          <p:nvPr/>
        </p:nvSpPr>
        <p:spPr>
          <a:xfrm>
            <a:off x="1781909" y="4247369"/>
            <a:ext cx="662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装夹前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348710A-C7CC-32FD-311B-B55C935777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9185" y="1650045"/>
            <a:ext cx="2901329" cy="2583574"/>
            <a:chOff x="4999185" y="1650045"/>
            <a:chExt cx="2901329" cy="258357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3D2CD26-3F0E-8D4F-D485-94BA979E3D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99185" y="1650045"/>
              <a:ext cx="2901329" cy="2583574"/>
            </a:xfrm>
            <a:prstGeom prst="rect">
              <a:avLst/>
            </a:prstGeom>
            <a:ln w="1270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24AF544-96D8-7047-F030-A3F91D5D67C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/>
            <a:srcRect l="6844" t="20184" r="8323" b="12448"/>
            <a:stretch/>
          </p:blipFill>
          <p:spPr>
            <a:xfrm>
              <a:off x="5108287" y="1997591"/>
              <a:ext cx="2702852" cy="1980000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85CA815-E1D0-0AE0-B657-FC6FAF48B1C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97522" y="1650045"/>
            <a:ext cx="2901329" cy="2583574"/>
            <a:chOff x="797522" y="1650045"/>
            <a:chExt cx="2901329" cy="258357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E8997F3-DB41-1F22-0CD2-9E55489310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97522" y="1650045"/>
              <a:ext cx="2901329" cy="2583574"/>
            </a:xfrm>
            <a:prstGeom prst="rect">
              <a:avLst/>
            </a:prstGeom>
            <a:ln w="1270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315A850-15F1-C241-C932-52B1097111F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t="4704"/>
            <a:stretch/>
          </p:blipFill>
          <p:spPr>
            <a:xfrm>
              <a:off x="917850" y="2100694"/>
              <a:ext cx="2594446" cy="1656000"/>
            </a:xfrm>
            <a:prstGeom prst="rect">
              <a:avLst/>
            </a:prstGeom>
          </p:spPr>
        </p:pic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3DCDA06C-5D53-2607-C430-7F0F2DDBD6DA}"/>
              </a:ext>
            </a:extLst>
          </p:cNvPr>
          <p:cNvSpPr txBox="1"/>
          <p:nvPr/>
        </p:nvSpPr>
        <p:spPr>
          <a:xfrm>
            <a:off x="6293182" y="424472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装夹后</a:t>
            </a:r>
          </a:p>
        </p:txBody>
      </p:sp>
    </p:spTree>
    <p:extLst>
      <p:ext uri="{BB962C8B-B14F-4D97-AF65-F5344CB8AC3E}">
        <p14:creationId xmlns:p14="http://schemas.microsoft.com/office/powerpoint/2010/main" val="2179293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18711"/>
            <a:ext cx="8640027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6000" rIns="91425" bIns="36000" anchor="ctr" anchorCtr="0">
            <a:noAutofit/>
          </a:bodyPr>
          <a:lstStyle/>
          <a:p>
            <a:pPr lvl="0" algn="ctr">
              <a:buSzPts val="3000"/>
            </a:pPr>
            <a:r>
              <a:rPr lang="en-US" altLang="zh-CN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Datum Establishment</a:t>
            </a:r>
            <a:endParaRPr sz="2400" b="0" i="0" u="none" strike="noStrike" cap="none" dirty="0">
              <a:solidFill>
                <a:schemeClr val="bg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矩形 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456860"/>
            <a:ext cx="8640027" cy="28814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FFFF"/>
              </a:gs>
            </a:gsLst>
            <a:lin ang="0" scaled="1"/>
            <a:tileRect/>
          </a:gradFill>
        </p:spPr>
        <p:txBody>
          <a:bodyPr wrap="square" lIns="144000" tIns="36000" rIns="36000" bIns="3600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OMM Build Datum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 charset="-122"/>
              </a:rPr>
              <a:t>Alignment 1 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3525" y="757845"/>
            <a:ext cx="8556626" cy="123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ct val="85000"/>
            </a:pPr>
            <a:r>
              <a:rPr lang="en-US" sz="1000" b="1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lang="en-US" sz="1000" b="1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):</a:t>
            </a:r>
            <a:r>
              <a:rPr lang="en-US" sz="1000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OMM</a:t>
            </a:r>
          </a:p>
          <a:p>
            <a:pPr lvl="0">
              <a:buClr>
                <a:schemeClr val="dk1"/>
              </a:buClr>
              <a:buSzPct val="85000"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Clamping instructions(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裝夾说明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sz="1000" b="1" i="0" u="none" strike="noStrike" cap="none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: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/</a:t>
            </a:r>
            <a:endParaRPr lang="en-US" sz="1000" b="0" i="0" u="none" strike="noStrike" cap="none" dirty="0">
              <a:solidFill>
                <a:schemeClr val="accent2"/>
              </a:solidFill>
              <a:latin typeface="+mj-lt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chemeClr val="dk1"/>
              </a:buClr>
              <a:buSzPct val="85000"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</a:rPr>
              <a:t>1x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</a:rPr>
              <a:t>/ </a:t>
            </a:r>
            <a:r>
              <a:rPr lang="en-US" altLang="zh-CN" sz="1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Ring Light</a:t>
            </a:r>
            <a:endParaRPr lang="en-US" altLang="zh-CN" sz="1000" dirty="0">
              <a:solidFill>
                <a:srgbClr val="0509BB"/>
              </a:solidFill>
              <a:latin typeface="+mj-lt"/>
              <a:ea typeface="+mn-ea"/>
              <a:cs typeface="Times New Roman" panose="02020603050405020304" pitchFamily="18" charset="0"/>
            </a:endParaRPr>
          </a:p>
          <a:p>
            <a:pPr lvl="0">
              <a:buClr>
                <a:srgbClr val="49433E"/>
              </a:buClr>
              <a:buSzPct val="90000"/>
              <a:defRPr/>
            </a:pPr>
            <a:r>
              <a:rPr lang="en-US" altLang="zh-TW" sz="1000" b="1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Datum Setup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</a:rPr>
              <a:t>基准建立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TW" sz="1000" b="1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:</a:t>
            </a:r>
            <a:r>
              <a:rPr lang="en-US" altLang="zh-TW" sz="1000" dirty="0">
                <a:solidFill>
                  <a:schemeClr val="dk1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ct val="900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1.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按照下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所示装夹产品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并放置于设备平台上。</a:t>
            </a:r>
            <a:endParaRPr lang="en-US" altLang="zh-CN" sz="1000" b="1" dirty="0">
              <a:solidFill>
                <a:srgbClr val="0509BB"/>
              </a:solidFill>
              <a:latin typeface="+mj-lt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2.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产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品表面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对焦取点测量平面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PL1(Z</a:t>
            </a:r>
            <a:r>
              <a:rPr lang="en-US" altLang="zh-TW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1~Z4)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在产品边缘取点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P1~P5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CN" sz="1000" dirty="0">
              <a:solidFill>
                <a:srgbClr val="0509BB"/>
              </a:solidFill>
              <a:latin typeface="+mj-lt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3.P4&amp;P2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构建线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L1, P5&amp;P3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构建线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L2, L1&amp;L2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构建中线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L3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。</a:t>
            </a:r>
            <a:r>
              <a:rPr lang="en-US" altLang="zh-TW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endParaRPr lang="zh-TW" altLang="en-US" sz="1000" dirty="0">
              <a:solidFill>
                <a:srgbClr val="0509BB"/>
              </a:solidFill>
              <a:latin typeface="+mj-lt"/>
              <a:ea typeface="+mn-ea"/>
              <a:cs typeface="Times New Roman" panose="02020603050405020304" pitchFamily="18" charset="0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4.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将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PL1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摆正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Z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轴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, L3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旋转至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轴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PL1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Z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轴原点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L3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轴原点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P1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轴原点。</a:t>
            </a:r>
            <a:endParaRPr lang="zh-TW" altLang="en-US" sz="1000" dirty="0">
              <a:solidFill>
                <a:srgbClr val="0509BB"/>
              </a:solidFill>
              <a:latin typeface="+mj-lt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chemeClr val="dk1"/>
              </a:buClr>
              <a:buSzPts val="1100"/>
            </a:pPr>
            <a:endParaRPr lang="zh-TW" altLang="en-US" sz="1000" dirty="0">
              <a:solidFill>
                <a:schemeClr val="accent2"/>
              </a:solidFill>
              <a:latin typeface="+mj-lt"/>
              <a:ea typeface="+mn-ea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7" name="矩形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456860"/>
            <a:ext cx="8640027" cy="4553290"/>
          </a:xfrm>
          <a:prstGeom prst="rect">
            <a:avLst/>
          </a:prstGeom>
          <a:noFill/>
          <a:ln w="12700">
            <a:solidFill>
              <a:schemeClr val="accent5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B33119-E724-1781-3410-37B439E1C9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 l="1503" t="695" r="18208" b="20407"/>
          <a:stretch/>
        </p:blipFill>
        <p:spPr>
          <a:xfrm>
            <a:off x="439724" y="2089093"/>
            <a:ext cx="5303851" cy="2772000"/>
          </a:xfrm>
          <a:prstGeom prst="rect">
            <a:avLst/>
          </a:prstGeom>
        </p:spPr>
      </p:pic>
      <p:grpSp>
        <p:nvGrpSpPr>
          <p:cNvPr id="48" name="组合 47">
            <a:extLst>
              <a:ext uri="{FF2B5EF4-FFF2-40B4-BE49-F238E27FC236}">
                <a16:creationId xmlns:a16="http://schemas.microsoft.com/office/drawing/2014/main" id="{F71FE0E3-7FD3-01D5-3E67-9BD225FCFE0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978538" y="2086675"/>
            <a:ext cx="1087420" cy="2919498"/>
            <a:chOff x="6978538" y="2086675"/>
            <a:chExt cx="1087420" cy="29194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F5D550BB-41D3-B984-2596-AD190BD1778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63332" y="2086675"/>
              <a:ext cx="705184" cy="2793600"/>
            </a:xfrm>
            <a:prstGeom prst="rect">
              <a:avLst/>
            </a:prstGeom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D7CBD463-1AE3-A2B7-5CEE-A6ECDB5D424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978538" y="2126619"/>
              <a:ext cx="1087420" cy="2879554"/>
              <a:chOff x="6978538" y="2126619"/>
              <a:chExt cx="1087420" cy="2879554"/>
            </a:xfrm>
          </p:grpSpPr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AD262196-81F4-AA18-34F6-458E3923B2D8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6978538" y="2126619"/>
                <a:ext cx="1087420" cy="2879554"/>
                <a:chOff x="7473838" y="2126619"/>
                <a:chExt cx="1087420" cy="2879554"/>
              </a:xfrm>
            </p:grpSpPr>
            <p:grpSp>
              <p:nvGrpSpPr>
                <p:cNvPr id="5" name="组合 4">
                  <a:extLst>
                    <a:ext uri="{FF2B5EF4-FFF2-40B4-BE49-F238E27FC236}">
                      <a16:creationId xmlns:a16="http://schemas.microsoft.com/office/drawing/2014/main" id="{C1693FDF-A740-56AF-1E1E-525C2B3FE42C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7473838" y="2126619"/>
                  <a:ext cx="1087420" cy="2879554"/>
                  <a:chOff x="6974615" y="2078994"/>
                  <a:chExt cx="1087420" cy="2879554"/>
                </a:xfrm>
              </p:grpSpPr>
              <p:grpSp>
                <p:nvGrpSpPr>
                  <p:cNvPr id="13" name="组合 12">
                    <a:extLst>
                      <a:ext uri="{FF2B5EF4-FFF2-40B4-BE49-F238E27FC236}">
                        <a16:creationId xmlns:a16="http://schemas.microsoft.com/office/drawing/2014/main" id="{BDA4F40A-122B-83CB-2D28-E1ED16B965E2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6974615" y="2078994"/>
                    <a:ext cx="1087420" cy="2879554"/>
                    <a:chOff x="6974615" y="2078994"/>
                    <a:chExt cx="1087420" cy="2879554"/>
                  </a:xfrm>
                </p:grpSpPr>
                <p:grpSp>
                  <p:nvGrpSpPr>
                    <p:cNvPr id="21" name="组合 20">
                      <a:extLst>
                        <a:ext uri="{FF2B5EF4-FFF2-40B4-BE49-F238E27FC236}">
                          <a16:creationId xmlns:a16="http://schemas.microsoft.com/office/drawing/2014/main" id="{B11EA126-BB55-CC88-DB90-26EF17A58993}"/>
                        </a:ext>
                      </a:extLst>
                    </p:cNvPr>
                    <p:cNvGrpSpPr>
                      <a:grpSpLocks noGrp="1" noUngrp="1" noRot="1" noMove="1" noResize="1"/>
                    </p:cNvGrpSpPr>
                    <p:nvPr/>
                  </p:nvGrpSpPr>
                  <p:grpSpPr>
                    <a:xfrm>
                      <a:off x="6974615" y="2078994"/>
                      <a:ext cx="1087420" cy="2879554"/>
                      <a:chOff x="6974615" y="2098044"/>
                      <a:chExt cx="1087420" cy="2879554"/>
                    </a:xfrm>
                  </p:grpSpPr>
                  <p:grpSp>
                    <p:nvGrpSpPr>
                      <p:cNvPr id="38" name="组合 37">
                        <a:extLst>
                          <a:ext uri="{FF2B5EF4-FFF2-40B4-BE49-F238E27FC236}">
                            <a16:creationId xmlns:a16="http://schemas.microsoft.com/office/drawing/2014/main" id="{E8851087-FFEF-BBC7-7D85-EF6EAD4FC551}"/>
                          </a:ext>
                        </a:extLst>
                      </p:cNvPr>
                      <p:cNvGrpSpPr>
                        <a:grpSpLocks noGrp="1" noUngrp="1" noRot="1" noMove="1" noResize="1"/>
                      </p:cNvGrpSpPr>
                      <p:nvPr/>
                    </p:nvGrpSpPr>
                    <p:grpSpPr>
                      <a:xfrm>
                        <a:off x="6974615" y="2098044"/>
                        <a:ext cx="1087420" cy="2473956"/>
                        <a:chOff x="6492015" y="2104394"/>
                        <a:chExt cx="1087420" cy="2473956"/>
                      </a:xfrm>
                    </p:grpSpPr>
                    <p:sp>
                      <p:nvSpPr>
                        <p:cNvPr id="40" name="文本框 39">
                          <a:extLst>
                            <a:ext uri="{FF2B5EF4-FFF2-40B4-BE49-F238E27FC236}">
                              <a16:creationId xmlns:a16="http://schemas.microsoft.com/office/drawing/2014/main" id="{99CDF362-CD7B-9474-67CC-A05E6CCD354C}"/>
                            </a:ext>
                          </a:extLst>
                        </p:cNvPr>
                        <p:cNvSpPr txBox="1">
                          <a:spLocks noGrp="1" noRot="1" noMove="1" noResize="1" noEditPoints="1" noAdjustHandles="1" noChangeArrowheads="1" noChangeShapeType="1"/>
                        </p:cNvSpPr>
                        <p:nvPr/>
                      </p:nvSpPr>
                      <p:spPr>
                        <a:xfrm>
                          <a:off x="7076292" y="2104394"/>
                          <a:ext cx="293670" cy="2000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altLang="zh-CN" sz="700" dirty="0">
                              <a:solidFill>
                                <a:srgbClr val="0509BB"/>
                              </a:solidFill>
                            </a:rPr>
                            <a:t>P1</a:t>
                          </a:r>
                          <a:endParaRPr lang="zh-CN" altLang="en-US" sz="700" dirty="0">
                            <a:solidFill>
                              <a:srgbClr val="0509BB"/>
                            </a:solidFill>
                          </a:endParaRPr>
                        </a:p>
                      </p:txBody>
                    </p:sp>
                    <p:grpSp>
                      <p:nvGrpSpPr>
                        <p:cNvPr id="41" name="组合 40">
                          <a:extLst>
                            <a:ext uri="{FF2B5EF4-FFF2-40B4-BE49-F238E27FC236}">
                              <a16:creationId xmlns:a16="http://schemas.microsoft.com/office/drawing/2014/main" id="{A89BE5A0-9BB1-3484-82E1-CC960600E10B}"/>
                            </a:ext>
                          </a:extLst>
                        </p:cNvPr>
                        <p:cNvGrpSpPr>
                          <a:grpSpLocks noGrp="1" noUngrp="1" noRot="1" noMove="1" noResize="1"/>
                        </p:cNvGrpSpPr>
                        <p:nvPr/>
                      </p:nvGrpSpPr>
                      <p:grpSpPr>
                        <a:xfrm>
                          <a:off x="6492015" y="2223666"/>
                          <a:ext cx="1087420" cy="2354684"/>
                          <a:chOff x="6492015" y="2223666"/>
                          <a:chExt cx="1087420" cy="2354684"/>
                        </a:xfrm>
                      </p:grpSpPr>
                      <p:sp>
                        <p:nvSpPr>
                          <p:cNvPr id="42" name="文本框 41">
                            <a:extLst>
                              <a:ext uri="{FF2B5EF4-FFF2-40B4-BE49-F238E27FC236}">
                                <a16:creationId xmlns:a16="http://schemas.microsoft.com/office/drawing/2014/main" id="{6E5BB178-274A-1E6D-9154-E837B57A20CA}"/>
                              </a:ext>
                            </a:extLst>
                          </p:cNvPr>
                          <p:cNvSpPr txBox="1">
                            <a:spLocks noGrp="1" noRot="1" noMove="1" noResize="1" noEditPoints="1" noAdjustHandles="1" noChangeArrowheads="1" noChangeShapeType="1"/>
                          </p:cNvSpPr>
                          <p:nvPr/>
                        </p:nvSpPr>
                        <p:spPr>
                          <a:xfrm>
                            <a:off x="6728225" y="2587772"/>
                            <a:ext cx="288862" cy="200055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700" dirty="0">
                                <a:solidFill>
                                  <a:srgbClr val="0509BB"/>
                                </a:solidFill>
                              </a:rPr>
                              <a:t>Z1</a:t>
                            </a:r>
                            <a:endParaRPr lang="zh-CN" altLang="en-US" sz="700" dirty="0">
                              <a:solidFill>
                                <a:srgbClr val="0509BB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43" name="文本框 42">
                            <a:extLst>
                              <a:ext uri="{FF2B5EF4-FFF2-40B4-BE49-F238E27FC236}">
                                <a16:creationId xmlns:a16="http://schemas.microsoft.com/office/drawing/2014/main" id="{39B660B9-3AE1-CD83-E063-91C5067AA767}"/>
                              </a:ext>
                            </a:extLst>
                          </p:cNvPr>
                          <p:cNvSpPr txBox="1">
                            <a:spLocks noGrp="1" noRot="1" noMove="1" noResize="1" noEditPoints="1" noAdjustHandles="1" noChangeArrowheads="1" noChangeShapeType="1"/>
                          </p:cNvSpPr>
                          <p:nvPr/>
                        </p:nvSpPr>
                        <p:spPr>
                          <a:xfrm>
                            <a:off x="6498365" y="2479645"/>
                            <a:ext cx="293670" cy="200055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700" dirty="0">
                                <a:solidFill>
                                  <a:srgbClr val="0509BB"/>
                                </a:solidFill>
                              </a:rPr>
                              <a:t>P2</a:t>
                            </a:r>
                            <a:endParaRPr lang="zh-CN" altLang="en-US" sz="700" dirty="0">
                              <a:solidFill>
                                <a:srgbClr val="0509BB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44" name="文本框 43">
                            <a:extLst>
                              <a:ext uri="{FF2B5EF4-FFF2-40B4-BE49-F238E27FC236}">
                                <a16:creationId xmlns:a16="http://schemas.microsoft.com/office/drawing/2014/main" id="{D08DA166-5057-E044-494C-386FE853E0DE}"/>
                              </a:ext>
                            </a:extLst>
                          </p:cNvPr>
                          <p:cNvSpPr txBox="1">
                            <a:spLocks noGrp="1" noRot="1" noMove="1" noResize="1" noEditPoints="1" noAdjustHandles="1" noChangeArrowheads="1" noChangeShapeType="1"/>
                          </p:cNvSpPr>
                          <p:nvPr/>
                        </p:nvSpPr>
                        <p:spPr>
                          <a:xfrm>
                            <a:off x="7279415" y="2479645"/>
                            <a:ext cx="293670" cy="200055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700" dirty="0">
                                <a:solidFill>
                                  <a:srgbClr val="0509BB"/>
                                </a:solidFill>
                              </a:rPr>
                              <a:t>P3</a:t>
                            </a:r>
                            <a:endParaRPr lang="zh-CN" altLang="en-US" sz="700" dirty="0">
                              <a:solidFill>
                                <a:srgbClr val="0509BB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45" name="文本框 44">
                            <a:extLst>
                              <a:ext uri="{FF2B5EF4-FFF2-40B4-BE49-F238E27FC236}">
                                <a16:creationId xmlns:a16="http://schemas.microsoft.com/office/drawing/2014/main" id="{33BB9733-C04C-36F8-E4FA-C47985436491}"/>
                              </a:ext>
                            </a:extLst>
                          </p:cNvPr>
                          <p:cNvSpPr txBox="1">
                            <a:spLocks noGrp="1" noRot="1" noMove="1" noResize="1" noEditPoints="1" noAdjustHandles="1" noChangeArrowheads="1" noChangeShapeType="1"/>
                          </p:cNvSpPr>
                          <p:nvPr/>
                        </p:nvSpPr>
                        <p:spPr>
                          <a:xfrm>
                            <a:off x="7285765" y="4378295"/>
                            <a:ext cx="293670" cy="200055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700" dirty="0">
                                <a:solidFill>
                                  <a:srgbClr val="0509BB"/>
                                </a:solidFill>
                              </a:rPr>
                              <a:t>P5</a:t>
                            </a:r>
                            <a:endParaRPr lang="zh-CN" altLang="en-US" sz="700" dirty="0">
                              <a:solidFill>
                                <a:srgbClr val="0509BB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46" name="文本框 45">
                            <a:extLst>
                              <a:ext uri="{FF2B5EF4-FFF2-40B4-BE49-F238E27FC236}">
                                <a16:creationId xmlns:a16="http://schemas.microsoft.com/office/drawing/2014/main" id="{4EE29F0C-5CDE-D47D-D7E2-0B88CA0AF793}"/>
                              </a:ext>
                            </a:extLst>
                          </p:cNvPr>
                          <p:cNvSpPr txBox="1">
                            <a:spLocks noGrp="1" noRot="1" noMove="1" noResize="1" noEditPoints="1" noAdjustHandles="1" noChangeArrowheads="1" noChangeShapeType="1"/>
                          </p:cNvSpPr>
                          <p:nvPr/>
                        </p:nvSpPr>
                        <p:spPr>
                          <a:xfrm>
                            <a:off x="6492015" y="4378294"/>
                            <a:ext cx="293670" cy="200055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700" dirty="0">
                                <a:solidFill>
                                  <a:srgbClr val="0509BB"/>
                                </a:solidFill>
                              </a:rPr>
                              <a:t>P4</a:t>
                            </a:r>
                            <a:endParaRPr lang="zh-CN" altLang="en-US" sz="700" dirty="0">
                              <a:solidFill>
                                <a:srgbClr val="0509BB"/>
                              </a:solidFill>
                            </a:endParaRPr>
                          </a:p>
                        </p:txBody>
                      </p:sp>
                      <p:cxnSp>
                        <p:nvCxnSpPr>
                          <p:cNvPr id="47" name="直接连接符 46">
                            <a:extLst>
                              <a:ext uri="{FF2B5EF4-FFF2-40B4-BE49-F238E27FC236}">
                                <a16:creationId xmlns:a16="http://schemas.microsoft.com/office/drawing/2014/main" id="{96DF23E3-89B3-B87C-BD48-080290B0057C}"/>
                              </a:ext>
                            </a:extLst>
                          </p:cNvPr>
                          <p:cNvCxnSpPr>
                            <a:cxnSpLocks noGrp="1" noRot="1" noMove="1" noResize="1" noEditPoints="1" noAdjustHandles="1" noChangeArrowheads="1" noChangeShapeType="1"/>
                          </p:cNvCxnSpPr>
                          <p:nvPr/>
                        </p:nvCxnSpPr>
                        <p:spPr>
                          <a:xfrm flipH="1">
                            <a:off x="7056396" y="2223666"/>
                            <a:ext cx="87005" cy="75661"/>
                          </a:xfrm>
                          <a:prstGeom prst="line">
                            <a:avLst/>
                          </a:prstGeom>
                          <a:ln w="6350">
                            <a:solidFill>
                              <a:srgbClr val="0509BB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  <p:sp>
                    <p:nvSpPr>
                      <p:cNvPr id="39" name="TextBox 68">
                        <a:extLst>
                          <a:ext uri="{FF2B5EF4-FFF2-40B4-BE49-F238E27FC236}">
                            <a16:creationId xmlns:a16="http://schemas.microsoft.com/office/drawing/2014/main" id="{BA152E42-D06B-AA52-43D0-D6EF69D026BD}"/>
                          </a:ext>
                        </a:extLst>
                      </p:cNvPr>
                      <p:cNvSpPr txBox="1">
                        <a:spLocks noGrp="1" noRot="1" noMove="1" noResize="1" noEditPoints="1" noAdjustHandles="1" noChangeArrowheads="1" noChangeShapeType="1"/>
                      </p:cNvSpPr>
                      <p:nvPr/>
                    </p:nvSpPr>
                    <p:spPr bwMode="auto">
                      <a:xfrm>
                        <a:off x="7408387" y="4839099"/>
                        <a:ext cx="245635" cy="138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lIns="0" tIns="0" rIns="0" bIns="0">
                        <a:spAutoFit/>
                      </a:bodyPr>
                      <a:lstStyle>
                        <a:lvl1pPr eaLnBrk="0" hangingPunct="0">
                          <a:defRPr sz="2300">
                            <a:solidFill>
                              <a:srgbClr val="49433E"/>
                            </a:solidFill>
                            <a:latin typeface="Bradley Hand ITC TT-Bold" charset="0"/>
                            <a:ea typeface="ヒラギノ明朝 ProN W3" charset="-128"/>
                            <a:sym typeface="Bradley Hand ITC TT-Bold" charset="0"/>
                          </a:defRPr>
                        </a:lvl1pPr>
                        <a:lvl2pPr marL="742950" indent="-285750" eaLnBrk="0" hangingPunct="0">
                          <a:defRPr sz="2300">
                            <a:solidFill>
                              <a:srgbClr val="49433E"/>
                            </a:solidFill>
                            <a:latin typeface="Bradley Hand ITC TT-Bold" charset="0"/>
                            <a:ea typeface="ヒラギノ明朝 ProN W3" charset="-128"/>
                            <a:sym typeface="Bradley Hand ITC TT-Bold" charset="0"/>
                          </a:defRPr>
                        </a:lvl2pPr>
                        <a:lvl3pPr marL="1143000" indent="-228600" eaLnBrk="0" hangingPunct="0">
                          <a:defRPr sz="2300">
                            <a:solidFill>
                              <a:srgbClr val="49433E"/>
                            </a:solidFill>
                            <a:latin typeface="Bradley Hand ITC TT-Bold" charset="0"/>
                            <a:ea typeface="ヒラギノ明朝 ProN W3" charset="-128"/>
                            <a:sym typeface="Bradley Hand ITC TT-Bold" charset="0"/>
                          </a:defRPr>
                        </a:lvl3pPr>
                        <a:lvl4pPr marL="1600200" indent="-228600" eaLnBrk="0" hangingPunct="0">
                          <a:defRPr sz="2300">
                            <a:solidFill>
                              <a:srgbClr val="49433E"/>
                            </a:solidFill>
                            <a:latin typeface="Bradley Hand ITC TT-Bold" charset="0"/>
                            <a:ea typeface="ヒラギノ明朝 ProN W3" charset="-128"/>
                            <a:sym typeface="Bradley Hand ITC TT-Bold" charset="0"/>
                          </a:defRPr>
                        </a:lvl4pPr>
                        <a:lvl5pPr marL="2057400" indent="-228600" eaLnBrk="0" hangingPunct="0">
                          <a:defRPr sz="2300">
                            <a:solidFill>
                              <a:srgbClr val="49433E"/>
                            </a:solidFill>
                            <a:latin typeface="Bradley Hand ITC TT-Bold" charset="0"/>
                            <a:ea typeface="ヒラギノ明朝 ProN W3" charset="-128"/>
                            <a:sym typeface="Bradley Hand ITC TT-Bold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300">
                            <a:solidFill>
                              <a:srgbClr val="49433E"/>
                            </a:solidFill>
                            <a:latin typeface="Bradley Hand ITC TT-Bold" charset="0"/>
                            <a:ea typeface="ヒラギノ明朝 ProN W3" charset="-128"/>
                            <a:sym typeface="Bradley Hand ITC TT-Bold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300">
                            <a:solidFill>
                              <a:srgbClr val="49433E"/>
                            </a:solidFill>
                            <a:latin typeface="Bradley Hand ITC TT-Bold" charset="0"/>
                            <a:ea typeface="ヒラギノ明朝 ProN W3" charset="-128"/>
                            <a:sym typeface="Bradley Hand ITC TT-Bold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300">
                            <a:solidFill>
                              <a:srgbClr val="49433E"/>
                            </a:solidFill>
                            <a:latin typeface="Bradley Hand ITC TT-Bold" charset="0"/>
                            <a:ea typeface="ヒラギノ明朝 ProN W3" charset="-128"/>
                            <a:sym typeface="Bradley Hand ITC TT-Bold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300">
                            <a:solidFill>
                              <a:srgbClr val="49433E"/>
                            </a:solidFill>
                            <a:latin typeface="Bradley Hand ITC TT-Bold" charset="0"/>
                            <a:ea typeface="ヒラギノ明朝 ProN W3" charset="-128"/>
                            <a:sym typeface="Bradley Hand ITC TT-Bold" charset="0"/>
                          </a:defRPr>
                        </a:lvl9pPr>
                      </a:lstStyle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Tx/>
                          <a:buFont typeface="Arial"/>
                          <a:buNone/>
                          <a:tabLst/>
                          <a:defRPr/>
                        </a:pPr>
                        <a:r>
                          <a:rPr lang="en-US" altLang="zh-CN" sz="900" dirty="0">
                            <a:solidFill>
                              <a:srgbClr val="0509BB"/>
                            </a:solidFill>
                          </a:rPr>
                          <a:t>(</a:t>
                        </a:r>
                        <a:r>
                          <a:rPr lang="zh-CN" altLang="en-US" sz="900" dirty="0">
                            <a:solidFill>
                              <a:srgbClr val="0509BB"/>
                            </a:solidFill>
                          </a:rPr>
                          <a:t>图</a:t>
                        </a:r>
                        <a:r>
                          <a:rPr lang="en-US" altLang="zh-CN" sz="900" dirty="0">
                            <a:solidFill>
                              <a:srgbClr val="0509BB"/>
                            </a:solidFill>
                          </a:rPr>
                          <a:t>1</a:t>
                        </a:r>
                        <a:r>
                          <a:rPr kumimoji="0" lang="en-US" altLang="zh-CN" sz="9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509BB"/>
                            </a:solidFill>
                            <a:effectLst/>
                            <a:uLnTx/>
                            <a:uFillTx/>
                            <a:latin typeface="Bradley Hand ITC TT-Bold" charset="0"/>
                            <a:cs typeface="Arial"/>
                            <a:sym typeface="Bradley Hand ITC TT-Bold" charset="0"/>
                          </a:rPr>
                          <a:t>)</a:t>
                        </a:r>
                        <a:endParaRPr kumimoji="0" lang="zh-CN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509BB"/>
                          </a:solidFill>
                          <a:effectLst/>
                          <a:uLnTx/>
                          <a:uFillTx/>
                          <a:latin typeface="Bradley Hand ITC TT-Bold" charset="0"/>
                          <a:cs typeface="Arial"/>
                          <a:sym typeface="Bradley Hand ITC TT-Bold" charset="0"/>
                        </a:endParaRPr>
                      </a:p>
                    </p:txBody>
                  </p:sp>
                </p:grpSp>
                <p:sp>
                  <p:nvSpPr>
                    <p:cNvPr id="22" name="椭圆 21">
                      <a:extLst>
                        <a:ext uri="{FF2B5EF4-FFF2-40B4-BE49-F238E27FC236}">
                          <a16:creationId xmlns:a16="http://schemas.microsoft.com/office/drawing/2014/main" id="{7F16D11D-A64B-A882-E5A0-FE2601C2D4F8}"/>
                        </a:ext>
                      </a:extLst>
                    </p:cNvPr>
                    <p:cNvSpPr>
                      <a:spLocks noGrp="1" noRot="1" noChangeAspec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7330501" y="2527202"/>
                      <a:ext cx="54000" cy="54000"/>
                    </a:xfrm>
                    <a:prstGeom prst="ellipse">
                      <a:avLst/>
                    </a:prstGeom>
                    <a:solidFill>
                      <a:srgbClr val="C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23" name="组合 91">
                      <a:extLst>
                        <a:ext uri="{FF2B5EF4-FFF2-40B4-BE49-F238E27FC236}">
                          <a16:creationId xmlns:a16="http://schemas.microsoft.com/office/drawing/2014/main" id="{9948F583-4BEB-E00F-DA9A-B52292A64440}"/>
                        </a:ext>
                      </a:extLst>
                    </p:cNvPr>
                    <p:cNvGrpSpPr>
                      <a:grpSpLocks noGrp="1" noUngrp="1" noRot="1" noChangeAspect="1" noMove="1" noResize="1"/>
                    </p:cNvGrpSpPr>
                    <p:nvPr/>
                  </p:nvGrpSpPr>
                  <p:grpSpPr>
                    <a:xfrm rot="2700000">
                      <a:off x="7200011" y="2523386"/>
                      <a:ext cx="72000" cy="72000"/>
                      <a:chOff x="2940437" y="2216043"/>
                      <a:chExt cx="57600" cy="57600"/>
                    </a:xfrm>
                  </p:grpSpPr>
                  <p:cxnSp>
                    <p:nvCxnSpPr>
                      <p:cNvPr id="35" name="直接连接符 93">
                        <a:extLst>
                          <a:ext uri="{FF2B5EF4-FFF2-40B4-BE49-F238E27FC236}">
                            <a16:creationId xmlns:a16="http://schemas.microsoft.com/office/drawing/2014/main" id="{8C0635E9-A6DA-3871-7E69-521B9FA11E3E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>
                        <a:off x="2940437" y="2245086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 w="9525" cap="flat" cmpd="sng" algn="ctr">
                        <a:solidFill>
                          <a:srgbClr val="C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6" name="直接连接符 96">
                        <a:extLst>
                          <a:ext uri="{FF2B5EF4-FFF2-40B4-BE49-F238E27FC236}">
                            <a16:creationId xmlns:a16="http://schemas.microsoft.com/office/drawing/2014/main" id="{D9AD8242-27BB-2761-9358-D06007C3E7B2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 rot="16200000">
                        <a:off x="2938089" y="2244843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 w="9525" cap="flat" cmpd="sng" algn="ctr">
                        <a:solidFill>
                          <a:srgbClr val="C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grpSp>
                  <p:nvGrpSpPr>
                    <p:cNvPr id="24" name="组合 91">
                      <a:extLst>
                        <a:ext uri="{FF2B5EF4-FFF2-40B4-BE49-F238E27FC236}">
                          <a16:creationId xmlns:a16="http://schemas.microsoft.com/office/drawing/2014/main" id="{CC8FBBA9-9BDF-4E73-5009-743DD9D13B28}"/>
                        </a:ext>
                      </a:extLst>
                    </p:cNvPr>
                    <p:cNvGrpSpPr>
                      <a:grpSpLocks noGrp="1" noUngrp="1" noRot="1" noChangeAspect="1" noMove="1" noResize="1"/>
                    </p:cNvGrpSpPr>
                    <p:nvPr/>
                  </p:nvGrpSpPr>
                  <p:grpSpPr>
                    <a:xfrm rot="2700000">
                      <a:off x="7758811" y="2523386"/>
                      <a:ext cx="72000" cy="72000"/>
                      <a:chOff x="2940437" y="2216043"/>
                      <a:chExt cx="57600" cy="57600"/>
                    </a:xfrm>
                  </p:grpSpPr>
                  <p:cxnSp>
                    <p:nvCxnSpPr>
                      <p:cNvPr id="33" name="直接连接符 93">
                        <a:extLst>
                          <a:ext uri="{FF2B5EF4-FFF2-40B4-BE49-F238E27FC236}">
                            <a16:creationId xmlns:a16="http://schemas.microsoft.com/office/drawing/2014/main" id="{37E82BDE-8EC6-B91E-8818-656370CE0640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>
                        <a:off x="2940437" y="2245086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 w="9525" cap="flat" cmpd="sng" algn="ctr">
                        <a:solidFill>
                          <a:srgbClr val="C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4" name="直接连接符 96">
                        <a:extLst>
                          <a:ext uri="{FF2B5EF4-FFF2-40B4-BE49-F238E27FC236}">
                            <a16:creationId xmlns:a16="http://schemas.microsoft.com/office/drawing/2014/main" id="{767B3888-18E5-E7B3-6F0B-0A617C0530C5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 rot="16200000">
                        <a:off x="2938089" y="2244843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 w="9525" cap="flat" cmpd="sng" algn="ctr">
                        <a:solidFill>
                          <a:srgbClr val="C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grpSp>
                  <p:nvGrpSpPr>
                    <p:cNvPr id="25" name="组合 91">
                      <a:extLst>
                        <a:ext uri="{FF2B5EF4-FFF2-40B4-BE49-F238E27FC236}">
                          <a16:creationId xmlns:a16="http://schemas.microsoft.com/office/drawing/2014/main" id="{1C4C4514-F8A8-870F-B64D-8FF7B682A0D1}"/>
                        </a:ext>
                      </a:extLst>
                    </p:cNvPr>
                    <p:cNvGrpSpPr>
                      <a:grpSpLocks noGrp="1" noUngrp="1" noRot="1" noChangeAspect="1" noMove="1" noResize="1"/>
                    </p:cNvGrpSpPr>
                    <p:nvPr/>
                  </p:nvGrpSpPr>
                  <p:grpSpPr>
                    <a:xfrm rot="2700000">
                      <a:off x="7199739" y="4423973"/>
                      <a:ext cx="72000" cy="72000"/>
                      <a:chOff x="2940437" y="2216043"/>
                      <a:chExt cx="57600" cy="57600"/>
                    </a:xfrm>
                  </p:grpSpPr>
                  <p:cxnSp>
                    <p:nvCxnSpPr>
                      <p:cNvPr id="31" name="直接连接符 93">
                        <a:extLst>
                          <a:ext uri="{FF2B5EF4-FFF2-40B4-BE49-F238E27FC236}">
                            <a16:creationId xmlns:a16="http://schemas.microsoft.com/office/drawing/2014/main" id="{1BDD8E17-B5DB-0697-8C3B-1FE52E0A3171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>
                        <a:off x="2940437" y="2245086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 w="9525" cap="flat" cmpd="sng" algn="ctr">
                        <a:solidFill>
                          <a:srgbClr val="C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2" name="直接连接符 96">
                        <a:extLst>
                          <a:ext uri="{FF2B5EF4-FFF2-40B4-BE49-F238E27FC236}">
                            <a16:creationId xmlns:a16="http://schemas.microsoft.com/office/drawing/2014/main" id="{3E4843B7-481C-4650-5C38-F074C94419D0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 rot="16200000">
                        <a:off x="2938089" y="2244843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 w="9525" cap="flat" cmpd="sng" algn="ctr">
                        <a:solidFill>
                          <a:srgbClr val="C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grpSp>
                  <p:nvGrpSpPr>
                    <p:cNvPr id="26" name="组合 91">
                      <a:extLst>
                        <a:ext uri="{FF2B5EF4-FFF2-40B4-BE49-F238E27FC236}">
                          <a16:creationId xmlns:a16="http://schemas.microsoft.com/office/drawing/2014/main" id="{C6869F23-BCA4-78C9-CB3F-68F6903DAEA1}"/>
                        </a:ext>
                      </a:extLst>
                    </p:cNvPr>
                    <p:cNvGrpSpPr>
                      <a:grpSpLocks noGrp="1" noUngrp="1" noRot="1" noChangeAspect="1" noMove="1" noResize="1"/>
                    </p:cNvGrpSpPr>
                    <p:nvPr/>
                  </p:nvGrpSpPr>
                  <p:grpSpPr>
                    <a:xfrm rot="2700000">
                      <a:off x="7758539" y="4423973"/>
                      <a:ext cx="72000" cy="72000"/>
                      <a:chOff x="2940437" y="2216043"/>
                      <a:chExt cx="57600" cy="57600"/>
                    </a:xfrm>
                  </p:grpSpPr>
                  <p:cxnSp>
                    <p:nvCxnSpPr>
                      <p:cNvPr id="29" name="直接连接符 93">
                        <a:extLst>
                          <a:ext uri="{FF2B5EF4-FFF2-40B4-BE49-F238E27FC236}">
                            <a16:creationId xmlns:a16="http://schemas.microsoft.com/office/drawing/2014/main" id="{FAD58399-9D7A-D1BD-1728-56241B53801B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>
                        <a:off x="2940437" y="2245086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 w="9525" cap="flat" cmpd="sng" algn="ctr">
                        <a:solidFill>
                          <a:srgbClr val="C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0" name="直接连接符 96">
                        <a:extLst>
                          <a:ext uri="{FF2B5EF4-FFF2-40B4-BE49-F238E27FC236}">
                            <a16:creationId xmlns:a16="http://schemas.microsoft.com/office/drawing/2014/main" id="{18C88BA1-A849-CB7E-474A-6E41B52E82D1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 rot="16200000">
                        <a:off x="2938089" y="2244843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 w="9525" cap="flat" cmpd="sng" algn="ctr">
                        <a:solidFill>
                          <a:srgbClr val="C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grpSp>
                <p:nvGrpSpPr>
                  <p:cNvPr id="14" name="组合 91">
                    <a:extLst>
                      <a:ext uri="{FF2B5EF4-FFF2-40B4-BE49-F238E27FC236}">
                        <a16:creationId xmlns:a16="http://schemas.microsoft.com/office/drawing/2014/main" id="{EB6C1CC7-35AB-7B77-C0B3-EC6AA068E4F2}"/>
                      </a:ext>
                    </a:extLst>
                  </p:cNvPr>
                  <p:cNvGrpSpPr>
                    <a:grpSpLocks noGrp="1" noUngrp="1" noRot="1" noChangeAspect="1" noMove="1" noResize="1"/>
                  </p:cNvGrpSpPr>
                  <p:nvPr/>
                </p:nvGrpSpPr>
                <p:grpSpPr>
                  <a:xfrm rot="2700000">
                    <a:off x="7464228" y="2283525"/>
                    <a:ext cx="72000" cy="72000"/>
                    <a:chOff x="2940437" y="2216043"/>
                    <a:chExt cx="57600" cy="57600"/>
                  </a:xfrm>
                </p:grpSpPr>
                <p:cxnSp>
                  <p:nvCxnSpPr>
                    <p:cNvPr id="15" name="直接连接符 93">
                      <a:extLst>
                        <a:ext uri="{FF2B5EF4-FFF2-40B4-BE49-F238E27FC236}">
                          <a16:creationId xmlns:a16="http://schemas.microsoft.com/office/drawing/2014/main" id="{DA8EFD56-8F3A-A46F-7504-76FEB51A0991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>
                      <a:off x="2940437" y="2245086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5"/>
                      <a:srcRect/>
                      <a:tile tx="0" ty="0" sx="100000" sy="100000" flip="none" algn="tl"/>
                    </a:blipFill>
                    <a:ln w="952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16" name="直接连接符 96">
                      <a:extLst>
                        <a:ext uri="{FF2B5EF4-FFF2-40B4-BE49-F238E27FC236}">
                          <a16:creationId xmlns:a16="http://schemas.microsoft.com/office/drawing/2014/main" id="{DE048239-07C3-0B49-F6B5-CD06F34F83D6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 rot="16200000">
                      <a:off x="2938089" y="2244843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5"/>
                      <a:srcRect/>
                      <a:tile tx="0" ty="0" sx="100000" sy="100000" flip="none" algn="tl"/>
                    </a:blipFill>
                    <a:ln w="952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grpSp>
              <p:nvGrpSpPr>
                <p:cNvPr id="9" name="组合 8">
                  <a:extLst>
                    <a:ext uri="{FF2B5EF4-FFF2-40B4-BE49-F238E27FC236}">
                      <a16:creationId xmlns:a16="http://schemas.microsoft.com/office/drawing/2014/main" id="{CF62F3F0-E8A2-7954-1D43-3A19A39FF91B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7966102" y="2211676"/>
                  <a:ext cx="180000" cy="180000"/>
                  <a:chOff x="5984239" y="1248773"/>
                  <a:chExt cx="180000" cy="180000"/>
                </a:xfrm>
              </p:grpSpPr>
              <p:cxnSp>
                <p:nvCxnSpPr>
                  <p:cNvPr id="11" name="直接箭头连接符 10">
                    <a:extLst>
                      <a:ext uri="{FF2B5EF4-FFF2-40B4-BE49-F238E27FC236}">
                        <a16:creationId xmlns:a16="http://schemas.microsoft.com/office/drawing/2014/main" id="{B4E079F9-5228-96B3-4042-E0878DC38D8D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>
                  <a:xfrm flipV="1">
                    <a:off x="6011842" y="1248773"/>
                    <a:ext cx="0" cy="180000"/>
                  </a:xfrm>
                  <a:prstGeom prst="straightConnector1">
                    <a:avLst/>
                  </a:prstGeom>
                  <a:ln>
                    <a:solidFill>
                      <a:schemeClr val="accent5">
                        <a:lumMod val="75000"/>
                      </a:schemeClr>
                    </a:solidFill>
                    <a:headEnd type="none"/>
                    <a:tailEnd type="stealth" w="sm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直接箭头连接符 11">
                    <a:extLst>
                      <a:ext uri="{FF2B5EF4-FFF2-40B4-BE49-F238E27FC236}">
                        <a16:creationId xmlns:a16="http://schemas.microsoft.com/office/drawing/2014/main" id="{201727C1-EFA1-A6FD-1156-18CB66E10483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>
                  <a:xfrm rot="5400000" flipV="1">
                    <a:off x="6074239" y="1309058"/>
                    <a:ext cx="0" cy="180000"/>
                  </a:xfrm>
                  <a:prstGeom prst="straightConnector1">
                    <a:avLst/>
                  </a:prstGeom>
                  <a:ln>
                    <a:solidFill>
                      <a:schemeClr val="accent5">
                        <a:lumMod val="75000"/>
                      </a:schemeClr>
                    </a:solidFill>
                    <a:headEnd type="none"/>
                    <a:tailEnd type="stealth" w="sm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1A1BFE4F-C670-58E9-D1EB-99B475FC76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7629924" y="2577099"/>
                <a:ext cx="54000" cy="54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35C12B46-8408-1D5A-DA49-380AB0316C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7336702" y="4473989"/>
                <a:ext cx="54000" cy="54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08E77DBE-5A39-574D-184F-D5B36382D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7632083" y="4473546"/>
                <a:ext cx="54000" cy="54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BDE126B-7EC1-38DB-06D1-0324C9A063B1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530924" y="2605443"/>
                <a:ext cx="28886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Z2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5FB3770-34A1-9CF8-CE81-8F757CD0B53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526321" y="4497935"/>
                <a:ext cx="28886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Z4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7F856CB-20E9-2404-7C37-4D1609294F6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21620" y="4507032"/>
                <a:ext cx="28886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Z3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7736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表格 61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310108805"/>
              </p:ext>
            </p:extLst>
          </p:nvPr>
        </p:nvGraphicFramePr>
        <p:xfrm>
          <a:off x="257171" y="463089"/>
          <a:ext cx="8621975" cy="4549941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35552">
                  <a:extLst>
                    <a:ext uri="{9D8B030D-6E8A-4147-A177-3AD203B41FA5}">
                      <a16:colId xmlns:a16="http://schemas.microsoft.com/office/drawing/2014/main" val="4236030093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619850978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2640322272"/>
                    </a:ext>
                  </a:extLst>
                </a:gridCol>
                <a:gridCol w="443346">
                  <a:extLst>
                    <a:ext uri="{9D8B030D-6E8A-4147-A177-3AD203B41FA5}">
                      <a16:colId xmlns:a16="http://schemas.microsoft.com/office/drawing/2014/main" val="2786232687"/>
                    </a:ext>
                  </a:extLst>
                </a:gridCol>
                <a:gridCol w="408709">
                  <a:extLst>
                    <a:ext uri="{9D8B030D-6E8A-4147-A177-3AD203B41FA5}">
                      <a16:colId xmlns:a16="http://schemas.microsoft.com/office/drawing/2014/main" val="2009619367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3502324209"/>
                    </a:ext>
                  </a:extLst>
                </a:gridCol>
                <a:gridCol w="1323109">
                  <a:extLst>
                    <a:ext uri="{9D8B030D-6E8A-4147-A177-3AD203B41FA5}">
                      <a16:colId xmlns:a16="http://schemas.microsoft.com/office/drawing/2014/main" val="2829241829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1928049862"/>
                    </a:ext>
                  </a:extLst>
                </a:gridCol>
                <a:gridCol w="1115291">
                  <a:extLst>
                    <a:ext uri="{9D8B030D-6E8A-4147-A177-3AD203B41FA5}">
                      <a16:colId xmlns:a16="http://schemas.microsoft.com/office/drawing/2014/main" val="2750202667"/>
                    </a:ext>
                  </a:extLst>
                </a:gridCol>
                <a:gridCol w="1016695">
                  <a:extLst>
                    <a:ext uri="{9D8B030D-6E8A-4147-A177-3AD203B41FA5}">
                      <a16:colId xmlns:a16="http://schemas.microsoft.com/office/drawing/2014/main" val="3243284654"/>
                    </a:ext>
                  </a:extLst>
                </a:gridCol>
              </a:tblGrid>
              <a:tr h="1950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SPC Callout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Nominal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altLang="zh-CN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altLang="zh-CN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Measurement Method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Description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Fixture 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Drawing Location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Remark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61806"/>
                  </a:ext>
                </a:extLst>
              </a:tr>
              <a:tr h="1950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FAI01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9.35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-0.30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cs typeface="Calibri" panose="020F0502020204030204" pitchFamily="34" charset="0"/>
                          <a:sym typeface="Arial"/>
                        </a:rPr>
                        <a:t>Distance</a:t>
                      </a: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071259"/>
                  </a:ext>
                </a:extLst>
              </a:tr>
              <a:tr h="1950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FAI02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91.50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0.20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-0.20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cs typeface="Calibri" panose="020F0502020204030204" pitchFamily="34" charset="0"/>
                          <a:sym typeface="Arial"/>
                        </a:rPr>
                        <a:t>Length</a:t>
                      </a: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/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36053"/>
                  </a:ext>
                </a:extLst>
              </a:tr>
              <a:tr h="1950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FAI03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21.10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0.20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-0.20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cs typeface="Calibri" panose="020F0502020204030204" pitchFamily="34" charset="0"/>
                          <a:sym typeface="Arial"/>
                        </a:rPr>
                        <a:t>Width</a:t>
                      </a: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sz="70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W1,W2,W3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651783"/>
                  </a:ext>
                </a:extLst>
              </a:tr>
              <a:tr h="3757461">
                <a:tc gridSpan="6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65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en-US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58942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AE4C89D0-35E0-DBFD-2729-A4AF5CD3C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435" y="1619291"/>
            <a:ext cx="754253" cy="2988000"/>
          </a:xfrm>
          <a:prstGeom prst="rect">
            <a:avLst/>
          </a:prstGeom>
        </p:spPr>
      </p:pic>
      <p:sp>
        <p:nvSpPr>
          <p:cNvPr id="170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7175" y="18712"/>
            <a:ext cx="8621971" cy="39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Description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26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0526" y="1284290"/>
            <a:ext cx="3940175" cy="203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楷体" panose="02010609060101010101" pitchFamily="49" charset="-122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+mn-ea"/>
                <a:cs typeface="Times New Roman" panose="02020603050405020304" pitchFamily="18" charset="0"/>
                <a:sym typeface="Helvetica Neue"/>
              </a:rPr>
              <a:t>OMM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</a:rPr>
              <a:t>1x / </a:t>
            </a:r>
            <a:r>
              <a:rPr lang="en-US" altLang="zh-CN" sz="1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Ring Light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+mn-ea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Measurement Datum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 (</a:t>
            </a:r>
            <a:r>
              <a:rPr lang="zh-CN" altLang="en-US" sz="1000" dirty="0">
                <a:solidFill>
                  <a:srgbClr val="49433E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  <a:sym typeface="Helvetica Neue"/>
              </a:rPr>
              <a:t>测量基准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altLang="zh-CN" sz="1000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: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</a:rPr>
              <a:t>OMM Build Datum Alignment 1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cs typeface="Times New Roman" panose="02020603050405020304" pitchFamily="18" charset="0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Measurement description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楷体" panose="02010609060101010101" pitchFamily="49" charset="-122"/>
                <a:cs typeface="Times New Roman" panose="02020603050405020304" pitchFamily="18" charset="0"/>
                <a:sym typeface="Helvetica Neue"/>
              </a:rPr>
              <a:t>测量描述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altLang="zh-TW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新細明體" panose="02020500000000000000" pitchFamily="18" charset="-120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ts val="1100"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新細明體" panose="02020500000000000000" pitchFamily="18" charset="-120"/>
                <a:cs typeface="Times New Roman" panose="02020603050405020304" pitchFamily="18" charset="0"/>
                <a:sym typeface="Helvetica Neue"/>
              </a:rPr>
              <a:t>1).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X=0mm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的位置取点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P1, P6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2).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Y=-8.00mm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的位置取点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P2, P3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TW" sz="1000" dirty="0">
              <a:solidFill>
                <a:srgbClr val="0509BB"/>
              </a:solidFill>
              <a:latin typeface="+mj-lt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3).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Y=-45.75mm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的位置取点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P4, P5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TW" sz="1000" dirty="0">
              <a:solidFill>
                <a:srgbClr val="0509BB"/>
              </a:solidFill>
              <a:latin typeface="+mj-lt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4).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P6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轴座标值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+8.00mm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处取点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P7, P8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5).FAI01</a:t>
            </a:r>
            <a:r>
              <a:rPr lang="en-US" altLang="zh-TW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: 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输出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P1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Y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向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座标值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Times New Roman" panose="02020603050405020304" pitchFamily="18" charset="0"/>
                <a:sym typeface="Helvetica Neue"/>
              </a:rPr>
              <a:t>FAI0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宋体" panose="02010600030101010101" pitchFamily="2" charset="-122"/>
                <a:cs typeface="Times New Roman" panose="02020603050405020304" pitchFamily="18" charset="0"/>
                <a:sym typeface="Helvetica Neue"/>
              </a:rPr>
              <a:t>2: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P6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向座标值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CN" sz="1000" dirty="0">
              <a:solidFill>
                <a:srgbClr val="0509BB"/>
              </a:solidFill>
              <a:latin typeface="+mj-lt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FAI03-W1: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  <a:sym typeface="Helvetica Neue"/>
              </a:rPr>
              <a:t>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{P2&amp;P3}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向距离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CN" sz="1000" dirty="0">
              <a:solidFill>
                <a:srgbClr val="0509BB"/>
              </a:solidFill>
              <a:latin typeface="+mj-lt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FAI03-W2: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{P4&amp;P5}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向距离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CN" sz="1000" dirty="0">
              <a:solidFill>
                <a:srgbClr val="0509BB"/>
              </a:solidFill>
              <a:latin typeface="+mj-lt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FAI03-W3: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{P7&amp;P8}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cs typeface="Times New Roman" panose="02020603050405020304" pitchFamily="18" charset="0"/>
                <a:sym typeface="Helvetica Neue"/>
              </a:rPr>
              <a:t>向距离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cs typeface="Times New Roman" panose="02020603050405020304" pitchFamily="18" charset="0"/>
              <a:sym typeface="Helvetica Neue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727851"/>
              </p:ext>
            </p:extLst>
          </p:nvPr>
        </p:nvGraphicFramePr>
        <p:xfrm>
          <a:off x="3078215" y="1922906"/>
          <a:ext cx="1091887" cy="1498104"/>
        </p:xfrm>
        <a:graphic>
          <a:graphicData uri="http://schemas.openxmlformats.org/drawingml/2006/table">
            <a:tbl>
              <a:tblPr>
                <a:tableStyleId>{DBFE9BA8-BFAB-459D-AF89-4DFEDD522D4D}</a:tableStyleId>
              </a:tblPr>
              <a:tblGrid>
                <a:gridCol w="308180">
                  <a:extLst>
                    <a:ext uri="{9D8B030D-6E8A-4147-A177-3AD203B41FA5}">
                      <a16:colId xmlns:a16="http://schemas.microsoft.com/office/drawing/2014/main" val="2701361790"/>
                    </a:ext>
                  </a:extLst>
                </a:gridCol>
                <a:gridCol w="348877">
                  <a:extLst>
                    <a:ext uri="{9D8B030D-6E8A-4147-A177-3AD203B41FA5}">
                      <a16:colId xmlns:a16="http://schemas.microsoft.com/office/drawing/2014/main" val="926195165"/>
                    </a:ext>
                  </a:extLst>
                </a:gridCol>
                <a:gridCol w="434830">
                  <a:extLst>
                    <a:ext uri="{9D8B030D-6E8A-4147-A177-3AD203B41FA5}">
                      <a16:colId xmlns:a16="http://schemas.microsoft.com/office/drawing/2014/main" val="1403277513"/>
                    </a:ext>
                  </a:extLst>
                </a:gridCol>
              </a:tblGrid>
              <a:tr h="166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 dirty="0">
                          <a:effectLst/>
                        </a:rPr>
                        <a:t>POS</a:t>
                      </a: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0" i="1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1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1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969390225"/>
                  </a:ext>
                </a:extLst>
              </a:tr>
              <a:tr h="166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238730515"/>
                  </a:ext>
                </a:extLst>
              </a:tr>
              <a:tr h="166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-8.00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686500300"/>
                  </a:ext>
                </a:extLst>
              </a:tr>
              <a:tr h="166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-8.00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479545502"/>
                  </a:ext>
                </a:extLst>
              </a:tr>
              <a:tr h="166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-45.75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3990156512"/>
                  </a:ext>
                </a:extLst>
              </a:tr>
              <a:tr h="166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-45.75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4124989744"/>
                  </a:ext>
                </a:extLst>
              </a:tr>
              <a:tr h="166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P6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4231277208"/>
                  </a:ext>
                </a:extLst>
              </a:tr>
              <a:tr h="166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P7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P6.Y+8.00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1010637998"/>
                  </a:ext>
                </a:extLst>
              </a:tr>
              <a:tr h="1664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P8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P6.Y+8.00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1698717698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AE9559D7-BB76-1632-D3A4-F7EB746E052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381671" y="1443299"/>
            <a:ext cx="4407262" cy="3472027"/>
            <a:chOff x="4381671" y="1443299"/>
            <a:chExt cx="4407262" cy="3472027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11C2985-90CA-8332-DBF9-E30A92B1EDA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416583" y="1620165"/>
              <a:ext cx="2817164" cy="3099972"/>
              <a:chOff x="4588033" y="1620165"/>
              <a:chExt cx="2817164" cy="3099972"/>
            </a:xfrm>
          </p:grpSpPr>
          <p:pic>
            <p:nvPicPr>
              <p:cNvPr id="68" name="图片 67">
                <a:extLst>
                  <a:ext uri="{FF2B5EF4-FFF2-40B4-BE49-F238E27FC236}">
                    <a16:creationId xmlns:a16="http://schemas.microsoft.com/office/drawing/2014/main" id="{0575A600-F0B8-5496-B06B-945E460E97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4"/>
              <a:srcRect t="891" b="-1"/>
              <a:stretch/>
            </p:blipFill>
            <p:spPr>
              <a:xfrm>
                <a:off x="4610158" y="1626003"/>
                <a:ext cx="1472677" cy="3060000"/>
              </a:xfrm>
              <a:prstGeom prst="rect">
                <a:avLst/>
              </a:prstGeom>
            </p:spPr>
          </p:pic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21C4EAEF-AC13-0341-6514-4C00776C0A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9493" y="1620165"/>
                <a:ext cx="1225704" cy="2988000"/>
              </a:xfrm>
              <a:prstGeom prst="rect">
                <a:avLst/>
              </a:prstGeom>
            </p:spPr>
          </p:pic>
          <p:pic>
            <p:nvPicPr>
              <p:cNvPr id="70" name="图片 69">
                <a:extLst>
                  <a:ext uri="{FF2B5EF4-FFF2-40B4-BE49-F238E27FC236}">
                    <a16:creationId xmlns:a16="http://schemas.microsoft.com/office/drawing/2014/main" id="{3546B1FA-AB89-FDB3-7C2C-43D4309206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88033" y="4378137"/>
                <a:ext cx="404182" cy="342000"/>
              </a:xfrm>
              <a:prstGeom prst="rect">
                <a:avLst/>
              </a:prstGeom>
            </p:spPr>
          </p:pic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0955E3D-A0DA-F316-1C3F-D02DDD38D1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622315" y="1752982"/>
              <a:ext cx="1166618" cy="3162344"/>
              <a:chOff x="7622315" y="1752982"/>
              <a:chExt cx="1166618" cy="3162344"/>
            </a:xfrm>
          </p:grpSpPr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30BF9D4D-8167-6F44-FC99-41E98F4CC8F0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7622315" y="1752982"/>
                <a:ext cx="1152500" cy="3162344"/>
                <a:chOff x="7622315" y="1752982"/>
                <a:chExt cx="1152500" cy="3162344"/>
              </a:xfrm>
            </p:grpSpPr>
            <p:grpSp>
              <p:nvGrpSpPr>
                <p:cNvPr id="56" name="组合 55">
                  <a:extLst>
                    <a:ext uri="{FF2B5EF4-FFF2-40B4-BE49-F238E27FC236}">
                      <a16:creationId xmlns:a16="http://schemas.microsoft.com/office/drawing/2014/main" id="{2328B017-652A-5AF2-BA4F-7EBE5A44452F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7622315" y="2053843"/>
                  <a:ext cx="1152500" cy="2861483"/>
                  <a:chOff x="7622315" y="2053843"/>
                  <a:chExt cx="1152500" cy="2861483"/>
                </a:xfrm>
              </p:grpSpPr>
              <p:grpSp>
                <p:nvGrpSpPr>
                  <p:cNvPr id="61" name="组合 60">
                    <a:extLst>
                      <a:ext uri="{FF2B5EF4-FFF2-40B4-BE49-F238E27FC236}">
                        <a16:creationId xmlns:a16="http://schemas.microsoft.com/office/drawing/2014/main" id="{BC68BD80-C2E6-05B8-C03A-99EAFAEE68EB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7622315" y="2053843"/>
                    <a:ext cx="1152500" cy="2254373"/>
                    <a:chOff x="6492015" y="2479645"/>
                    <a:chExt cx="1065167" cy="2083546"/>
                  </a:xfrm>
                </p:grpSpPr>
                <p:sp>
                  <p:nvSpPr>
                    <p:cNvPr id="64" name="文本框 63">
                      <a:extLst>
                        <a:ext uri="{FF2B5EF4-FFF2-40B4-BE49-F238E27FC236}">
                          <a16:creationId xmlns:a16="http://schemas.microsoft.com/office/drawing/2014/main" id="{7949D47B-5027-1023-5FA4-CA8AA82A5D28}"/>
                        </a:ext>
                      </a:extLst>
                    </p:cNvPr>
                    <p:cNvSpPr txBox="1"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6498365" y="2479645"/>
                      <a:ext cx="271417" cy="1848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700" dirty="0">
                          <a:solidFill>
                            <a:srgbClr val="0509BB"/>
                          </a:solidFill>
                        </a:rPr>
                        <a:t>P2</a:t>
                      </a:r>
                      <a:endParaRPr lang="zh-CN" altLang="en-US" sz="700" dirty="0">
                        <a:solidFill>
                          <a:srgbClr val="0509BB"/>
                        </a:solidFill>
                      </a:endParaRPr>
                    </a:p>
                  </p:txBody>
                </p:sp>
                <p:sp>
                  <p:nvSpPr>
                    <p:cNvPr id="65" name="文本框 64">
                      <a:extLst>
                        <a:ext uri="{FF2B5EF4-FFF2-40B4-BE49-F238E27FC236}">
                          <a16:creationId xmlns:a16="http://schemas.microsoft.com/office/drawing/2014/main" id="{9DED8BCB-2886-78B4-935C-6C97568210FB}"/>
                        </a:ext>
                      </a:extLst>
                    </p:cNvPr>
                    <p:cNvSpPr txBox="1"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7279415" y="2479645"/>
                      <a:ext cx="271417" cy="1848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700" dirty="0">
                          <a:solidFill>
                            <a:srgbClr val="0509BB"/>
                          </a:solidFill>
                        </a:rPr>
                        <a:t>P3</a:t>
                      </a:r>
                      <a:endParaRPr lang="zh-CN" altLang="en-US" sz="700" dirty="0">
                        <a:solidFill>
                          <a:srgbClr val="0509BB"/>
                        </a:solidFill>
                      </a:endParaRPr>
                    </a:p>
                  </p:txBody>
                </p:sp>
                <p:sp>
                  <p:nvSpPr>
                    <p:cNvPr id="66" name="文本框 65">
                      <a:extLst>
                        <a:ext uri="{FF2B5EF4-FFF2-40B4-BE49-F238E27FC236}">
                          <a16:creationId xmlns:a16="http://schemas.microsoft.com/office/drawing/2014/main" id="{16A1DA5C-3613-66F2-5E98-E7150A7F0F6A}"/>
                        </a:ext>
                      </a:extLst>
                    </p:cNvPr>
                    <p:cNvSpPr txBox="1"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7285765" y="4378295"/>
                      <a:ext cx="271417" cy="1848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700" dirty="0">
                          <a:solidFill>
                            <a:srgbClr val="0509BB"/>
                          </a:solidFill>
                        </a:rPr>
                        <a:t>P8</a:t>
                      </a:r>
                      <a:endParaRPr lang="zh-CN" altLang="en-US" sz="700" dirty="0">
                        <a:solidFill>
                          <a:srgbClr val="0509BB"/>
                        </a:solidFill>
                      </a:endParaRPr>
                    </a:p>
                  </p:txBody>
                </p:sp>
                <p:sp>
                  <p:nvSpPr>
                    <p:cNvPr id="67" name="文本框 66">
                      <a:extLst>
                        <a:ext uri="{FF2B5EF4-FFF2-40B4-BE49-F238E27FC236}">
                          <a16:creationId xmlns:a16="http://schemas.microsoft.com/office/drawing/2014/main" id="{5F8A9D59-425A-F084-D729-D7C8EFEA1A4E}"/>
                        </a:ext>
                      </a:extLst>
                    </p:cNvPr>
                    <p:cNvSpPr txBox="1"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6492015" y="4378294"/>
                      <a:ext cx="271417" cy="1848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700" dirty="0">
                          <a:solidFill>
                            <a:srgbClr val="0509BB"/>
                          </a:solidFill>
                        </a:rPr>
                        <a:t>P7</a:t>
                      </a:r>
                      <a:endParaRPr lang="zh-CN" altLang="en-US" sz="700" dirty="0">
                        <a:solidFill>
                          <a:srgbClr val="0509BB"/>
                        </a:solidFill>
                      </a:endParaRPr>
                    </a:p>
                  </p:txBody>
                </p:sp>
              </p:grpSp>
              <p:sp>
                <p:nvSpPr>
                  <p:cNvPr id="63" name="TextBox 68">
                    <a:extLst>
                      <a:ext uri="{FF2B5EF4-FFF2-40B4-BE49-F238E27FC236}">
                        <a16:creationId xmlns:a16="http://schemas.microsoft.com/office/drawing/2014/main" id="{3BA5DF57-C44C-71D6-13B2-E97EE95ABC5D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8084588" y="4765472"/>
                    <a:ext cx="265774" cy="1498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lang="en-US" altLang="zh-CN" sz="900" dirty="0">
                        <a:solidFill>
                          <a:srgbClr val="0509BB"/>
                        </a:solidFill>
                      </a:rPr>
                      <a:t>(</a:t>
                    </a:r>
                    <a:r>
                      <a:rPr lang="zh-CN" altLang="en-US" sz="900" dirty="0">
                        <a:solidFill>
                          <a:srgbClr val="0509BB"/>
                        </a:solidFill>
                      </a:rPr>
                      <a:t>图</a:t>
                    </a:r>
                    <a:r>
                      <a:rPr lang="en-US" altLang="zh-CN" sz="900" dirty="0">
                        <a:solidFill>
                          <a:srgbClr val="0509BB"/>
                        </a:solidFill>
                      </a:rPr>
                      <a:t>1</a:t>
                    </a:r>
                    <a:r>
                      <a: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)</a:t>
                    </a:r>
                    <a:endPara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</p:grpSp>
            <p:grpSp>
              <p:nvGrpSpPr>
                <p:cNvPr id="57" name="组合 56">
                  <a:extLst>
                    <a:ext uri="{FF2B5EF4-FFF2-40B4-BE49-F238E27FC236}">
                      <a16:creationId xmlns:a16="http://schemas.microsoft.com/office/drawing/2014/main" id="{73D2B49A-F3CD-A495-1343-5A4A3D1A41D7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8156428" y="1752982"/>
                  <a:ext cx="180000" cy="180000"/>
                  <a:chOff x="5984239" y="1253536"/>
                  <a:chExt cx="180000" cy="180000"/>
                </a:xfrm>
              </p:grpSpPr>
              <p:cxnSp>
                <p:nvCxnSpPr>
                  <p:cNvPr id="58" name="直接箭头连接符 57">
                    <a:extLst>
                      <a:ext uri="{FF2B5EF4-FFF2-40B4-BE49-F238E27FC236}">
                        <a16:creationId xmlns:a16="http://schemas.microsoft.com/office/drawing/2014/main" id="{7AB2C49A-6475-E8BC-9A84-AB9B02D654DC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>
                  <a:xfrm flipV="1">
                    <a:off x="6011842" y="1253536"/>
                    <a:ext cx="0" cy="180000"/>
                  </a:xfrm>
                  <a:prstGeom prst="straightConnector1">
                    <a:avLst/>
                  </a:prstGeom>
                  <a:ln>
                    <a:solidFill>
                      <a:schemeClr val="accent5">
                        <a:lumMod val="75000"/>
                      </a:schemeClr>
                    </a:solidFill>
                    <a:headEnd type="none"/>
                    <a:tailEnd type="stealth" w="sm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接箭头连接符 58">
                    <a:extLst>
                      <a:ext uri="{FF2B5EF4-FFF2-40B4-BE49-F238E27FC236}">
                        <a16:creationId xmlns:a16="http://schemas.microsoft.com/office/drawing/2014/main" id="{B536DA0F-62D0-6FAC-8ECE-A5369A905D53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>
                  <a:xfrm rot="5400000" flipV="1">
                    <a:off x="6074239" y="1320696"/>
                    <a:ext cx="0" cy="180000"/>
                  </a:xfrm>
                  <a:prstGeom prst="straightConnector1">
                    <a:avLst/>
                  </a:prstGeom>
                  <a:ln>
                    <a:solidFill>
                      <a:schemeClr val="accent5">
                        <a:lumMod val="75000"/>
                      </a:schemeClr>
                    </a:solidFill>
                    <a:headEnd type="none"/>
                    <a:tailEnd type="stealth" w="sm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E1CC742-A3F8-5692-812F-C7E432E6A53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46604" y="3118582"/>
                <a:ext cx="2936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P4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2AF4ED4-EFF9-5BCD-8C1A-A0D069E3DE0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495263" y="3107411"/>
                <a:ext cx="2936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P5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BA173EC-0E53-1D65-7175-10CAAEFFE5A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061804" y="4521308"/>
                <a:ext cx="2936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P6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</p:grpSp>
        <p:grpSp>
          <p:nvGrpSpPr>
            <p:cNvPr id="14" name="组合 91">
              <a:extLst>
                <a:ext uri="{FF2B5EF4-FFF2-40B4-BE49-F238E27FC236}">
                  <a16:creationId xmlns:a16="http://schemas.microsoft.com/office/drawing/2014/main" id="{C1B02F0D-E3CF-7C56-F30E-43193FBAB95F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859364" y="2128653"/>
              <a:ext cx="77903" cy="77903"/>
              <a:chOff x="2940437" y="2216043"/>
              <a:chExt cx="57600" cy="57600"/>
            </a:xfrm>
          </p:grpSpPr>
          <p:cxnSp>
            <p:nvCxnSpPr>
              <p:cNvPr id="48" name="直接连接符 93">
                <a:extLst>
                  <a:ext uri="{FF2B5EF4-FFF2-40B4-BE49-F238E27FC236}">
                    <a16:creationId xmlns:a16="http://schemas.microsoft.com/office/drawing/2014/main" id="{155DBEFA-5220-20D1-DF31-31C44A5EC70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9" name="直接连接符 96">
                <a:extLst>
                  <a:ext uri="{FF2B5EF4-FFF2-40B4-BE49-F238E27FC236}">
                    <a16:creationId xmlns:a16="http://schemas.microsoft.com/office/drawing/2014/main" id="{CACFB0E4-A15F-00FA-070E-CD726E8FE63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" name="组合 91">
              <a:extLst>
                <a:ext uri="{FF2B5EF4-FFF2-40B4-BE49-F238E27FC236}">
                  <a16:creationId xmlns:a16="http://schemas.microsoft.com/office/drawing/2014/main" id="{A6D63217-4018-A7A7-37AB-EBBBC20D50CE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8470804" y="2121829"/>
              <a:ext cx="77903" cy="77903"/>
              <a:chOff x="2940437" y="2216043"/>
              <a:chExt cx="57600" cy="57600"/>
            </a:xfrm>
          </p:grpSpPr>
          <p:cxnSp>
            <p:nvCxnSpPr>
              <p:cNvPr id="41" name="直接连接符 93">
                <a:extLst>
                  <a:ext uri="{FF2B5EF4-FFF2-40B4-BE49-F238E27FC236}">
                    <a16:creationId xmlns:a16="http://schemas.microsoft.com/office/drawing/2014/main" id="{CE25C798-A9F3-9722-3C65-FA1C7B751F8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2" name="直接连接符 96">
                <a:extLst>
                  <a:ext uri="{FF2B5EF4-FFF2-40B4-BE49-F238E27FC236}">
                    <a16:creationId xmlns:a16="http://schemas.microsoft.com/office/drawing/2014/main" id="{569946EA-5F6D-C684-5901-D22B025B6B9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6" name="组合 91">
              <a:extLst>
                <a:ext uri="{FF2B5EF4-FFF2-40B4-BE49-F238E27FC236}">
                  <a16:creationId xmlns:a16="http://schemas.microsoft.com/office/drawing/2014/main" id="{4AA869AD-E451-2AB3-557B-EDE4CD7FF763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859070" y="4083467"/>
              <a:ext cx="77903" cy="77903"/>
              <a:chOff x="2940437" y="2216043"/>
              <a:chExt cx="57600" cy="57600"/>
            </a:xfrm>
          </p:grpSpPr>
          <p:cxnSp>
            <p:nvCxnSpPr>
              <p:cNvPr id="38" name="直接连接符 93">
                <a:extLst>
                  <a:ext uri="{FF2B5EF4-FFF2-40B4-BE49-F238E27FC236}">
                    <a16:creationId xmlns:a16="http://schemas.microsoft.com/office/drawing/2014/main" id="{6344707D-9544-94A8-BEA0-6072586A21E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" name="直接连接符 96">
                <a:extLst>
                  <a:ext uri="{FF2B5EF4-FFF2-40B4-BE49-F238E27FC236}">
                    <a16:creationId xmlns:a16="http://schemas.microsoft.com/office/drawing/2014/main" id="{BF9ACB47-ED5E-FDAA-CF8E-F5A6268D78A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7" name="组合 91">
              <a:extLst>
                <a:ext uri="{FF2B5EF4-FFF2-40B4-BE49-F238E27FC236}">
                  <a16:creationId xmlns:a16="http://schemas.microsoft.com/office/drawing/2014/main" id="{D653B3E2-CE36-321D-C677-642F9F04D948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8470510" y="4089817"/>
              <a:ext cx="77903" cy="77903"/>
              <a:chOff x="2940437" y="2216043"/>
              <a:chExt cx="57600" cy="57600"/>
            </a:xfrm>
          </p:grpSpPr>
          <p:cxnSp>
            <p:nvCxnSpPr>
              <p:cNvPr id="36" name="直接连接符 93">
                <a:extLst>
                  <a:ext uri="{FF2B5EF4-FFF2-40B4-BE49-F238E27FC236}">
                    <a16:creationId xmlns:a16="http://schemas.microsoft.com/office/drawing/2014/main" id="{4359D5F5-DD3B-76D5-51C1-E7FF044B5E9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" name="直接连接符 96">
                <a:extLst>
                  <a:ext uri="{FF2B5EF4-FFF2-40B4-BE49-F238E27FC236}">
                    <a16:creationId xmlns:a16="http://schemas.microsoft.com/office/drawing/2014/main" id="{6B7C724B-9ED0-9EEC-A0A2-C76EDE2D9A2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8" name="直接连接符 93">
              <a:extLst>
                <a:ext uri="{FF2B5EF4-FFF2-40B4-BE49-F238E27FC236}">
                  <a16:creationId xmlns:a16="http://schemas.microsoft.com/office/drawing/2014/main" id="{FA0D961F-C347-3B52-AF3E-61D7CA6EB2F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rot="2700000">
              <a:off x="8159186" y="1643049"/>
              <a:ext cx="72000" cy="0"/>
            </a:xfrm>
            <a:prstGeom prst="line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9" name="直接连接符 96">
              <a:extLst>
                <a:ext uri="{FF2B5EF4-FFF2-40B4-BE49-F238E27FC236}">
                  <a16:creationId xmlns:a16="http://schemas.microsoft.com/office/drawing/2014/main" id="{5266E8CE-8E0E-0439-B3D5-A4BEFDB3AE8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rot="18900000">
              <a:off x="8157326" y="1640759"/>
              <a:ext cx="72000" cy="0"/>
            </a:xfrm>
            <a:prstGeom prst="line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93">
              <a:extLst>
                <a:ext uri="{FF2B5EF4-FFF2-40B4-BE49-F238E27FC236}">
                  <a16:creationId xmlns:a16="http://schemas.microsoft.com/office/drawing/2014/main" id="{ECACD713-22A2-3DBA-1A2E-7AA87204B1C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rot="2700000">
              <a:off x="8168711" y="4529124"/>
              <a:ext cx="72000" cy="0"/>
            </a:xfrm>
            <a:prstGeom prst="line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1" name="直接连接符 96">
              <a:extLst>
                <a:ext uri="{FF2B5EF4-FFF2-40B4-BE49-F238E27FC236}">
                  <a16:creationId xmlns:a16="http://schemas.microsoft.com/office/drawing/2014/main" id="{B77A31C6-D9DA-694B-9C4C-51CFC01119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rot="18900000">
              <a:off x="8166851" y="4526834"/>
              <a:ext cx="72000" cy="0"/>
            </a:xfrm>
            <a:prstGeom prst="line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grpSp>
          <p:nvGrpSpPr>
            <p:cNvPr id="22" name="组合 91">
              <a:extLst>
                <a:ext uri="{FF2B5EF4-FFF2-40B4-BE49-F238E27FC236}">
                  <a16:creationId xmlns:a16="http://schemas.microsoft.com/office/drawing/2014/main" id="{7954563F-51A5-AA72-D346-A60AF0DC0CCE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865759" y="3183470"/>
              <a:ext cx="72000" cy="72000"/>
              <a:chOff x="2940437" y="2216043"/>
              <a:chExt cx="57600" cy="57600"/>
            </a:xfrm>
          </p:grpSpPr>
          <p:cxnSp>
            <p:nvCxnSpPr>
              <p:cNvPr id="34" name="直接连接符 93">
                <a:extLst>
                  <a:ext uri="{FF2B5EF4-FFF2-40B4-BE49-F238E27FC236}">
                    <a16:creationId xmlns:a16="http://schemas.microsoft.com/office/drawing/2014/main" id="{599A10FF-A93B-EFF9-6E95-292A534D44E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96">
                <a:extLst>
                  <a:ext uri="{FF2B5EF4-FFF2-40B4-BE49-F238E27FC236}">
                    <a16:creationId xmlns:a16="http://schemas.microsoft.com/office/drawing/2014/main" id="{E59AF3E2-4949-8CC9-3A24-988AE83F65C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3" name="组合 91">
              <a:extLst>
                <a:ext uri="{FF2B5EF4-FFF2-40B4-BE49-F238E27FC236}">
                  <a16:creationId xmlns:a16="http://schemas.microsoft.com/office/drawing/2014/main" id="{0EC4F396-BEBB-C299-F65A-BF36C6056EB8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8470976" y="3173514"/>
              <a:ext cx="72000" cy="72000"/>
              <a:chOff x="2940437" y="2216043"/>
              <a:chExt cx="57600" cy="57600"/>
            </a:xfrm>
          </p:grpSpPr>
          <p:cxnSp>
            <p:nvCxnSpPr>
              <p:cNvPr id="32" name="直接连接符 93">
                <a:extLst>
                  <a:ext uri="{FF2B5EF4-FFF2-40B4-BE49-F238E27FC236}">
                    <a16:creationId xmlns:a16="http://schemas.microsoft.com/office/drawing/2014/main" id="{0794C42F-075D-20A4-7180-3F05CBB0A48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3" name="直接连接符 96">
                <a:extLst>
                  <a:ext uri="{FF2B5EF4-FFF2-40B4-BE49-F238E27FC236}">
                    <a16:creationId xmlns:a16="http://schemas.microsoft.com/office/drawing/2014/main" id="{01E3A891-CA4A-E215-FB37-11B0421284E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7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BDEBDB7-ED71-9900-44F9-2FD6900C590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55957" y="1443299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P1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7461F45-6B6F-4666-345A-2EE3153AFA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83147" y="1809644"/>
              <a:ext cx="476513" cy="56166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A2C7725-3083-05DC-7F7F-6344F0D660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76136" y="3245549"/>
              <a:ext cx="369225" cy="56166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880E0AF-C0B8-0D5D-9069-E28F700A44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81671" y="4267344"/>
              <a:ext cx="476513" cy="56166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8682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表格 61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69476862"/>
              </p:ext>
            </p:extLst>
          </p:nvPr>
        </p:nvGraphicFramePr>
        <p:xfrm>
          <a:off x="257171" y="463090"/>
          <a:ext cx="8621975" cy="4561935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35552">
                  <a:extLst>
                    <a:ext uri="{9D8B030D-6E8A-4147-A177-3AD203B41FA5}">
                      <a16:colId xmlns:a16="http://schemas.microsoft.com/office/drawing/2014/main" val="4236030093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619850978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2640322272"/>
                    </a:ext>
                  </a:extLst>
                </a:gridCol>
                <a:gridCol w="443346">
                  <a:extLst>
                    <a:ext uri="{9D8B030D-6E8A-4147-A177-3AD203B41FA5}">
                      <a16:colId xmlns:a16="http://schemas.microsoft.com/office/drawing/2014/main" val="2786232687"/>
                    </a:ext>
                  </a:extLst>
                </a:gridCol>
                <a:gridCol w="408709">
                  <a:extLst>
                    <a:ext uri="{9D8B030D-6E8A-4147-A177-3AD203B41FA5}">
                      <a16:colId xmlns:a16="http://schemas.microsoft.com/office/drawing/2014/main" val="2009619367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3502324209"/>
                    </a:ext>
                  </a:extLst>
                </a:gridCol>
                <a:gridCol w="1323109">
                  <a:extLst>
                    <a:ext uri="{9D8B030D-6E8A-4147-A177-3AD203B41FA5}">
                      <a16:colId xmlns:a16="http://schemas.microsoft.com/office/drawing/2014/main" val="2829241829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1928049862"/>
                    </a:ext>
                  </a:extLst>
                </a:gridCol>
                <a:gridCol w="1115291">
                  <a:extLst>
                    <a:ext uri="{9D8B030D-6E8A-4147-A177-3AD203B41FA5}">
                      <a16:colId xmlns:a16="http://schemas.microsoft.com/office/drawing/2014/main" val="2750202667"/>
                    </a:ext>
                  </a:extLst>
                </a:gridCol>
                <a:gridCol w="1016695">
                  <a:extLst>
                    <a:ext uri="{9D8B030D-6E8A-4147-A177-3AD203B41FA5}">
                      <a16:colId xmlns:a16="http://schemas.microsoft.com/office/drawing/2014/main" val="3243284654"/>
                    </a:ext>
                  </a:extLst>
                </a:gridCol>
              </a:tblGrid>
              <a:tr h="1489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SPC Callout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Nominal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altLang="zh-CN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altLang="zh-CN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Measurement Method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Description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Fixture 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Drawing Location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Remark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61806"/>
                  </a:ext>
                </a:extLst>
              </a:tr>
              <a:tr h="1501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FAI06-1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0.05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cs typeface="Calibri" panose="020F0502020204030204" pitchFamily="34" charset="0"/>
                          <a:sym typeface="Arial"/>
                        </a:rPr>
                        <a:t>STEP</a:t>
                      </a: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S2~S10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071259"/>
                  </a:ext>
                </a:extLst>
              </a:tr>
              <a:tr h="158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FAI06-2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0.00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STEP</a:t>
                      </a:r>
                      <a:endParaRPr kumimoji="0" lang="en-US" altLang="zh-CN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j-lt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/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S1,S11,S12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36053"/>
                  </a:ext>
                </a:extLst>
              </a:tr>
              <a:tr h="1281568">
                <a:tc gridSpan="6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65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en-US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58942"/>
                  </a:ext>
                </a:extLst>
              </a:tr>
            </a:tbl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67602D9C-1051-716F-D6CB-0D0ACE8FD2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635" y="1652129"/>
            <a:ext cx="754253" cy="2988000"/>
          </a:xfrm>
          <a:prstGeom prst="rect">
            <a:avLst/>
          </a:prstGeom>
        </p:spPr>
      </p:pic>
      <p:sp>
        <p:nvSpPr>
          <p:cNvPr id="170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7175" y="18712"/>
            <a:ext cx="8621971" cy="39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Description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26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8924" y="1084265"/>
            <a:ext cx="3940175" cy="181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Measurement equipment(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测量设备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):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OMM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):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x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 / Ring Light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Arial" panose="020B0604020202020204" pitchFamily="34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Measurement Datum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 (</a:t>
            </a:r>
            <a:r>
              <a:rPr lang="zh-CN" altLang="en-US" sz="1000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测量基准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)</a:t>
            </a:r>
            <a:r>
              <a:rPr lang="en-US" altLang="zh-CN" sz="1000" b="1" dirty="0">
                <a:solidFill>
                  <a:schemeClr val="bg2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OMM Build Datum Alignment 1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Arial" panose="020B0604020202020204" pitchFamily="34" charset="0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Measurement description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测量描述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):</a:t>
            </a:r>
            <a:r>
              <a:rPr kumimoji="0" lang="en-US" altLang="zh-TW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1.1).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如下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S2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处取点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P1, P2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。 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Arial" panose="020B0604020202020204" pitchFamily="34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1.2).</a:t>
            </a: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FAI06-1-S2: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{P1&amp;P2}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向距离。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Arial" panose="020B0604020202020204" pitchFamily="34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1.3).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用相同方法测量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S3, S4, S6, S8~S10, S1, S11, S12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的位置。 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Arial" panose="020B0604020202020204" pitchFamily="34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2.1).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将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S4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设为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S6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设为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OMM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基准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旋转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45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</a:rPr>
              <a:t>度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在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Arial" panose="020B0604020202020204" pitchFamily="34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S5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处取点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P3, P4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 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Arial" panose="020B0604020202020204" pitchFamily="34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2.2).</a:t>
            </a: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FAI06-1-S5: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{P3&amp;P4}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向距离。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Arial" panose="020B0604020202020204" pitchFamily="34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2.3).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用相同方法测量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S7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Arial" panose="020B0604020202020204" pitchFamily="34" charset="0"/>
                <a:sym typeface="Helvetica Neue"/>
              </a:rPr>
              <a:t>的位置。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922467A5-0C66-7EB1-53C2-5BE6A4CC3B9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812064" y="1545972"/>
            <a:ext cx="2585594" cy="3114000"/>
            <a:chOff x="3388976" y="1545972"/>
            <a:chExt cx="2585594" cy="3114000"/>
          </a:xfrm>
        </p:grpSpPr>
        <p:pic>
          <p:nvPicPr>
            <p:cNvPr id="115" name="图片 114">
              <a:extLst>
                <a:ext uri="{FF2B5EF4-FFF2-40B4-BE49-F238E27FC236}">
                  <a16:creationId xmlns:a16="http://schemas.microsoft.com/office/drawing/2014/main" id="{05627302-1BF0-D998-8386-94AEB55E30F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8011" y="1545972"/>
              <a:ext cx="1226559" cy="3114000"/>
            </a:xfrm>
            <a:prstGeom prst="rect">
              <a:avLst/>
            </a:prstGeom>
          </p:spPr>
        </p:pic>
        <p:pic>
          <p:nvPicPr>
            <p:cNvPr id="218" name="图片 217">
              <a:extLst>
                <a:ext uri="{FF2B5EF4-FFF2-40B4-BE49-F238E27FC236}">
                  <a16:creationId xmlns:a16="http://schemas.microsoft.com/office/drawing/2014/main" id="{828FA977-2CD4-6A13-B414-BCC3EE34F9C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/>
            <a:srcRect t="-99" b="1939"/>
            <a:stretch/>
          </p:blipFill>
          <p:spPr>
            <a:xfrm>
              <a:off x="3388976" y="1655605"/>
              <a:ext cx="1178555" cy="2897673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4D89674-E249-9CE0-3118-D3100D3B86D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442559" y="1244834"/>
            <a:ext cx="2363855" cy="3677882"/>
            <a:chOff x="6442559" y="1244834"/>
            <a:chExt cx="2363855" cy="3677882"/>
          </a:xfrm>
        </p:grpSpPr>
        <p:pic>
          <p:nvPicPr>
            <p:cNvPr id="196" name="图片 195">
              <a:extLst>
                <a:ext uri="{FF2B5EF4-FFF2-40B4-BE49-F238E27FC236}">
                  <a16:creationId xmlns:a16="http://schemas.microsoft.com/office/drawing/2014/main" id="{770D6D0A-C7C0-0C8E-4B27-B73BDBB70C3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6"/>
            <a:srcRect l="18184" t="41168" r="39976" b="16622"/>
            <a:stretch/>
          </p:blipFill>
          <p:spPr>
            <a:xfrm>
              <a:off x="7856846" y="3777907"/>
              <a:ext cx="940978" cy="902503"/>
            </a:xfrm>
            <a:prstGeom prst="rect">
              <a:avLst/>
            </a:prstGeom>
            <a:ln w="3175">
              <a:solidFill>
                <a:schemeClr val="tx1">
                  <a:lumMod val="20000"/>
                  <a:lumOff val="80000"/>
                </a:schemeClr>
              </a:solidFill>
            </a:ln>
          </p:spPr>
        </p:pic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9A794244-ECF3-A3DA-C32A-E3A0D15D259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682141" y="1244834"/>
              <a:ext cx="1115683" cy="1041034"/>
              <a:chOff x="7593429" y="1244834"/>
              <a:chExt cx="1115683" cy="1041034"/>
            </a:xfrm>
          </p:grpSpPr>
          <p:pic>
            <p:nvPicPr>
              <p:cNvPr id="147" name="图片 146">
                <a:extLst>
                  <a:ext uri="{FF2B5EF4-FFF2-40B4-BE49-F238E27FC236}">
                    <a16:creationId xmlns:a16="http://schemas.microsoft.com/office/drawing/2014/main" id="{56CA8F10-05C1-7DFD-AC50-34A12F38F3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7"/>
              <a:srcRect b="3608"/>
              <a:stretch/>
            </p:blipFill>
            <p:spPr>
              <a:xfrm>
                <a:off x="7593429" y="1244834"/>
                <a:ext cx="1115683" cy="1041034"/>
              </a:xfrm>
              <a:prstGeom prst="rect">
                <a:avLst/>
              </a:prstGeom>
              <a:ln w="3175"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</p:pic>
          <p:grpSp>
            <p:nvGrpSpPr>
              <p:cNvPr id="176" name="组合 91">
                <a:extLst>
                  <a:ext uri="{FF2B5EF4-FFF2-40B4-BE49-F238E27FC236}">
                    <a16:creationId xmlns:a16="http://schemas.microsoft.com/office/drawing/2014/main" id="{22F6C9B9-E3A9-7ED8-B688-868E480B2BCC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 rot="2700000">
                <a:off x="8082559" y="1726364"/>
                <a:ext cx="57600" cy="57600"/>
                <a:chOff x="2940437" y="2216043"/>
                <a:chExt cx="57600" cy="57600"/>
              </a:xfrm>
            </p:grpSpPr>
            <p:cxnSp>
              <p:nvCxnSpPr>
                <p:cNvPr id="177" name="直接连接符 93">
                  <a:extLst>
                    <a:ext uri="{FF2B5EF4-FFF2-40B4-BE49-F238E27FC236}">
                      <a16:creationId xmlns:a16="http://schemas.microsoft.com/office/drawing/2014/main" id="{F58942F8-3315-6F3D-3E67-A7A8DF197521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>
                  <a:off x="2940437" y="2245086"/>
                  <a:ext cx="57600" cy="0"/>
                </a:xfrm>
                <a:prstGeom prst="line">
                  <a:avLst/>
                </a:prstGeom>
                <a:blipFill dpi="0" rotWithShape="0">
                  <a:blip r:embed="rId8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8" name="直接连接符 96">
                  <a:extLst>
                    <a:ext uri="{FF2B5EF4-FFF2-40B4-BE49-F238E27FC236}">
                      <a16:creationId xmlns:a16="http://schemas.microsoft.com/office/drawing/2014/main" id="{C462D570-382C-DC5C-F157-37373A669A21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6200000">
                  <a:off x="2938089" y="2244843"/>
                  <a:ext cx="57600" cy="0"/>
                </a:xfrm>
                <a:prstGeom prst="line">
                  <a:avLst/>
                </a:prstGeom>
                <a:blipFill dpi="0" rotWithShape="0">
                  <a:blip r:embed="rId8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</p:grpSp>
        <p:grpSp>
          <p:nvGrpSpPr>
            <p:cNvPr id="169" name="组合 91">
              <a:extLst>
                <a:ext uri="{FF2B5EF4-FFF2-40B4-BE49-F238E27FC236}">
                  <a16:creationId xmlns:a16="http://schemas.microsoft.com/office/drawing/2014/main" id="{134E4A56-0867-3DEB-6A9E-CA505453D962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8109358" y="1726369"/>
              <a:ext cx="57600" cy="57600"/>
              <a:chOff x="2940437" y="2216043"/>
              <a:chExt cx="57600" cy="57600"/>
            </a:xfrm>
          </p:grpSpPr>
          <p:cxnSp>
            <p:nvCxnSpPr>
              <p:cNvPr id="171" name="直接连接符 93">
                <a:extLst>
                  <a:ext uri="{FF2B5EF4-FFF2-40B4-BE49-F238E27FC236}">
                    <a16:creationId xmlns:a16="http://schemas.microsoft.com/office/drawing/2014/main" id="{8F7923BD-A72F-CDB6-6990-ECE3F889DC0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2" name="直接连接符 96">
                <a:extLst>
                  <a:ext uri="{FF2B5EF4-FFF2-40B4-BE49-F238E27FC236}">
                    <a16:creationId xmlns:a16="http://schemas.microsoft.com/office/drawing/2014/main" id="{CC8B266F-8F45-C078-B922-D0761633648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B70CF3CD-575F-9AD5-9A48-AA7444C92BB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442559" y="2039080"/>
              <a:ext cx="1195276" cy="2883636"/>
              <a:chOff x="6026295" y="2039080"/>
              <a:chExt cx="1195276" cy="2883636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C31AEE8F-2F8C-9F7C-AC94-C38D78B9ED2F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6026295" y="2051693"/>
                <a:ext cx="1195276" cy="2871023"/>
                <a:chOff x="7629183" y="2019723"/>
                <a:chExt cx="1195276" cy="2871023"/>
              </a:xfrm>
            </p:grpSpPr>
            <p:grpSp>
              <p:nvGrpSpPr>
                <p:cNvPr id="99" name="组合 98">
                  <a:extLst>
                    <a:ext uri="{FF2B5EF4-FFF2-40B4-BE49-F238E27FC236}">
                      <a16:creationId xmlns:a16="http://schemas.microsoft.com/office/drawing/2014/main" id="{B3D7229D-3A15-A855-1423-A07D4259AF9F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7629183" y="2019723"/>
                  <a:ext cx="1195276" cy="2871023"/>
                  <a:chOff x="7629183" y="2019723"/>
                  <a:chExt cx="1195276" cy="2871023"/>
                </a:xfrm>
              </p:grpSpPr>
              <p:grpSp>
                <p:nvGrpSpPr>
                  <p:cNvPr id="104" name="组合 103">
                    <a:extLst>
                      <a:ext uri="{FF2B5EF4-FFF2-40B4-BE49-F238E27FC236}">
                        <a16:creationId xmlns:a16="http://schemas.microsoft.com/office/drawing/2014/main" id="{A0C1B0D7-9F92-2359-2679-2BA0024DA95F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7629183" y="2019723"/>
                    <a:ext cx="1195276" cy="2343084"/>
                    <a:chOff x="6498365" y="2448110"/>
                    <a:chExt cx="1104702" cy="2165536"/>
                  </a:xfrm>
                </p:grpSpPr>
                <p:sp>
                  <p:nvSpPr>
                    <p:cNvPr id="106" name="文本框 105">
                      <a:extLst>
                        <a:ext uri="{FF2B5EF4-FFF2-40B4-BE49-F238E27FC236}">
                          <a16:creationId xmlns:a16="http://schemas.microsoft.com/office/drawing/2014/main" id="{8308211C-048F-CEDD-6FF9-7F790AF7E375}"/>
                        </a:ext>
                      </a:extLst>
                    </p:cNvPr>
                    <p:cNvSpPr txBox="1"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6498365" y="2454417"/>
                      <a:ext cx="271417" cy="1848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700" dirty="0">
                          <a:solidFill>
                            <a:srgbClr val="0509BB"/>
                          </a:solidFill>
                        </a:rPr>
                        <a:t>S2</a:t>
                      </a:r>
                      <a:endParaRPr lang="zh-CN" altLang="en-US" sz="700" dirty="0">
                        <a:solidFill>
                          <a:srgbClr val="0509BB"/>
                        </a:solidFill>
                      </a:endParaRPr>
                    </a:p>
                  </p:txBody>
                </p:sp>
                <p:sp>
                  <p:nvSpPr>
                    <p:cNvPr id="107" name="文本框 106">
                      <a:extLst>
                        <a:ext uri="{FF2B5EF4-FFF2-40B4-BE49-F238E27FC236}">
                          <a16:creationId xmlns:a16="http://schemas.microsoft.com/office/drawing/2014/main" id="{00203850-E563-8E32-0AD0-7068B99E4272}"/>
                        </a:ext>
                      </a:extLst>
                    </p:cNvPr>
                    <p:cNvSpPr txBox="1"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7285722" y="2448110"/>
                      <a:ext cx="317345" cy="1848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700" dirty="0">
                          <a:solidFill>
                            <a:srgbClr val="0509BB"/>
                          </a:solidFill>
                        </a:rPr>
                        <a:t>S10</a:t>
                      </a:r>
                      <a:endParaRPr lang="zh-CN" altLang="en-US" sz="700" dirty="0">
                        <a:solidFill>
                          <a:srgbClr val="0509BB"/>
                        </a:solidFill>
                      </a:endParaRPr>
                    </a:p>
                  </p:txBody>
                </p:sp>
                <p:sp>
                  <p:nvSpPr>
                    <p:cNvPr id="108" name="文本框 107">
                      <a:extLst>
                        <a:ext uri="{FF2B5EF4-FFF2-40B4-BE49-F238E27FC236}">
                          <a16:creationId xmlns:a16="http://schemas.microsoft.com/office/drawing/2014/main" id="{6408F04A-3859-7EBD-37AE-902EC86E8691}"/>
                        </a:ext>
                      </a:extLst>
                    </p:cNvPr>
                    <p:cNvSpPr txBox="1"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7285765" y="4422444"/>
                      <a:ext cx="271417" cy="1848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700" dirty="0">
                          <a:solidFill>
                            <a:srgbClr val="0509BB"/>
                          </a:solidFill>
                        </a:rPr>
                        <a:t>S8</a:t>
                      </a:r>
                      <a:endParaRPr lang="zh-CN" altLang="en-US" sz="700" dirty="0">
                        <a:solidFill>
                          <a:srgbClr val="0509BB"/>
                        </a:solidFill>
                      </a:endParaRPr>
                    </a:p>
                  </p:txBody>
                </p:sp>
                <p:sp>
                  <p:nvSpPr>
                    <p:cNvPr id="109" name="文本框 108">
                      <a:extLst>
                        <a:ext uri="{FF2B5EF4-FFF2-40B4-BE49-F238E27FC236}">
                          <a16:creationId xmlns:a16="http://schemas.microsoft.com/office/drawing/2014/main" id="{15418504-6531-49D9-29A2-C5D0035BB833}"/>
                        </a:ext>
                      </a:extLst>
                    </p:cNvPr>
                    <p:cNvSpPr txBox="1"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6510936" y="4428750"/>
                      <a:ext cx="271417" cy="18489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700" dirty="0">
                          <a:solidFill>
                            <a:srgbClr val="0509BB"/>
                          </a:solidFill>
                        </a:rPr>
                        <a:t>S4</a:t>
                      </a:r>
                      <a:endParaRPr lang="zh-CN" altLang="en-US" sz="700" dirty="0">
                        <a:solidFill>
                          <a:srgbClr val="0509BB"/>
                        </a:solidFill>
                      </a:endParaRPr>
                    </a:p>
                  </p:txBody>
                </p:sp>
              </p:grpSp>
              <p:sp>
                <p:nvSpPr>
                  <p:cNvPr id="105" name="TextBox 68">
                    <a:extLst>
                      <a:ext uri="{FF2B5EF4-FFF2-40B4-BE49-F238E27FC236}">
                        <a16:creationId xmlns:a16="http://schemas.microsoft.com/office/drawing/2014/main" id="{CFE1DDAC-223C-71C4-071E-AC9249A00E78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8084588" y="4740892"/>
                    <a:ext cx="265774" cy="1498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lang="en-US" altLang="zh-CN" sz="900" dirty="0">
                        <a:solidFill>
                          <a:srgbClr val="0509BB"/>
                        </a:solidFill>
                      </a:rPr>
                      <a:t>(</a:t>
                    </a:r>
                    <a:r>
                      <a:rPr lang="zh-CN" altLang="en-US" sz="900" dirty="0">
                        <a:solidFill>
                          <a:srgbClr val="0509BB"/>
                        </a:solidFill>
                      </a:rPr>
                      <a:t>图</a:t>
                    </a:r>
                    <a:r>
                      <a:rPr lang="en-US" altLang="zh-CN" sz="900" dirty="0">
                        <a:solidFill>
                          <a:srgbClr val="0509BB"/>
                        </a:solidFill>
                      </a:rPr>
                      <a:t>1</a:t>
                    </a:r>
                    <a:r>
                      <a: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)</a:t>
                    </a:r>
                    <a:endPara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</p:grpSp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187E0527-157B-3EB1-A3CC-B829EE89DB3A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7639780" y="3098110"/>
                  <a:ext cx="29367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700" dirty="0">
                      <a:solidFill>
                        <a:srgbClr val="0509BB"/>
                      </a:solidFill>
                    </a:rPr>
                    <a:t>S3</a:t>
                  </a:r>
                  <a:endParaRPr lang="zh-CN" altLang="en-US" sz="700" dirty="0">
                    <a:solidFill>
                      <a:srgbClr val="0509BB"/>
                    </a:solidFill>
                  </a:endParaRPr>
                </a:p>
              </p:txBody>
            </p:sp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C81D207E-4DC6-0C5B-D648-4AD95269AA34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8481615" y="3086939"/>
                  <a:ext cx="29367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700" dirty="0">
                      <a:solidFill>
                        <a:srgbClr val="0509BB"/>
                      </a:solidFill>
                    </a:rPr>
                    <a:t>S9</a:t>
                  </a:r>
                  <a:endParaRPr lang="zh-CN" altLang="en-US" sz="700" dirty="0">
                    <a:solidFill>
                      <a:srgbClr val="0509BB"/>
                    </a:solidFill>
                  </a:endParaRPr>
                </a:p>
              </p:txBody>
            </p:sp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26B077FB-9951-272E-DF04-D002E2F2D7AC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8061804" y="4521308"/>
                  <a:ext cx="29367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700" dirty="0">
                      <a:solidFill>
                        <a:srgbClr val="0509BB"/>
                      </a:solidFill>
                    </a:rPr>
                    <a:t>S6</a:t>
                  </a:r>
                  <a:endParaRPr lang="zh-CN" altLang="en-US" sz="700" dirty="0">
                    <a:solidFill>
                      <a:srgbClr val="0509BB"/>
                    </a:solidFill>
                  </a:endParaRPr>
                </a:p>
              </p:txBody>
            </p:sp>
          </p:grp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6C0D15B3-6E97-AB2F-C6A9-07CA06FEA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6173137" y="2039080"/>
                <a:ext cx="273806" cy="252000"/>
              </a:xfrm>
              <a:prstGeom prst="rect">
                <a:avLst/>
              </a:prstGeom>
              <a:noFill/>
              <a:ln w="12700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91">
              <a:extLst>
                <a:ext uri="{FF2B5EF4-FFF2-40B4-BE49-F238E27FC236}">
                  <a16:creationId xmlns:a16="http://schemas.microsoft.com/office/drawing/2014/main" id="{DA98949C-C2EF-0B20-5EB9-A95227D39AEF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6672740" y="2122523"/>
              <a:ext cx="77903" cy="77903"/>
              <a:chOff x="2940437" y="2216043"/>
              <a:chExt cx="57600" cy="57600"/>
            </a:xfrm>
          </p:grpSpPr>
          <p:cxnSp>
            <p:nvCxnSpPr>
              <p:cNvPr id="93" name="直接连接符 93">
                <a:extLst>
                  <a:ext uri="{FF2B5EF4-FFF2-40B4-BE49-F238E27FC236}">
                    <a16:creationId xmlns:a16="http://schemas.microsoft.com/office/drawing/2014/main" id="{A33A1217-8ACF-DE82-9510-FC427317CF0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4" name="直接连接符 96">
                <a:extLst>
                  <a:ext uri="{FF2B5EF4-FFF2-40B4-BE49-F238E27FC236}">
                    <a16:creationId xmlns:a16="http://schemas.microsoft.com/office/drawing/2014/main" id="{8ABBFB64-4643-81C9-9F35-322F5CBEDE1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0" name="组合 91">
              <a:extLst>
                <a:ext uri="{FF2B5EF4-FFF2-40B4-BE49-F238E27FC236}">
                  <a16:creationId xmlns:a16="http://schemas.microsoft.com/office/drawing/2014/main" id="{C75931E9-31A1-33B8-D229-55BB91562A96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284180" y="2115699"/>
              <a:ext cx="77903" cy="77903"/>
              <a:chOff x="2940437" y="2216043"/>
              <a:chExt cx="57600" cy="57600"/>
            </a:xfrm>
          </p:grpSpPr>
          <p:cxnSp>
            <p:nvCxnSpPr>
              <p:cNvPr id="90" name="直接连接符 93">
                <a:extLst>
                  <a:ext uri="{FF2B5EF4-FFF2-40B4-BE49-F238E27FC236}">
                    <a16:creationId xmlns:a16="http://schemas.microsoft.com/office/drawing/2014/main" id="{B7534903-B6AA-490D-76FB-BF39B3B01A4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2" name="直接连接符 96">
                <a:extLst>
                  <a:ext uri="{FF2B5EF4-FFF2-40B4-BE49-F238E27FC236}">
                    <a16:creationId xmlns:a16="http://schemas.microsoft.com/office/drawing/2014/main" id="{4D6C3BB2-FB76-F09A-6F66-CC633877A9B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1" name="组合 91">
              <a:extLst>
                <a:ext uri="{FF2B5EF4-FFF2-40B4-BE49-F238E27FC236}">
                  <a16:creationId xmlns:a16="http://schemas.microsoft.com/office/drawing/2014/main" id="{F6674142-C533-AC42-B768-E2C3D5D3C7EB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6672446" y="4255137"/>
              <a:ext cx="77903" cy="77903"/>
              <a:chOff x="2940437" y="2216043"/>
              <a:chExt cx="57600" cy="57600"/>
            </a:xfrm>
          </p:grpSpPr>
          <p:cxnSp>
            <p:nvCxnSpPr>
              <p:cNvPr id="72" name="直接连接符 93">
                <a:extLst>
                  <a:ext uri="{FF2B5EF4-FFF2-40B4-BE49-F238E27FC236}">
                    <a16:creationId xmlns:a16="http://schemas.microsoft.com/office/drawing/2014/main" id="{88E7D77B-7001-3DE0-2562-39376AAD416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7" name="直接连接符 96">
                <a:extLst>
                  <a:ext uri="{FF2B5EF4-FFF2-40B4-BE49-F238E27FC236}">
                    <a16:creationId xmlns:a16="http://schemas.microsoft.com/office/drawing/2014/main" id="{F3992A1E-A180-6558-4549-C07914AD3C8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2" name="组合 91">
              <a:extLst>
                <a:ext uri="{FF2B5EF4-FFF2-40B4-BE49-F238E27FC236}">
                  <a16:creationId xmlns:a16="http://schemas.microsoft.com/office/drawing/2014/main" id="{0F3EABC0-89B6-B4A2-053E-5FDB0A828D8C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283886" y="4249261"/>
              <a:ext cx="77903" cy="77903"/>
              <a:chOff x="2940437" y="2216043"/>
              <a:chExt cx="57600" cy="57600"/>
            </a:xfrm>
          </p:grpSpPr>
          <p:cxnSp>
            <p:nvCxnSpPr>
              <p:cNvPr id="44" name="直接连接符 93">
                <a:extLst>
                  <a:ext uri="{FF2B5EF4-FFF2-40B4-BE49-F238E27FC236}">
                    <a16:creationId xmlns:a16="http://schemas.microsoft.com/office/drawing/2014/main" id="{293FB8EC-34D5-22F5-8F4B-169739A15DF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0" name="直接连接符 96">
                <a:extLst>
                  <a:ext uri="{FF2B5EF4-FFF2-40B4-BE49-F238E27FC236}">
                    <a16:creationId xmlns:a16="http://schemas.microsoft.com/office/drawing/2014/main" id="{226A3CBE-A16B-9242-79D3-E31145BDF8A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25" name="直接连接符 93">
              <a:extLst>
                <a:ext uri="{FF2B5EF4-FFF2-40B4-BE49-F238E27FC236}">
                  <a16:creationId xmlns:a16="http://schemas.microsoft.com/office/drawing/2014/main" id="{11FBC5FB-4FA1-C997-FEEF-65023F4CB4C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rot="2700000">
              <a:off x="6982087" y="4561094"/>
              <a:ext cx="72000" cy="0"/>
            </a:xfrm>
            <a:prstGeom prst="line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6">
              <a:extLst>
                <a:ext uri="{FF2B5EF4-FFF2-40B4-BE49-F238E27FC236}">
                  <a16:creationId xmlns:a16="http://schemas.microsoft.com/office/drawing/2014/main" id="{E9A4ABFC-0970-5AD9-7C2F-DB7827EAB9C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rot="18900000">
              <a:off x="6980227" y="4558804"/>
              <a:ext cx="72000" cy="0"/>
            </a:xfrm>
            <a:prstGeom prst="line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grpSp>
          <p:nvGrpSpPr>
            <p:cNvPr id="28" name="组合 91">
              <a:extLst>
                <a:ext uri="{FF2B5EF4-FFF2-40B4-BE49-F238E27FC236}">
                  <a16:creationId xmlns:a16="http://schemas.microsoft.com/office/drawing/2014/main" id="{B9FF60BA-1BFB-D4A9-6E12-D32C5BF20192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6679135" y="3190040"/>
              <a:ext cx="72000" cy="72000"/>
              <a:chOff x="2940437" y="2216043"/>
              <a:chExt cx="57600" cy="57600"/>
            </a:xfrm>
          </p:grpSpPr>
          <p:cxnSp>
            <p:nvCxnSpPr>
              <p:cNvPr id="38" name="直接连接符 93">
                <a:extLst>
                  <a:ext uri="{FF2B5EF4-FFF2-40B4-BE49-F238E27FC236}">
                    <a16:creationId xmlns:a16="http://schemas.microsoft.com/office/drawing/2014/main" id="{0B67EAA8-7E80-3E12-6929-0CAAB9E4255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直接连接符 96">
                <a:extLst>
                  <a:ext uri="{FF2B5EF4-FFF2-40B4-BE49-F238E27FC236}">
                    <a16:creationId xmlns:a16="http://schemas.microsoft.com/office/drawing/2014/main" id="{D7F8C6B3-5FF1-747F-7010-5830FAC1752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9" name="组合 91">
              <a:extLst>
                <a:ext uri="{FF2B5EF4-FFF2-40B4-BE49-F238E27FC236}">
                  <a16:creationId xmlns:a16="http://schemas.microsoft.com/office/drawing/2014/main" id="{54BB17C8-4807-F81B-4E56-FB404C95445A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284352" y="3186434"/>
              <a:ext cx="72000" cy="72000"/>
              <a:chOff x="2940437" y="2216043"/>
              <a:chExt cx="57600" cy="57600"/>
            </a:xfrm>
          </p:grpSpPr>
          <p:cxnSp>
            <p:nvCxnSpPr>
              <p:cNvPr id="36" name="直接连接符 93">
                <a:extLst>
                  <a:ext uri="{FF2B5EF4-FFF2-40B4-BE49-F238E27FC236}">
                    <a16:creationId xmlns:a16="http://schemas.microsoft.com/office/drawing/2014/main" id="{6E22A2E7-919F-F7D7-7977-C8A28E569B2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" name="直接连接符 96">
                <a:extLst>
                  <a:ext uri="{FF2B5EF4-FFF2-40B4-BE49-F238E27FC236}">
                    <a16:creationId xmlns:a16="http://schemas.microsoft.com/office/drawing/2014/main" id="{401C2D94-C6EB-C51F-CA2B-0F379E4FE51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0E29947-8DCA-5CA0-90F7-D023113C1C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16846" y="1741402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S1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42" name="TextBox 68">
              <a:extLst>
                <a:ext uri="{FF2B5EF4-FFF2-40B4-BE49-F238E27FC236}">
                  <a16:creationId xmlns:a16="http://schemas.microsoft.com/office/drawing/2014/main" id="{00AF67B0-6D95-461A-AD68-A2D70012C13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7785541" y="2301432"/>
              <a:ext cx="874801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noProof="0" dirty="0">
                  <a:solidFill>
                    <a:srgbClr val="0509BB"/>
                  </a:solidFill>
                </a:rPr>
                <a:t>S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2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取点位置</a:t>
              </a:r>
            </a:p>
          </p:txBody>
        </p:sp>
        <p:grpSp>
          <p:nvGrpSpPr>
            <p:cNvPr id="149" name="组合 91">
              <a:extLst>
                <a:ext uri="{FF2B5EF4-FFF2-40B4-BE49-F238E27FC236}">
                  <a16:creationId xmlns:a16="http://schemas.microsoft.com/office/drawing/2014/main" id="{6D92E2C3-0A46-BF8C-B44B-76DDFC572D09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6722780" y="1906431"/>
              <a:ext cx="77903" cy="77903"/>
              <a:chOff x="2940437" y="2216043"/>
              <a:chExt cx="57600" cy="57600"/>
            </a:xfrm>
          </p:grpSpPr>
          <p:cxnSp>
            <p:nvCxnSpPr>
              <p:cNvPr id="150" name="直接连接符 93">
                <a:extLst>
                  <a:ext uri="{FF2B5EF4-FFF2-40B4-BE49-F238E27FC236}">
                    <a16:creationId xmlns:a16="http://schemas.microsoft.com/office/drawing/2014/main" id="{2ABA2E22-D0E7-2D87-99F0-D1FF4ED9C20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1" name="直接连接符 96">
                <a:extLst>
                  <a:ext uri="{FF2B5EF4-FFF2-40B4-BE49-F238E27FC236}">
                    <a16:creationId xmlns:a16="http://schemas.microsoft.com/office/drawing/2014/main" id="{8135252A-B667-4465-F78B-DF70F8DF62F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2" name="组合 91">
              <a:extLst>
                <a:ext uri="{FF2B5EF4-FFF2-40B4-BE49-F238E27FC236}">
                  <a16:creationId xmlns:a16="http://schemas.microsoft.com/office/drawing/2014/main" id="{78DC1521-E8EC-1410-45D7-58EEC4B17908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236852" y="1901879"/>
              <a:ext cx="77903" cy="77903"/>
              <a:chOff x="2940437" y="2216043"/>
              <a:chExt cx="57600" cy="57600"/>
            </a:xfrm>
          </p:grpSpPr>
          <p:cxnSp>
            <p:nvCxnSpPr>
              <p:cNvPr id="153" name="直接连接符 93">
                <a:extLst>
                  <a:ext uri="{FF2B5EF4-FFF2-40B4-BE49-F238E27FC236}">
                    <a16:creationId xmlns:a16="http://schemas.microsoft.com/office/drawing/2014/main" id="{55EC6162-E03C-290D-DA94-55884E1B18E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4" name="直接连接符 96">
                <a:extLst>
                  <a:ext uri="{FF2B5EF4-FFF2-40B4-BE49-F238E27FC236}">
                    <a16:creationId xmlns:a16="http://schemas.microsoft.com/office/drawing/2014/main" id="{F030F1A9-FE49-8CD2-1DEA-C7C8F9E13CB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5" name="组合 91">
              <a:extLst>
                <a:ext uri="{FF2B5EF4-FFF2-40B4-BE49-F238E27FC236}">
                  <a16:creationId xmlns:a16="http://schemas.microsoft.com/office/drawing/2014/main" id="{A72E49D4-64BE-BD33-5A19-F81A0D83E4F2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>
              <a:off x="6702014" y="4489425"/>
              <a:ext cx="77903" cy="77903"/>
              <a:chOff x="2940437" y="2216043"/>
              <a:chExt cx="57600" cy="57600"/>
            </a:xfrm>
          </p:grpSpPr>
          <p:cxnSp>
            <p:nvCxnSpPr>
              <p:cNvPr id="156" name="直接连接符 93">
                <a:extLst>
                  <a:ext uri="{FF2B5EF4-FFF2-40B4-BE49-F238E27FC236}">
                    <a16:creationId xmlns:a16="http://schemas.microsoft.com/office/drawing/2014/main" id="{9CD70676-D265-5BDB-5DD2-C30CBC691B2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7" name="直接连接符 96">
                <a:extLst>
                  <a:ext uri="{FF2B5EF4-FFF2-40B4-BE49-F238E27FC236}">
                    <a16:creationId xmlns:a16="http://schemas.microsoft.com/office/drawing/2014/main" id="{6D56F9B0-DEC7-FDBE-F89B-3F403C6DCC6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58" name="组合 91">
              <a:extLst>
                <a:ext uri="{FF2B5EF4-FFF2-40B4-BE49-F238E27FC236}">
                  <a16:creationId xmlns:a16="http://schemas.microsoft.com/office/drawing/2014/main" id="{6CB393B9-3706-AC4A-4C11-11FFCDFBE33E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>
              <a:off x="7263852" y="4478049"/>
              <a:ext cx="77903" cy="77903"/>
              <a:chOff x="2940437" y="2216043"/>
              <a:chExt cx="57600" cy="57600"/>
            </a:xfrm>
          </p:grpSpPr>
          <p:cxnSp>
            <p:nvCxnSpPr>
              <p:cNvPr id="159" name="直接连接符 93">
                <a:extLst>
                  <a:ext uri="{FF2B5EF4-FFF2-40B4-BE49-F238E27FC236}">
                    <a16:creationId xmlns:a16="http://schemas.microsoft.com/office/drawing/2014/main" id="{4E7CCB23-20C4-08F0-9C12-DAA9F2F4B9A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0" name="直接连接符 96">
                <a:extLst>
                  <a:ext uri="{FF2B5EF4-FFF2-40B4-BE49-F238E27FC236}">
                    <a16:creationId xmlns:a16="http://schemas.microsoft.com/office/drawing/2014/main" id="{AC9AC3EE-E32E-4CEF-7B7F-4952DB9BF10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FDBA93A7-D942-D3AE-0089-2A552FA09C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37740" y="1740972"/>
              <a:ext cx="34336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S11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1694A80F-FCC1-B2A2-0225-723C160AA2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521227" y="4490651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S5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965769A1-9E6A-F1FE-9C09-57D8B7103D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45461" y="4485875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S7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grpSp>
          <p:nvGrpSpPr>
            <p:cNvPr id="165" name="组合 91">
              <a:extLst>
                <a:ext uri="{FF2B5EF4-FFF2-40B4-BE49-F238E27FC236}">
                  <a16:creationId xmlns:a16="http://schemas.microsoft.com/office/drawing/2014/main" id="{9B72D970-58E0-165C-AAA4-542C524DAE79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6963892" y="1908703"/>
              <a:ext cx="77903" cy="77903"/>
              <a:chOff x="2940437" y="2216043"/>
              <a:chExt cx="57600" cy="57600"/>
            </a:xfrm>
          </p:grpSpPr>
          <p:cxnSp>
            <p:nvCxnSpPr>
              <p:cNvPr id="166" name="直接连接符 93">
                <a:extLst>
                  <a:ext uri="{FF2B5EF4-FFF2-40B4-BE49-F238E27FC236}">
                    <a16:creationId xmlns:a16="http://schemas.microsoft.com/office/drawing/2014/main" id="{C2D83E5B-B773-B64D-E8B9-5FEB4BF4340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7" name="直接连接符 96">
                <a:extLst>
                  <a:ext uri="{FF2B5EF4-FFF2-40B4-BE49-F238E27FC236}">
                    <a16:creationId xmlns:a16="http://schemas.microsoft.com/office/drawing/2014/main" id="{F23DD99D-A7E3-BF7D-74E8-ED6198593DB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15C1BEC7-7C13-F770-8837-5DB837EA634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44998" y="1738069"/>
              <a:ext cx="34336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S12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C3A2E705-FCE1-69E6-1651-8FE187F3E1D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92837" y="1658687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P1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6AD862B9-566D-A07F-0675-62978C9066C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73740" y="1655605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P2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grpSp>
          <p:nvGrpSpPr>
            <p:cNvPr id="204" name="组合 203">
              <a:extLst>
                <a:ext uri="{FF2B5EF4-FFF2-40B4-BE49-F238E27FC236}">
                  <a16:creationId xmlns:a16="http://schemas.microsoft.com/office/drawing/2014/main" id="{FAEE5BF0-6946-3377-D2BD-37221D6040C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789768" y="3811150"/>
              <a:ext cx="964477" cy="514924"/>
              <a:chOff x="7514248" y="3997958"/>
              <a:chExt cx="964477" cy="514924"/>
            </a:xfrm>
          </p:grpSpPr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8B797B05-8A54-7389-F246-BB3413DA1C9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49175" y="3997958"/>
                <a:ext cx="22955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accent1">
                        <a:lumMod val="90000"/>
                      </a:schemeClr>
                    </a:solidFill>
                  </a:rPr>
                  <a:t>y</a:t>
                </a:r>
                <a:endParaRPr lang="zh-CN" altLang="en-US" sz="700" dirty="0">
                  <a:solidFill>
                    <a:schemeClr val="accent1">
                      <a:lumMod val="90000"/>
                    </a:schemeClr>
                  </a:solidFill>
                </a:endParaRPr>
              </a:p>
            </p:txBody>
          </p:sp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259381BF-0911-EB41-B1CA-2BE516C240D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514248" y="4312827"/>
                <a:ext cx="22955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accent1">
                        <a:lumMod val="90000"/>
                      </a:schemeClr>
                    </a:solidFill>
                  </a:rPr>
                  <a:t>x</a:t>
                </a:r>
                <a:endParaRPr lang="zh-CN" altLang="en-US" sz="700" dirty="0">
                  <a:solidFill>
                    <a:schemeClr val="accent1">
                      <a:lumMod val="90000"/>
                    </a:schemeClr>
                  </a:solidFill>
                </a:endParaRPr>
              </a:p>
            </p:txBody>
          </p:sp>
          <p:grpSp>
            <p:nvGrpSpPr>
              <p:cNvPr id="200" name="组合 199">
                <a:extLst>
                  <a:ext uri="{FF2B5EF4-FFF2-40B4-BE49-F238E27FC236}">
                    <a16:creationId xmlns:a16="http://schemas.microsoft.com/office/drawing/2014/main" id="{CFD1D3B6-672E-4400-E897-115F095D2618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 rot="2700000">
                <a:off x="7858556" y="3944634"/>
                <a:ext cx="252000" cy="720000"/>
                <a:chOff x="7825696" y="4111237"/>
                <a:chExt cx="252000" cy="720000"/>
              </a:xfrm>
            </p:grpSpPr>
            <p:cxnSp>
              <p:nvCxnSpPr>
                <p:cNvPr id="191" name="直接箭头连接符 190">
                  <a:extLst>
                    <a:ext uri="{FF2B5EF4-FFF2-40B4-BE49-F238E27FC236}">
                      <a16:creationId xmlns:a16="http://schemas.microsoft.com/office/drawing/2014/main" id="{AE4BAB91-B315-9452-72CC-0CAEC6D7270C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 rot="16200000" flipV="1">
                  <a:off x="7951696" y="4681625"/>
                  <a:ext cx="0" cy="252000"/>
                </a:xfrm>
                <a:prstGeom prst="straightConnector1">
                  <a:avLst/>
                </a:prstGeom>
                <a:ln>
                  <a:solidFill>
                    <a:schemeClr val="accent1">
                      <a:lumMod val="90000"/>
                    </a:schemeClr>
                  </a:solidFill>
                  <a:headEnd type="none"/>
                  <a:tailEnd type="stealth" w="sm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接箭头连接符 198">
                  <a:extLst>
                    <a:ext uri="{FF2B5EF4-FFF2-40B4-BE49-F238E27FC236}">
                      <a16:creationId xmlns:a16="http://schemas.microsoft.com/office/drawing/2014/main" id="{7CF34AD9-93ED-DC78-1AD1-B5CE1F5B4F9F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 flipV="1">
                  <a:off x="8046805" y="4111237"/>
                  <a:ext cx="0" cy="720000"/>
                </a:xfrm>
                <a:prstGeom prst="straightConnector1">
                  <a:avLst/>
                </a:prstGeom>
                <a:ln>
                  <a:solidFill>
                    <a:schemeClr val="accent1">
                      <a:lumMod val="90000"/>
                    </a:schemeClr>
                  </a:solidFill>
                  <a:headEnd type="none"/>
                  <a:tailEnd type="stealth" w="sm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8" name="组合 91">
              <a:extLst>
                <a:ext uri="{FF2B5EF4-FFF2-40B4-BE49-F238E27FC236}">
                  <a16:creationId xmlns:a16="http://schemas.microsoft.com/office/drawing/2014/main" id="{B2E36C51-FE88-219E-6818-F7B15418919A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>
              <a:off x="8213109" y="4242574"/>
              <a:ext cx="57600" cy="57600"/>
              <a:chOff x="2940437" y="2216043"/>
              <a:chExt cx="57600" cy="57600"/>
            </a:xfrm>
          </p:grpSpPr>
          <p:cxnSp>
            <p:nvCxnSpPr>
              <p:cNvPr id="209" name="直接连接符 93">
                <a:extLst>
                  <a:ext uri="{FF2B5EF4-FFF2-40B4-BE49-F238E27FC236}">
                    <a16:creationId xmlns:a16="http://schemas.microsoft.com/office/drawing/2014/main" id="{451DFB96-3A5B-8D83-96A6-51167E4E9BE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0" name="直接连接符 96">
                <a:extLst>
                  <a:ext uri="{FF2B5EF4-FFF2-40B4-BE49-F238E27FC236}">
                    <a16:creationId xmlns:a16="http://schemas.microsoft.com/office/drawing/2014/main" id="{16EA33E2-0CB0-6FE6-A90A-121BAC558BE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11" name="组合 91">
              <a:extLst>
                <a:ext uri="{FF2B5EF4-FFF2-40B4-BE49-F238E27FC236}">
                  <a16:creationId xmlns:a16="http://schemas.microsoft.com/office/drawing/2014/main" id="{8E7703B8-4937-4C9B-B362-08BCC456F193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>
              <a:off x="8252441" y="4203249"/>
              <a:ext cx="57600" cy="57600"/>
              <a:chOff x="2940437" y="2216043"/>
              <a:chExt cx="57600" cy="57600"/>
            </a:xfrm>
          </p:grpSpPr>
          <p:cxnSp>
            <p:nvCxnSpPr>
              <p:cNvPr id="212" name="直接连接符 93">
                <a:extLst>
                  <a:ext uri="{FF2B5EF4-FFF2-40B4-BE49-F238E27FC236}">
                    <a16:creationId xmlns:a16="http://schemas.microsoft.com/office/drawing/2014/main" id="{56002784-4DCA-B58A-865F-16419EAA53D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3" name="直接连接符 96">
                <a:extLst>
                  <a:ext uri="{FF2B5EF4-FFF2-40B4-BE49-F238E27FC236}">
                    <a16:creationId xmlns:a16="http://schemas.microsoft.com/office/drawing/2014/main" id="{836A4146-FFED-FA47-93D2-D374FC4CD2E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7523A384-9CD4-F09C-92C8-33A6FD8A0A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21025" y="4239560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P3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5A20A00B-BBFF-7244-36BB-BEBD13AF7B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21709" y="4067360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P4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216" name="TextBox 68">
              <a:extLst>
                <a:ext uri="{FF2B5EF4-FFF2-40B4-BE49-F238E27FC236}">
                  <a16:creationId xmlns:a16="http://schemas.microsoft.com/office/drawing/2014/main" id="{1F2C66C2-88AA-58AC-86F7-86BFD6D892F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7931613" y="4705626"/>
              <a:ext cx="874801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noProof="0" dirty="0">
                  <a:solidFill>
                    <a:srgbClr val="0509BB"/>
                  </a:solidFill>
                </a:rPr>
                <a:t>S</a:t>
              </a:r>
              <a:r>
                <a:rPr lang="en-US" altLang="zh-CN" sz="900" dirty="0">
                  <a:solidFill>
                    <a:srgbClr val="0509BB"/>
                  </a:solidFill>
                </a:rPr>
                <a:t>5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取点位置</a:t>
              </a:r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7025738A-2217-50B3-AECB-A23DC7F0ED9F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03447" y="4393375"/>
              <a:ext cx="273806" cy="252000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8BEE365-580D-3178-287A-6BD6463C5DB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7596" y="3365885"/>
            <a:ext cx="2066837" cy="1106178"/>
            <a:chOff x="1188957" y="3481319"/>
            <a:chExt cx="2066837" cy="110617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6AF974A-A955-509C-BF52-57EAB9149D7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188957" y="3481319"/>
              <a:ext cx="2045047" cy="1106178"/>
              <a:chOff x="1188957" y="3481319"/>
              <a:chExt cx="2045047" cy="1106178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FEA0CB94-326E-6BB9-18C6-DF5820CE63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8957" y="3760076"/>
                <a:ext cx="2045047" cy="827421"/>
              </a:xfrm>
              <a:prstGeom prst="rect">
                <a:avLst/>
              </a:prstGeom>
            </p:spPr>
          </p:pic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8966BC73-1BC6-4C79-AB4C-F46F085C9C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45431" y="3481319"/>
                <a:ext cx="237178" cy="252000"/>
              </a:xfrm>
              <a:prstGeom prst="rect">
                <a:avLst/>
              </a:prstGeom>
            </p:spPr>
          </p:pic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4C89094-B47D-CD5B-4402-E38E5C834D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2790351" y="3473041"/>
              <a:ext cx="369225" cy="56166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406F98F-5E1D-AE39-19B9-2D1ED2A01F1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28721" y="3260691"/>
            <a:ext cx="1104817" cy="1210273"/>
            <a:chOff x="2562841" y="3260691"/>
            <a:chExt cx="1104817" cy="121027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FDC34D1-BE57-DE80-78A0-CD9992A39C7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11"/>
            <a:srcRect t="3101"/>
            <a:stretch/>
          </p:blipFill>
          <p:spPr>
            <a:xfrm>
              <a:off x="2562841" y="3318964"/>
              <a:ext cx="1104817" cy="1152000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0F78FE0-F428-F7A1-0FEB-5C990022A4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3201736" y="3164474"/>
              <a:ext cx="369225" cy="56166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74624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8C5EC3C-B66A-70CC-F91C-E2C724F99C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886" y="2005245"/>
            <a:ext cx="660703" cy="2772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D73BC1F-AE85-C6B2-EC6D-5630953D78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372" y="1221327"/>
            <a:ext cx="991804" cy="90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61E82EE-960C-9F06-EB6A-FBDDDA8CCE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/>
          <a:srcRect l="26740" t="695" r="1008" b="20407"/>
          <a:stretch/>
        </p:blipFill>
        <p:spPr>
          <a:xfrm>
            <a:off x="750622" y="1949393"/>
            <a:ext cx="4958935" cy="2880000"/>
          </a:xfrm>
          <a:prstGeom prst="rect">
            <a:avLst/>
          </a:prstGeom>
        </p:spPr>
      </p:pic>
      <p:sp>
        <p:nvSpPr>
          <p:cNvPr id="70" name="矩形 6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456860"/>
            <a:ext cx="8640027" cy="28814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FFFF"/>
              </a:gs>
            </a:gsLst>
            <a:lin ang="0" scaled="1"/>
            <a:tileRect/>
          </a:gradFill>
        </p:spPr>
        <p:txBody>
          <a:bodyPr wrap="square" lIns="144000" tIns="36000" rIns="36000" bIns="3600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OMM Build Datum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 charset="-122"/>
              </a:rPr>
              <a:t>Alignment 2 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3524" y="757845"/>
            <a:ext cx="8439927" cy="113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ct val="85000"/>
            </a:pPr>
            <a:r>
              <a:rPr lang="en-US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lang="en-US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OMM</a:t>
            </a:r>
          </a:p>
          <a:p>
            <a:pPr lvl="0">
              <a:buClr>
                <a:schemeClr val="dk1"/>
              </a:buClr>
              <a:buSzPct val="85000"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Clamping instructions(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裝夾说明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sz="1000" b="1" i="0" u="none" strike="noStrike" cap="none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: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/</a:t>
            </a:r>
            <a:endParaRPr lang="en-US" sz="1000" b="0" i="0" u="none" strike="noStrike" cap="none" dirty="0">
              <a:solidFill>
                <a:schemeClr val="accent2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chemeClr val="dk1"/>
              </a:buClr>
              <a:buSzPct val="85000"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2x /  Ring Light</a:t>
            </a:r>
          </a:p>
          <a:p>
            <a:pPr lvl="0">
              <a:buClr>
                <a:srgbClr val="49433E"/>
              </a:buClr>
              <a:buSzPct val="90000"/>
              <a:defRPr/>
            </a:pPr>
            <a:r>
              <a:rPr lang="en-US" altLang="zh-TW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Datum Setup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基准建立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TW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:</a:t>
            </a:r>
            <a:r>
              <a:rPr lang="en-US" altLang="zh-TW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ct val="900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按照下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所示装夹产品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并放置于设备平台上。</a:t>
            </a:r>
            <a:endParaRPr lang="en-US" altLang="zh-CN" sz="1000" b="1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2.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产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品表面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对焦取点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在产品边缘取点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P1~P3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3.P1&amp;P2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构建线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将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旋转至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轴原点。</a:t>
            </a:r>
            <a:endParaRPr lang="zh-TW" altLang="en-US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chemeClr val="dk1"/>
              </a:buClr>
              <a:buSzPts val="1100"/>
            </a:pPr>
            <a:endParaRPr lang="zh-TW" altLang="en-US" sz="1000" dirty="0">
              <a:solidFill>
                <a:schemeClr val="accent2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3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18711"/>
            <a:ext cx="8640027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6000" rIns="91425" bIns="36000" anchor="ctr" anchorCtr="0">
            <a:noAutofit/>
          </a:bodyPr>
          <a:lstStyle/>
          <a:p>
            <a:pPr lvl="0" algn="ctr">
              <a:buSzPts val="3000"/>
            </a:pPr>
            <a:r>
              <a:rPr lang="en-US" altLang="zh-CN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Datum Establishment</a:t>
            </a:r>
            <a:endParaRPr sz="2400" b="0" i="0" u="none" strike="noStrike" cap="none" dirty="0">
              <a:solidFill>
                <a:schemeClr val="bg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44" name="矩形 4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456860"/>
            <a:ext cx="8640027" cy="4553290"/>
          </a:xfrm>
          <a:prstGeom prst="rect">
            <a:avLst/>
          </a:prstGeom>
          <a:noFill/>
          <a:ln w="12700">
            <a:solidFill>
              <a:schemeClr val="accent5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8">
            <a:extLst>
              <a:ext uri="{FF2B5EF4-FFF2-40B4-BE49-F238E27FC236}">
                <a16:creationId xmlns:a16="http://schemas.microsoft.com/office/drawing/2014/main" id="{9C554D1C-437E-0F5A-3F49-DFDE25BCB7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6819914" y="4808624"/>
            <a:ext cx="265774" cy="1498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1pPr>
            <a:lvl2pPr marL="742950" indent="-28575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2pPr>
            <a:lvl3pPr marL="1143000" indent="-22860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3pPr>
            <a:lvl4pPr marL="1600200" indent="-22860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4pPr>
            <a:lvl5pPr marL="2057400" indent="-22860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CN" sz="900" dirty="0">
                <a:solidFill>
                  <a:srgbClr val="0509BB"/>
                </a:solidFill>
              </a:rPr>
              <a:t>(</a:t>
            </a:r>
            <a:r>
              <a:rPr lang="zh-CN" altLang="en-US" sz="900" dirty="0">
                <a:solidFill>
                  <a:srgbClr val="0509BB"/>
                </a:solidFill>
              </a:rPr>
              <a:t>图</a:t>
            </a:r>
            <a:r>
              <a:rPr lang="en-US" altLang="zh-CN" sz="900" dirty="0">
                <a:solidFill>
                  <a:srgbClr val="0509BB"/>
                </a:solidFill>
              </a:rPr>
              <a:t>1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rPr>
              <a:t>)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Bradley Hand ITC TT-Bold" charset="0"/>
              <a:cs typeface="Arial"/>
              <a:sym typeface="Bradley Hand ITC TT-Bold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2038189-D868-970F-6010-419A894B98F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918249" y="1616240"/>
            <a:ext cx="1475129" cy="2977268"/>
            <a:chOff x="6918249" y="1616240"/>
            <a:chExt cx="1475129" cy="2977268"/>
          </a:xfrm>
        </p:grpSpPr>
        <p:grpSp>
          <p:nvGrpSpPr>
            <p:cNvPr id="19" name="组合 91">
              <a:extLst>
                <a:ext uri="{FF2B5EF4-FFF2-40B4-BE49-F238E27FC236}">
                  <a16:creationId xmlns:a16="http://schemas.microsoft.com/office/drawing/2014/main" id="{1EF754FC-8408-C7C0-3F03-6BA10853DF21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8055050" y="1616240"/>
              <a:ext cx="72000" cy="72000"/>
              <a:chOff x="2940437" y="2216043"/>
              <a:chExt cx="57600" cy="57600"/>
            </a:xfrm>
          </p:grpSpPr>
          <p:cxnSp>
            <p:nvCxnSpPr>
              <p:cNvPr id="20" name="直接连接符 93">
                <a:extLst>
                  <a:ext uri="{FF2B5EF4-FFF2-40B4-BE49-F238E27FC236}">
                    <a16:creationId xmlns:a16="http://schemas.microsoft.com/office/drawing/2014/main" id="{5A40AE11-88FD-1082-743E-B5E0FD222E9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6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" name="直接连接符 96">
                <a:extLst>
                  <a:ext uri="{FF2B5EF4-FFF2-40B4-BE49-F238E27FC236}">
                    <a16:creationId xmlns:a16="http://schemas.microsoft.com/office/drawing/2014/main" id="{FD33AB85-96F8-D8AF-CE5C-B15CC7E5FE2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6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03E16648-1715-86B1-1008-B553D10ED34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918249" y="2122119"/>
              <a:ext cx="410256" cy="2471389"/>
              <a:chOff x="6918249" y="2122119"/>
              <a:chExt cx="410256" cy="2471389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75848ED5-69F7-A0B2-8E96-B9FC25C20FE4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7026746" y="2243200"/>
                <a:ext cx="190733" cy="2290093"/>
                <a:chOff x="7026746" y="2243200"/>
                <a:chExt cx="190733" cy="2290093"/>
              </a:xfrm>
            </p:grpSpPr>
            <p:grpSp>
              <p:nvGrpSpPr>
                <p:cNvPr id="22" name="组合 91">
                  <a:extLst>
                    <a:ext uri="{FF2B5EF4-FFF2-40B4-BE49-F238E27FC236}">
                      <a16:creationId xmlns:a16="http://schemas.microsoft.com/office/drawing/2014/main" id="{7092FF25-00C0-0686-0282-B9D28007C3D0}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/>
              </p:nvGrpSpPr>
              <p:grpSpPr>
                <a:xfrm rot="2700000">
                  <a:off x="7145479" y="2457622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23" name="直接连接符 93">
                    <a:extLst>
                      <a:ext uri="{FF2B5EF4-FFF2-40B4-BE49-F238E27FC236}">
                        <a16:creationId xmlns:a16="http://schemas.microsoft.com/office/drawing/2014/main" id="{A4AF033D-C8CF-D4A3-3024-A0D29859728E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9525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4" name="直接连接符 96">
                    <a:extLst>
                      <a:ext uri="{FF2B5EF4-FFF2-40B4-BE49-F238E27FC236}">
                        <a16:creationId xmlns:a16="http://schemas.microsoft.com/office/drawing/2014/main" id="{5EB07200-6CC0-0C2F-3DEE-826F8551BEB3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9525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25" name="组合 91">
                  <a:extLst>
                    <a:ext uri="{FF2B5EF4-FFF2-40B4-BE49-F238E27FC236}">
                      <a16:creationId xmlns:a16="http://schemas.microsoft.com/office/drawing/2014/main" id="{C24FE5EA-72AC-4C4E-92C4-82D55E096203}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/>
              </p:nvGrpSpPr>
              <p:grpSpPr>
                <a:xfrm rot="2700000">
                  <a:off x="7143182" y="4461293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26" name="直接连接符 93">
                    <a:extLst>
                      <a:ext uri="{FF2B5EF4-FFF2-40B4-BE49-F238E27FC236}">
                        <a16:creationId xmlns:a16="http://schemas.microsoft.com/office/drawing/2014/main" id="{C1BB90AE-6635-9BA1-E46A-9E0B0EB3FFE2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9525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7" name="直接连接符 96">
                    <a:extLst>
                      <a:ext uri="{FF2B5EF4-FFF2-40B4-BE49-F238E27FC236}">
                        <a16:creationId xmlns:a16="http://schemas.microsoft.com/office/drawing/2014/main" id="{E13435B6-31DF-875D-607E-A4A06782676E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9525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3A0477D8-AF73-F039-0981-54F3D777D843}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/>
                </p:cNvSpPr>
                <p:nvPr/>
              </p:nvSpPr>
              <p:spPr>
                <a:xfrm>
                  <a:off x="7028596" y="3304984"/>
                  <a:ext cx="54000" cy="5400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9" name="组合 91">
                  <a:extLst>
                    <a:ext uri="{FF2B5EF4-FFF2-40B4-BE49-F238E27FC236}">
                      <a16:creationId xmlns:a16="http://schemas.microsoft.com/office/drawing/2014/main" id="{A590A7D8-B432-17CE-EB68-AC625C577A58}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/>
              </p:nvGrpSpPr>
              <p:grpSpPr>
                <a:xfrm rot="2700000">
                  <a:off x="7026746" y="2243200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30" name="直接连接符 93">
                    <a:extLst>
                      <a:ext uri="{FF2B5EF4-FFF2-40B4-BE49-F238E27FC236}">
                        <a16:creationId xmlns:a16="http://schemas.microsoft.com/office/drawing/2014/main" id="{D8812C6C-7118-C71A-B43D-9307D195F550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9525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31" name="直接连接符 96">
                    <a:extLst>
                      <a:ext uri="{FF2B5EF4-FFF2-40B4-BE49-F238E27FC236}">
                        <a16:creationId xmlns:a16="http://schemas.microsoft.com/office/drawing/2014/main" id="{FD005375-F259-ADE8-8B44-CDAFF444478B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9525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5D1A5B7-448D-ABC8-C694-6921982FB3B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18249" y="3337941"/>
                <a:ext cx="28886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Z1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63B7B9A-7B1F-4A06-5212-122FE9CA2BC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21013" y="2389566"/>
                <a:ext cx="2936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P2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3EB21BB-E0B5-B49F-9703-BFF46A2DDCF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19989" y="4393453"/>
                <a:ext cx="2936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P1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1D1D36A-A64F-555F-8E15-E4855E21C609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034835" y="2122119"/>
                <a:ext cx="2936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P3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</p:grp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F8E7DC46-A4D8-0790-D6A2-5791D706751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939408" y="2139683"/>
              <a:ext cx="4539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P1, P2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119" name="矩形 11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993084" y="2352333"/>
              <a:ext cx="339350" cy="259893"/>
            </a:xfrm>
            <a:prstGeom prst="rect">
              <a:avLst/>
            </a:prstGeom>
            <a:noFill/>
            <a:ln w="15875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3387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表格 61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4105603502"/>
              </p:ext>
            </p:extLst>
          </p:nvPr>
        </p:nvGraphicFramePr>
        <p:xfrm>
          <a:off x="257171" y="454299"/>
          <a:ext cx="8621975" cy="4531879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35552">
                  <a:extLst>
                    <a:ext uri="{9D8B030D-6E8A-4147-A177-3AD203B41FA5}">
                      <a16:colId xmlns:a16="http://schemas.microsoft.com/office/drawing/2014/main" val="4236030093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619850978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2640322272"/>
                    </a:ext>
                  </a:extLst>
                </a:gridCol>
                <a:gridCol w="443346">
                  <a:extLst>
                    <a:ext uri="{9D8B030D-6E8A-4147-A177-3AD203B41FA5}">
                      <a16:colId xmlns:a16="http://schemas.microsoft.com/office/drawing/2014/main" val="2786232687"/>
                    </a:ext>
                  </a:extLst>
                </a:gridCol>
                <a:gridCol w="408709">
                  <a:extLst>
                    <a:ext uri="{9D8B030D-6E8A-4147-A177-3AD203B41FA5}">
                      <a16:colId xmlns:a16="http://schemas.microsoft.com/office/drawing/2014/main" val="2009619367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3502324209"/>
                    </a:ext>
                  </a:extLst>
                </a:gridCol>
                <a:gridCol w="1323109">
                  <a:extLst>
                    <a:ext uri="{9D8B030D-6E8A-4147-A177-3AD203B41FA5}">
                      <a16:colId xmlns:a16="http://schemas.microsoft.com/office/drawing/2014/main" val="2829241829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1928049862"/>
                    </a:ext>
                  </a:extLst>
                </a:gridCol>
                <a:gridCol w="1115291">
                  <a:extLst>
                    <a:ext uri="{9D8B030D-6E8A-4147-A177-3AD203B41FA5}">
                      <a16:colId xmlns:a16="http://schemas.microsoft.com/office/drawing/2014/main" val="2750202667"/>
                    </a:ext>
                  </a:extLst>
                </a:gridCol>
                <a:gridCol w="1016695">
                  <a:extLst>
                    <a:ext uri="{9D8B030D-6E8A-4147-A177-3AD203B41FA5}">
                      <a16:colId xmlns:a16="http://schemas.microsoft.com/office/drawing/2014/main" val="3243284654"/>
                    </a:ext>
                  </a:extLst>
                </a:gridCol>
              </a:tblGrid>
              <a:tr h="2037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SPC Callout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Nominal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altLang="zh-CN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altLang="zh-CN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Measurement Method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Description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Fixture 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Drawing Location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Remark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61806"/>
                  </a:ext>
                </a:extLst>
              </a:tr>
              <a:tr h="1664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FAI08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0.05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-0.05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G2~G5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071259"/>
                  </a:ext>
                </a:extLst>
              </a:tr>
              <a:tr h="2037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/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kumimoji="0" lang="en-US" altLang="zh-CN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j-lt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36053"/>
                  </a:ext>
                </a:extLst>
              </a:tr>
              <a:tr h="3926205">
                <a:tc gridSpan="6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65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en-US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58942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54E2ED86-5590-9F7B-DF3D-15571CEC39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633" y="2149622"/>
            <a:ext cx="660703" cy="2772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CBCE9B4-FC72-AC88-FCD9-A4E32279DF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/>
          <a:srcRect l="26740" t="695" r="16614" b="20407"/>
          <a:stretch/>
        </p:blipFill>
        <p:spPr>
          <a:xfrm>
            <a:off x="286340" y="2092697"/>
            <a:ext cx="3887839" cy="2880000"/>
          </a:xfrm>
          <a:prstGeom prst="rect">
            <a:avLst/>
          </a:prstGeom>
        </p:spPr>
      </p:pic>
      <p:sp>
        <p:nvSpPr>
          <p:cNvPr id="170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7175" y="18712"/>
            <a:ext cx="8621971" cy="39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Description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26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2100" y="1093790"/>
            <a:ext cx="3940175" cy="114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OMM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2x / Ring Light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Measurement Datum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(</a:t>
            </a:r>
            <a:r>
              <a:rPr lang="zh-CN" altLang="en-US" sz="1000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测量基准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altLang="zh-CN" sz="1000" b="1" dirty="0">
                <a:solidFill>
                  <a:schemeClr val="bg2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OMM Build Datum Alignment 2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description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测量描述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altLang="zh-TW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ts val="1100"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1).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按照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G2(Y=-8.00mm)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的位置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取点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P1, P2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。</a:t>
            </a: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rgbClr val="49433E"/>
              </a:buClr>
              <a:buSzPts val="1100"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2).FAI08-G2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P1&amp;P2}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距离。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3).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用同样方法测量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G3, G4, G5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的位置。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rgbClr val="49433E"/>
              </a:buClr>
              <a:buSzPts val="1100"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</p:txBody>
      </p:sp>
      <p:graphicFrame>
        <p:nvGraphicFramePr>
          <p:cNvPr id="71" name="表格 70"/>
          <p:cNvGraphicFramePr>
            <a:graphicFrameLocks noGrp="1" noDrilldown="1" noChangeAspect="1" noMove="1" noResize="1"/>
          </p:cNvGraphicFramePr>
          <p:nvPr>
            <p:extLst>
              <p:ext uri="{D42A27DB-BD31-4B8C-83A1-F6EECF244321}">
                <p14:modId xmlns:p14="http://schemas.microsoft.com/office/powerpoint/2010/main" val="1146183033"/>
              </p:ext>
            </p:extLst>
          </p:nvPr>
        </p:nvGraphicFramePr>
        <p:xfrm>
          <a:off x="5603640" y="2173896"/>
          <a:ext cx="714524" cy="840210"/>
        </p:xfrm>
        <a:graphic>
          <a:graphicData uri="http://schemas.openxmlformats.org/drawingml/2006/table">
            <a:tbl>
              <a:tblPr>
                <a:tableStyleId>{DBFE9BA8-BFAB-459D-AF89-4DFEDD522D4D}</a:tableStyleId>
              </a:tblPr>
              <a:tblGrid>
                <a:gridCol w="332179">
                  <a:extLst>
                    <a:ext uri="{9D8B030D-6E8A-4147-A177-3AD203B41FA5}">
                      <a16:colId xmlns:a16="http://schemas.microsoft.com/office/drawing/2014/main" val="2701361790"/>
                    </a:ext>
                  </a:extLst>
                </a:gridCol>
                <a:gridCol w="382345">
                  <a:extLst>
                    <a:ext uri="{9D8B030D-6E8A-4147-A177-3AD203B41FA5}">
                      <a16:colId xmlns:a16="http://schemas.microsoft.com/office/drawing/2014/main" val="1403277513"/>
                    </a:ext>
                  </a:extLst>
                </a:gridCol>
              </a:tblGrid>
              <a:tr h="168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 dirty="0">
                          <a:effectLst/>
                        </a:rPr>
                        <a:t>POS</a:t>
                      </a: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0" i="1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1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969390225"/>
                  </a:ext>
                </a:extLst>
              </a:tr>
              <a:tr h="168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G2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-8.00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238730515"/>
                  </a:ext>
                </a:extLst>
              </a:tr>
              <a:tr h="168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G3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-45.75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686500300"/>
                  </a:ext>
                </a:extLst>
              </a:tr>
              <a:tr h="168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G4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-83.50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479545502"/>
                  </a:ext>
                </a:extLst>
              </a:tr>
              <a:tr h="1680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G5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3990156512"/>
                  </a:ext>
                </a:extLst>
              </a:tr>
            </a:tbl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8736A5CB-DAF9-7DA1-229E-1A42B1D81C1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41315" y="1253297"/>
            <a:ext cx="991804" cy="1115439"/>
            <a:chOff x="7641315" y="1253297"/>
            <a:chExt cx="991804" cy="111543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99AC81D-CCA7-17D6-88BA-069FCB61ED8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41315" y="1253297"/>
              <a:ext cx="991804" cy="900000"/>
            </a:xfrm>
            <a:prstGeom prst="rect">
              <a:avLst/>
            </a:prstGeom>
          </p:spPr>
        </p:pic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B0FEE69-8566-9B19-BC84-E58DD9B0126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815854" y="1545374"/>
              <a:ext cx="625964" cy="823362"/>
              <a:chOff x="7815854" y="1545374"/>
              <a:chExt cx="625964" cy="823362"/>
            </a:xfrm>
          </p:grpSpPr>
          <p:grpSp>
            <p:nvGrpSpPr>
              <p:cNvPr id="56" name="组合 91">
                <a:extLst>
                  <a:ext uri="{FF2B5EF4-FFF2-40B4-BE49-F238E27FC236}">
                    <a16:creationId xmlns:a16="http://schemas.microsoft.com/office/drawing/2014/main" id="{6600F5F4-35CF-8F98-E3DE-7F0AA3C70F59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 rot="2700000">
                <a:off x="8031091" y="1613749"/>
                <a:ext cx="72000" cy="72000"/>
                <a:chOff x="2940437" y="2216043"/>
                <a:chExt cx="57600" cy="57600"/>
              </a:xfrm>
            </p:grpSpPr>
            <p:cxnSp>
              <p:nvCxnSpPr>
                <p:cNvPr id="60" name="直接连接符 93">
                  <a:extLst>
                    <a:ext uri="{FF2B5EF4-FFF2-40B4-BE49-F238E27FC236}">
                      <a16:creationId xmlns:a16="http://schemas.microsoft.com/office/drawing/2014/main" id="{AAF651CA-0059-8715-73E5-88E73E5C6BE3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>
                  <a:off x="2940437" y="2245086"/>
                  <a:ext cx="57600" cy="0"/>
                </a:xfrm>
                <a:prstGeom prst="line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70" name="直接连接符 96">
                  <a:extLst>
                    <a:ext uri="{FF2B5EF4-FFF2-40B4-BE49-F238E27FC236}">
                      <a16:creationId xmlns:a16="http://schemas.microsoft.com/office/drawing/2014/main" id="{750CAF9E-35F8-07F5-AA69-E675ECE3086C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6200000">
                  <a:off x="2938089" y="2244843"/>
                  <a:ext cx="57600" cy="0"/>
                </a:xfrm>
                <a:prstGeom prst="line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36" name="组合 91">
                <a:extLst>
                  <a:ext uri="{FF2B5EF4-FFF2-40B4-BE49-F238E27FC236}">
                    <a16:creationId xmlns:a16="http://schemas.microsoft.com/office/drawing/2014/main" id="{FFA80DE2-0DF5-C330-854F-E7E693D83E45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 rot="2700000">
                <a:off x="8102684" y="1611477"/>
                <a:ext cx="72000" cy="72000"/>
                <a:chOff x="2940437" y="2216043"/>
                <a:chExt cx="57600" cy="57600"/>
              </a:xfrm>
            </p:grpSpPr>
            <p:cxnSp>
              <p:nvCxnSpPr>
                <p:cNvPr id="37" name="直接连接符 93">
                  <a:extLst>
                    <a:ext uri="{FF2B5EF4-FFF2-40B4-BE49-F238E27FC236}">
                      <a16:creationId xmlns:a16="http://schemas.microsoft.com/office/drawing/2014/main" id="{4107D212-2499-7C49-8EB3-1EA10C34EE17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>
                  <a:off x="2940437" y="2245086"/>
                  <a:ext cx="57600" cy="0"/>
                </a:xfrm>
                <a:prstGeom prst="line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43" name="直接连接符 96">
                  <a:extLst>
                    <a:ext uri="{FF2B5EF4-FFF2-40B4-BE49-F238E27FC236}">
                      <a16:creationId xmlns:a16="http://schemas.microsoft.com/office/drawing/2014/main" id="{3B3BA0A8-61A6-B6B2-503C-958BF926AC85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6200000">
                  <a:off x="2938089" y="2244843"/>
                  <a:ext cx="57600" cy="0"/>
                </a:xfrm>
                <a:prstGeom prst="line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C10BC997-7728-68DA-DBD3-1A73484ACA6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815854" y="1552460"/>
                <a:ext cx="2936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P1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7874B1D1-DB92-D2D7-395F-2A0BD136082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116828" y="1545374"/>
                <a:ext cx="2936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P2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77064583-4233-1673-518D-0908E4B7EBD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963802" y="2168681"/>
                <a:ext cx="478016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G2~G5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722FF77-F948-668B-7083-86445DC63E5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895924" y="2523100"/>
            <a:ext cx="656449" cy="2500940"/>
            <a:chOff x="6895924" y="2523100"/>
            <a:chExt cx="656449" cy="2500940"/>
          </a:xfrm>
        </p:grpSpPr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75D03CC4-D4E9-A456-074B-47D107C9314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035147" y="2523100"/>
              <a:ext cx="517226" cy="2389473"/>
              <a:chOff x="7035147" y="2523100"/>
              <a:chExt cx="517226" cy="2389473"/>
            </a:xfrm>
          </p:grpSpPr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B668C61D-92D4-B2C8-58C7-C5747E173E5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035147" y="2523100"/>
                <a:ext cx="216000" cy="200056"/>
              </a:xfrm>
              <a:prstGeom prst="rect">
                <a:avLst/>
              </a:prstGeom>
              <a:noFill/>
              <a:ln w="15875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7CF5C716-E109-4584-05CB-B96B23F2EF2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47481" y="2523101"/>
                <a:ext cx="30489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G2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97628893-8BCB-4615-FF58-87F0504BA1D1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29737" y="3537518"/>
                <a:ext cx="30489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G3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4E410301-4FD5-B984-172A-11DA543D890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44323" y="4530689"/>
                <a:ext cx="30489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G4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A2B10984-3C4E-DB10-974C-D31DCF0B5C9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7078369" y="2628044"/>
                <a:ext cx="216000" cy="0"/>
              </a:xfrm>
              <a:prstGeom prst="line">
                <a:avLst/>
              </a:prstGeom>
              <a:ln w="9525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A2A7B094-03C6-7B07-0CF7-C43001148B5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7072066" y="3637331"/>
                <a:ext cx="216000" cy="0"/>
              </a:xfrm>
              <a:prstGeom prst="line">
                <a:avLst/>
              </a:prstGeom>
              <a:ln w="9525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F0A70507-7449-68D0-9BBD-E2816F1815C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7079345" y="4640484"/>
                <a:ext cx="216000" cy="0"/>
              </a:xfrm>
              <a:prstGeom prst="line">
                <a:avLst/>
              </a:prstGeom>
              <a:ln w="9525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D2BCB519-C065-4BBE-0731-F67D29E2A12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7079036" y="4821003"/>
                <a:ext cx="216000" cy="0"/>
              </a:xfrm>
              <a:prstGeom prst="line">
                <a:avLst/>
              </a:prstGeom>
              <a:ln w="9525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4368EFA6-DE82-AF66-F98C-B66BB8B4B14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44323" y="4712518"/>
                <a:ext cx="30489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G5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</p:grpSp>
        <p:sp>
          <p:nvSpPr>
            <p:cNvPr id="2" name="TextBox 68">
              <a:extLst>
                <a:ext uri="{FF2B5EF4-FFF2-40B4-BE49-F238E27FC236}">
                  <a16:creationId xmlns:a16="http://schemas.microsoft.com/office/drawing/2014/main" id="{1D821944-9296-A813-792F-DA7D8DB5E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6895924" y="4885541"/>
              <a:ext cx="245635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(</a:t>
              </a:r>
              <a:r>
                <a:rPr lang="zh-CN" altLang="en-US" sz="900" dirty="0">
                  <a:solidFill>
                    <a:srgbClr val="0509BB"/>
                  </a:solidFill>
                </a:rPr>
                <a:t>图</a:t>
              </a:r>
              <a:r>
                <a:rPr lang="en-US" altLang="zh-CN" sz="900" dirty="0">
                  <a:solidFill>
                    <a:srgbClr val="0509BB"/>
                  </a:solidFill>
                </a:rPr>
                <a:t>1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)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B3242F0-FA96-DA52-0706-C6219AE6153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183845" y="2874605"/>
            <a:ext cx="1146428" cy="1891863"/>
            <a:chOff x="2826315" y="2775377"/>
            <a:chExt cx="1146428" cy="189186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F38B0879-1A23-C7D2-E4A0-697B95016F7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7"/>
            <a:srcRect t="1828"/>
            <a:stretch/>
          </p:blipFill>
          <p:spPr>
            <a:xfrm>
              <a:off x="2826315" y="2795240"/>
              <a:ext cx="1146428" cy="1872000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BC0187C-BFA6-87C5-7BBC-0D3FCA6408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34068" y="2775377"/>
              <a:ext cx="527290" cy="258537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120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C30F8392-E8CA-5E4A-BFC0-4A834912A8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790" y="2023253"/>
            <a:ext cx="664394" cy="2772000"/>
          </a:xfrm>
          <a:prstGeom prst="rect">
            <a:avLst/>
          </a:prstGeom>
        </p:spPr>
      </p:pic>
      <p:sp>
        <p:nvSpPr>
          <p:cNvPr id="91" name="矩形 9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456860"/>
            <a:ext cx="8640027" cy="28814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FFFF"/>
              </a:gs>
            </a:gsLst>
            <a:lin ang="0" scaled="1"/>
            <a:tileRect/>
          </a:gradFill>
        </p:spPr>
        <p:txBody>
          <a:bodyPr wrap="square" lIns="144000" tIns="36000" rIns="36000" bIns="3600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OMM Build Datum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 charset="-122"/>
              </a:rPr>
              <a:t>Alignment 3 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3525" y="757845"/>
            <a:ext cx="8605076" cy="113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ct val="85000"/>
            </a:pPr>
            <a:r>
              <a:rPr lang="en-US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lang="en-US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OMM</a:t>
            </a:r>
          </a:p>
          <a:p>
            <a:pPr lvl="0">
              <a:buClr>
                <a:schemeClr val="dk1"/>
              </a:buClr>
              <a:buSzPct val="85000"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Clamping instructions(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裝夾说明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sz="1000" b="1" i="0" u="none" strike="noStrike" cap="none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: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zh-CN" altLang="en-US" sz="1000" dirty="0">
                <a:solidFill>
                  <a:schemeClr val="accent2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如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</a:t>
            </a:r>
            <a:endParaRPr lang="en-US" sz="1000" b="0" i="0" u="none" strike="noStrike" cap="none" dirty="0">
              <a:solidFill>
                <a:schemeClr val="accent2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chemeClr val="dk1"/>
              </a:buClr>
              <a:buSzPct val="85000"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2x /  Ring Light</a:t>
            </a:r>
          </a:p>
          <a:p>
            <a:pPr lvl="0">
              <a:buClr>
                <a:srgbClr val="49433E"/>
              </a:buClr>
              <a:buSzPct val="90000"/>
              <a:defRPr/>
            </a:pPr>
            <a:r>
              <a:rPr lang="en-US" altLang="zh-TW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Datum Setup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基准建立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TW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:</a:t>
            </a:r>
            <a:r>
              <a:rPr lang="en-US" altLang="zh-TW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ct val="900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按照下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所示装夹产品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并放置于设备平台上。</a:t>
            </a:r>
            <a:endParaRPr lang="en-US" altLang="zh-CN" sz="1000" b="1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2.</a:t>
            </a:r>
            <a:r>
              <a:rPr lang="zh-CN" altLang="en-US" sz="1000" dirty="0">
                <a:solidFill>
                  <a:schemeClr val="accent2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如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图所示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产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品表面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对焦取点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</a:t>
            </a: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在产品边缘取点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P1~P3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3.P1&amp;P2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构建线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将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旋转至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轴原点。</a:t>
            </a:r>
            <a:endParaRPr lang="zh-TW" altLang="en-US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chemeClr val="dk1"/>
              </a:buClr>
              <a:buSzPts val="1100"/>
            </a:pPr>
            <a:endParaRPr lang="zh-TW" altLang="en-US" sz="1000" dirty="0">
              <a:solidFill>
                <a:schemeClr val="accent2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4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18711"/>
            <a:ext cx="8640027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6000" rIns="91425" bIns="36000" anchor="ctr" anchorCtr="0">
            <a:noAutofit/>
          </a:bodyPr>
          <a:lstStyle/>
          <a:p>
            <a:pPr lvl="0" algn="ctr">
              <a:buSzPts val="3000"/>
            </a:pPr>
            <a:r>
              <a:rPr lang="en-US" altLang="zh-CN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Datum Establishment</a:t>
            </a:r>
            <a:endParaRPr sz="2400" b="0" i="0" u="none" strike="noStrike" cap="none" dirty="0">
              <a:solidFill>
                <a:schemeClr val="bg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5" name="矩形 5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456860"/>
            <a:ext cx="8640027" cy="4553290"/>
          </a:xfrm>
          <a:prstGeom prst="rect">
            <a:avLst/>
          </a:prstGeom>
          <a:noFill/>
          <a:ln w="12700">
            <a:solidFill>
              <a:schemeClr val="accent5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35FFF54-4505-F9C1-D050-0B1E340602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/>
          <a:srcRect l="26740" t="695" r="1008" b="20407"/>
          <a:stretch/>
        </p:blipFill>
        <p:spPr>
          <a:xfrm>
            <a:off x="750622" y="1949393"/>
            <a:ext cx="4958935" cy="288000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0EB4DB9C-1229-5F77-7C1D-81A4D99928F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25477" y="2148094"/>
            <a:ext cx="415996" cy="2785658"/>
            <a:chOff x="6625477" y="2148094"/>
            <a:chExt cx="415996" cy="2785658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0AF67B0-6D95-461A-AD68-A2D70012C13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6764205" y="4795253"/>
              <a:ext cx="245635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(</a:t>
              </a:r>
              <a:r>
                <a:rPr lang="zh-CN" altLang="en-US" sz="900" dirty="0">
                  <a:solidFill>
                    <a:srgbClr val="0509BB"/>
                  </a:solidFill>
                </a:rPr>
                <a:t>图</a:t>
              </a:r>
              <a:r>
                <a:rPr lang="en-US" altLang="zh-CN" sz="900" dirty="0">
                  <a:solidFill>
                    <a:srgbClr val="0509BB"/>
                  </a:solidFill>
                </a:rPr>
                <a:t>1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)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011F49F7-774E-DD3F-43F9-233D09EE4E2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729395" y="2261900"/>
              <a:ext cx="195703" cy="2274230"/>
              <a:chOff x="6729395" y="2261900"/>
              <a:chExt cx="195703" cy="2274230"/>
            </a:xfrm>
          </p:grpSpPr>
          <p:grpSp>
            <p:nvGrpSpPr>
              <p:cNvPr id="21" name="组合 91">
                <a:extLst>
                  <a:ext uri="{FF2B5EF4-FFF2-40B4-BE49-F238E27FC236}">
                    <a16:creationId xmlns:a16="http://schemas.microsoft.com/office/drawing/2014/main" id="{828B8455-B551-C34C-94C1-C31DADA33D69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 rot="2700000">
                <a:off x="6732594" y="2460370"/>
                <a:ext cx="72000" cy="72000"/>
                <a:chOff x="2940437" y="2216043"/>
                <a:chExt cx="57600" cy="57600"/>
              </a:xfrm>
            </p:grpSpPr>
            <p:cxnSp>
              <p:nvCxnSpPr>
                <p:cNvPr id="22" name="直接连接符 93">
                  <a:extLst>
                    <a:ext uri="{FF2B5EF4-FFF2-40B4-BE49-F238E27FC236}">
                      <a16:creationId xmlns:a16="http://schemas.microsoft.com/office/drawing/2014/main" id="{D20230B5-6229-660A-A165-E54A1317C934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>
                  <a:off x="2940437" y="2245086"/>
                  <a:ext cx="57600" cy="0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3" name="直接连接符 96">
                  <a:extLst>
                    <a:ext uri="{FF2B5EF4-FFF2-40B4-BE49-F238E27FC236}">
                      <a16:creationId xmlns:a16="http://schemas.microsoft.com/office/drawing/2014/main" id="{70EC4468-BBD0-5F6B-EAAD-A36C8DFC0BBE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6200000">
                  <a:off x="2938089" y="2244843"/>
                  <a:ext cx="57600" cy="0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4" name="组合 91">
                <a:extLst>
                  <a:ext uri="{FF2B5EF4-FFF2-40B4-BE49-F238E27FC236}">
                    <a16:creationId xmlns:a16="http://schemas.microsoft.com/office/drawing/2014/main" id="{F2E1105D-AF42-E57C-766F-073617841D56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 rot="2700000">
                <a:off x="6729395" y="4464130"/>
                <a:ext cx="72000" cy="72000"/>
                <a:chOff x="2940437" y="2216043"/>
                <a:chExt cx="57600" cy="57600"/>
              </a:xfrm>
            </p:grpSpPr>
            <p:cxnSp>
              <p:nvCxnSpPr>
                <p:cNvPr id="25" name="直接连接符 93">
                  <a:extLst>
                    <a:ext uri="{FF2B5EF4-FFF2-40B4-BE49-F238E27FC236}">
                      <a16:creationId xmlns:a16="http://schemas.microsoft.com/office/drawing/2014/main" id="{BD0CAB08-2E89-343C-EFD1-1F2E285E8552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>
                  <a:off x="2940437" y="2245086"/>
                  <a:ext cx="57600" cy="0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6" name="直接连接符 96">
                  <a:extLst>
                    <a:ext uri="{FF2B5EF4-FFF2-40B4-BE49-F238E27FC236}">
                      <a16:creationId xmlns:a16="http://schemas.microsoft.com/office/drawing/2014/main" id="{E577EA59-0203-AD3A-C6A9-E9BA673D37A3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6200000">
                  <a:off x="2938089" y="2244843"/>
                  <a:ext cx="57600" cy="0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9" name="组合 91">
                <a:extLst>
                  <a:ext uri="{FF2B5EF4-FFF2-40B4-BE49-F238E27FC236}">
                    <a16:creationId xmlns:a16="http://schemas.microsoft.com/office/drawing/2014/main" id="{FBC9CC20-D597-0C15-D2B5-1576A736E9BF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 rot="2700000">
                <a:off x="6853098" y="2261900"/>
                <a:ext cx="72000" cy="72000"/>
                <a:chOff x="2940437" y="2216043"/>
                <a:chExt cx="57600" cy="57600"/>
              </a:xfrm>
            </p:grpSpPr>
            <p:cxnSp>
              <p:nvCxnSpPr>
                <p:cNvPr id="30" name="直接连接符 93">
                  <a:extLst>
                    <a:ext uri="{FF2B5EF4-FFF2-40B4-BE49-F238E27FC236}">
                      <a16:creationId xmlns:a16="http://schemas.microsoft.com/office/drawing/2014/main" id="{0A40FE5A-5C6D-5180-A419-D07B5FA5476D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>
                  <a:off x="2940437" y="2245086"/>
                  <a:ext cx="57600" cy="0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1" name="直接连接符 96">
                  <a:extLst>
                    <a:ext uri="{FF2B5EF4-FFF2-40B4-BE49-F238E27FC236}">
                      <a16:creationId xmlns:a16="http://schemas.microsoft.com/office/drawing/2014/main" id="{1647D66A-842D-48D4-2063-B07A5B36E1BC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6200000">
                  <a:off x="2938089" y="2244843"/>
                  <a:ext cx="57600" cy="0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0042B21-1C4F-E31A-C857-34D56372FA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52611" y="3350003"/>
              <a:ext cx="28886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Z1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9DF1B48-51ED-7696-5B1C-D2FA90EAD744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864820" y="3339104"/>
              <a:ext cx="54000" cy="54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E28E315-C127-DBA6-CDEA-03275EA1AE7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27762" y="2399251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P2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61" name="矩形 60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34566" y="2372731"/>
              <a:ext cx="277913" cy="240223"/>
            </a:xfrm>
            <a:prstGeom prst="rect">
              <a:avLst/>
            </a:prstGeom>
            <a:noFill/>
            <a:ln w="15875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080AC71-94DC-50C1-E436-444D8227A20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43023" y="4395758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P1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C0C51AD-FFA6-C26A-E086-45A1752C54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25477" y="2148094"/>
              <a:ext cx="293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P3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74FFC99-4B09-EA28-1F53-E82C155CD4C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91747" y="1221327"/>
            <a:ext cx="991804" cy="1106465"/>
            <a:chOff x="7591747" y="1221327"/>
            <a:chExt cx="991804" cy="1106465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1F306B1-D39B-5BC4-AE4D-B86F49E16CD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7591747" y="1221327"/>
              <a:ext cx="991804" cy="900000"/>
            </a:xfrm>
            <a:prstGeom prst="rect">
              <a:avLst/>
            </a:prstGeom>
          </p:spPr>
        </p:pic>
        <p:grpSp>
          <p:nvGrpSpPr>
            <p:cNvPr id="18" name="组合 91">
              <a:extLst>
                <a:ext uri="{FF2B5EF4-FFF2-40B4-BE49-F238E27FC236}">
                  <a16:creationId xmlns:a16="http://schemas.microsoft.com/office/drawing/2014/main" id="{1B136DB8-1A24-3E25-3931-E159513478FD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8126676" y="1676299"/>
              <a:ext cx="72000" cy="72000"/>
              <a:chOff x="2940437" y="2216043"/>
              <a:chExt cx="57600" cy="57600"/>
            </a:xfrm>
          </p:grpSpPr>
          <p:cxnSp>
            <p:nvCxnSpPr>
              <p:cNvPr id="19" name="直接连接符 93">
                <a:extLst>
                  <a:ext uri="{FF2B5EF4-FFF2-40B4-BE49-F238E27FC236}">
                    <a16:creationId xmlns:a16="http://schemas.microsoft.com/office/drawing/2014/main" id="{93353FBE-1F3B-BD8E-6B43-06ACD0F0474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" name="直接连接符 96">
                <a:extLst>
                  <a:ext uri="{FF2B5EF4-FFF2-40B4-BE49-F238E27FC236}">
                    <a16:creationId xmlns:a16="http://schemas.microsoft.com/office/drawing/2014/main" id="{9DAB5478-828F-6DBF-6579-695685A7C35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B32AB0D-9254-18B0-E2E6-8C458192940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40970" y="2127737"/>
              <a:ext cx="4539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0509BB"/>
                  </a:solidFill>
                </a:rPr>
                <a:t>P1, P2</a:t>
              </a:r>
              <a:endParaRPr lang="zh-CN" altLang="en-US" sz="700" dirty="0">
                <a:solidFill>
                  <a:srgbClr val="0509BB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9002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E893D0F9-B404-AF15-F7D8-FDD2DD7EB0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359" y="2024197"/>
            <a:ext cx="664394" cy="2772000"/>
          </a:xfrm>
          <a:prstGeom prst="rect">
            <a:avLst/>
          </a:prstGeom>
        </p:spPr>
      </p:pic>
      <p:graphicFrame>
        <p:nvGraphicFramePr>
          <p:cNvPr id="62" name="表格 61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671346814"/>
              </p:ext>
            </p:extLst>
          </p:nvPr>
        </p:nvGraphicFramePr>
        <p:xfrm>
          <a:off x="257171" y="463089"/>
          <a:ext cx="8621975" cy="452017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35552">
                  <a:extLst>
                    <a:ext uri="{9D8B030D-6E8A-4147-A177-3AD203B41FA5}">
                      <a16:colId xmlns:a16="http://schemas.microsoft.com/office/drawing/2014/main" val="4236030093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619850978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2640322272"/>
                    </a:ext>
                  </a:extLst>
                </a:gridCol>
                <a:gridCol w="443346">
                  <a:extLst>
                    <a:ext uri="{9D8B030D-6E8A-4147-A177-3AD203B41FA5}">
                      <a16:colId xmlns:a16="http://schemas.microsoft.com/office/drawing/2014/main" val="2786232687"/>
                    </a:ext>
                  </a:extLst>
                </a:gridCol>
                <a:gridCol w="408709">
                  <a:extLst>
                    <a:ext uri="{9D8B030D-6E8A-4147-A177-3AD203B41FA5}">
                      <a16:colId xmlns:a16="http://schemas.microsoft.com/office/drawing/2014/main" val="2009619367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3502324209"/>
                    </a:ext>
                  </a:extLst>
                </a:gridCol>
                <a:gridCol w="1323109">
                  <a:extLst>
                    <a:ext uri="{9D8B030D-6E8A-4147-A177-3AD203B41FA5}">
                      <a16:colId xmlns:a16="http://schemas.microsoft.com/office/drawing/2014/main" val="2829241829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1928049862"/>
                    </a:ext>
                  </a:extLst>
                </a:gridCol>
                <a:gridCol w="1115291">
                  <a:extLst>
                    <a:ext uri="{9D8B030D-6E8A-4147-A177-3AD203B41FA5}">
                      <a16:colId xmlns:a16="http://schemas.microsoft.com/office/drawing/2014/main" val="2750202667"/>
                    </a:ext>
                  </a:extLst>
                </a:gridCol>
                <a:gridCol w="1016695">
                  <a:extLst>
                    <a:ext uri="{9D8B030D-6E8A-4147-A177-3AD203B41FA5}">
                      <a16:colId xmlns:a16="http://schemas.microsoft.com/office/drawing/2014/main" val="3243284654"/>
                    </a:ext>
                  </a:extLst>
                </a:gridCol>
              </a:tblGrid>
              <a:tr h="1934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SPC Callout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Nominal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altLang="zh-CN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altLang="zh-CN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Measurement Method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Description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Fixture 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Drawing Location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Remark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61806"/>
                  </a:ext>
                </a:extLst>
              </a:tr>
              <a:tr h="193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FAI08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0.05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-0.05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G7~G10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071259"/>
                  </a:ext>
                </a:extLst>
              </a:tr>
              <a:tr h="193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FAI09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0.20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-0.20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/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2x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36053"/>
                  </a:ext>
                </a:extLst>
              </a:tr>
              <a:tr h="193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0.20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-0.20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/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2x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267807"/>
                  </a:ext>
                </a:extLst>
              </a:tr>
              <a:tr h="3727692">
                <a:tc gridSpan="6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65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en-US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58942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080F0BC-6228-1131-154F-76BA0EBC5F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079" y="1956168"/>
            <a:ext cx="1169836" cy="2880000"/>
          </a:xfrm>
          <a:prstGeom prst="rect">
            <a:avLst/>
          </a:prstGeom>
        </p:spPr>
      </p:pic>
      <p:sp>
        <p:nvSpPr>
          <p:cNvPr id="170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7175" y="18712"/>
            <a:ext cx="8621971" cy="39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Description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26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2100" y="1293815"/>
            <a:ext cx="3940175" cy="240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49433E"/>
              </a:buClr>
              <a:buSzPct val="85000"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OMM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2x /  Ring Light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Measurement Datum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(</a:t>
            </a:r>
            <a:r>
              <a:rPr lang="zh-CN" altLang="en-US" sz="1000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测量基准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altLang="zh-CN" sz="1000" b="1" dirty="0">
                <a:solidFill>
                  <a:schemeClr val="bg2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OMM Build Datum Alignment 3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description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测量描述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altLang="zh-TW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ts val="1100"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1.1).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按照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G10(Y=-8.00mm)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的位置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P1, P2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;</a:t>
            </a: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FAI08-G10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{P1&amp;P2}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向距离。</a:t>
            </a:r>
            <a:endParaRPr lang="en-US" altLang="zh-TW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1.2).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用相同方法测量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G9</a:t>
            </a: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G8</a:t>
            </a: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G7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的位置。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2.1).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所示的位置取点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P3~P10;</a:t>
            </a: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FAI09-1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{P3&amp;P4}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FAI09-2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{P5&amp;P6}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FAI10-1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{P7&amp;P8}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FAI10-2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{P9&amp;P10}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向距离。</a:t>
            </a:r>
            <a:endParaRPr lang="en-US" altLang="zh-TW" sz="1000" dirty="0">
              <a:solidFill>
                <a:srgbClr val="333399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C2D39455-8807-CB8A-E9A4-646393389B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58189" y="2775377"/>
            <a:ext cx="1146431" cy="1925773"/>
            <a:chOff x="2826315" y="2775377"/>
            <a:chExt cx="1146431" cy="1925773"/>
          </a:xfrm>
        </p:grpSpPr>
        <p:pic>
          <p:nvPicPr>
            <p:cNvPr id="90" name="图片 89">
              <a:extLst>
                <a:ext uri="{FF2B5EF4-FFF2-40B4-BE49-F238E27FC236}">
                  <a16:creationId xmlns:a16="http://schemas.microsoft.com/office/drawing/2014/main" id="{6691F31B-CA15-D955-4CE3-84EE79E4C5A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/>
            <a:srcRect t="1828"/>
            <a:stretch/>
          </p:blipFill>
          <p:spPr>
            <a:xfrm>
              <a:off x="2826315" y="2795240"/>
              <a:ext cx="1146428" cy="1872000"/>
            </a:xfrm>
            <a:prstGeom prst="rect">
              <a:avLst/>
            </a:prstGeom>
          </p:spPr>
        </p:pic>
        <p:grpSp>
          <p:nvGrpSpPr>
            <p:cNvPr id="3" name="组合 2"/>
            <p:cNvGrpSpPr>
              <a:grpSpLocks noGrp="1" noUngrp="1" noRot="1" noMove="1" noResize="1"/>
            </p:cNvGrpSpPr>
            <p:nvPr/>
          </p:nvGrpSpPr>
          <p:grpSpPr>
            <a:xfrm rot="5400000">
              <a:off x="3086876" y="3815280"/>
              <a:ext cx="1106166" cy="665574"/>
              <a:chOff x="3128311" y="3879371"/>
              <a:chExt cx="1106166" cy="665574"/>
            </a:xfrm>
          </p:grpSpPr>
          <p:sp>
            <p:nvSpPr>
              <p:cNvPr id="97" name="矩形 96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28311" y="3879371"/>
                <a:ext cx="466663" cy="281059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 67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5400000">
                <a:off x="3802686" y="4113154"/>
                <a:ext cx="578949" cy="28463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3" name="矩形 8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34067" y="2775377"/>
              <a:ext cx="600075" cy="258537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84" name="表格 83"/>
          <p:cNvGraphicFramePr>
            <a:graphicFrameLocks noGrp="1" noDrilldown="1" noChangeAspect="1" noMove="1" noResize="1"/>
          </p:cNvGraphicFramePr>
          <p:nvPr>
            <p:extLst>
              <p:ext uri="{D42A27DB-BD31-4B8C-83A1-F6EECF244321}">
                <p14:modId xmlns:p14="http://schemas.microsoft.com/office/powerpoint/2010/main" val="1001739960"/>
              </p:ext>
            </p:extLst>
          </p:nvPr>
        </p:nvGraphicFramePr>
        <p:xfrm>
          <a:off x="1212764" y="3524611"/>
          <a:ext cx="749299" cy="891905"/>
        </p:xfrm>
        <a:graphic>
          <a:graphicData uri="http://schemas.openxmlformats.org/drawingml/2006/table">
            <a:tbl>
              <a:tblPr>
                <a:tableStyleId>{DBFE9BA8-BFAB-459D-AF89-4DFEDD522D4D}</a:tableStyleId>
              </a:tblPr>
              <a:tblGrid>
                <a:gridCol w="348345">
                  <a:extLst>
                    <a:ext uri="{9D8B030D-6E8A-4147-A177-3AD203B41FA5}">
                      <a16:colId xmlns:a16="http://schemas.microsoft.com/office/drawing/2014/main" val="2701361790"/>
                    </a:ext>
                  </a:extLst>
                </a:gridCol>
                <a:gridCol w="400954">
                  <a:extLst>
                    <a:ext uri="{9D8B030D-6E8A-4147-A177-3AD203B41FA5}">
                      <a16:colId xmlns:a16="http://schemas.microsoft.com/office/drawing/2014/main" val="1403277513"/>
                    </a:ext>
                  </a:extLst>
                </a:gridCol>
              </a:tblGrid>
              <a:tr h="1783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 dirty="0">
                          <a:effectLst/>
                        </a:rPr>
                        <a:t>POS</a:t>
                      </a: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0" i="1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1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969390225"/>
                  </a:ext>
                </a:extLst>
              </a:tr>
              <a:tr h="1783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G7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238730515"/>
                  </a:ext>
                </a:extLst>
              </a:tr>
              <a:tr h="1783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G8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-83.50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686500300"/>
                  </a:ext>
                </a:extLst>
              </a:tr>
              <a:tr h="1783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G9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-45.75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479545502"/>
                  </a:ext>
                </a:extLst>
              </a:tr>
              <a:tr h="1783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-8.00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3990156512"/>
                  </a:ext>
                </a:extLst>
              </a:tr>
            </a:tbl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18F6066B-C044-D88F-F49C-63374685C13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627312" y="1420084"/>
            <a:ext cx="3146734" cy="3510849"/>
            <a:chOff x="5627312" y="1420084"/>
            <a:chExt cx="3146734" cy="351084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8F07168-C74E-EBFE-2564-57C988204D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7041408" y="1420084"/>
              <a:ext cx="991804" cy="900000"/>
            </a:xfrm>
            <a:prstGeom prst="rect">
              <a:avLst/>
            </a:prstGeom>
          </p:spPr>
        </p:pic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49B7301-0B1C-8A70-75B1-D5E30C92F52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627312" y="1736405"/>
              <a:ext cx="3146734" cy="3194528"/>
              <a:chOff x="5627312" y="1736405"/>
              <a:chExt cx="3146734" cy="3194528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6E3D844F-6925-10A0-6AB0-3D4F6CC43D66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7510172" y="1773192"/>
                <a:ext cx="139205" cy="75957"/>
                <a:chOff x="7510172" y="1773192"/>
                <a:chExt cx="139205" cy="75957"/>
              </a:xfrm>
            </p:grpSpPr>
            <p:grpSp>
              <p:nvGrpSpPr>
                <p:cNvPr id="43" name="组合 91">
                  <a:extLst>
                    <a:ext uri="{FF2B5EF4-FFF2-40B4-BE49-F238E27FC236}">
                      <a16:creationId xmlns:a16="http://schemas.microsoft.com/office/drawing/2014/main" id="{DA363F98-6914-0363-B1A5-FBE362D78549}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/>
              </p:nvGrpSpPr>
              <p:grpSpPr>
                <a:xfrm rot="2700000">
                  <a:off x="7510172" y="1777149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46" name="直接连接符 93">
                    <a:extLst>
                      <a:ext uri="{FF2B5EF4-FFF2-40B4-BE49-F238E27FC236}">
                        <a16:creationId xmlns:a16="http://schemas.microsoft.com/office/drawing/2014/main" id="{9ECCE445-C4B7-53C8-9214-E91E917333E6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7"/>
                    <a:srcRect/>
                    <a:tile tx="0" ty="0" sx="100000" sy="100000" flip="none" algn="tl"/>
                  </a:blipFill>
                  <a:ln w="9525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47" name="直接连接符 96">
                    <a:extLst>
                      <a:ext uri="{FF2B5EF4-FFF2-40B4-BE49-F238E27FC236}">
                        <a16:creationId xmlns:a16="http://schemas.microsoft.com/office/drawing/2014/main" id="{D67AE033-BD18-BE0A-BDCD-F93D883A42CD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7"/>
                    <a:srcRect/>
                    <a:tile tx="0" ty="0" sx="100000" sy="100000" flip="none" algn="tl"/>
                  </a:blipFill>
                  <a:ln w="9525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2" name="组合 91">
                  <a:extLst>
                    <a:ext uri="{FF2B5EF4-FFF2-40B4-BE49-F238E27FC236}">
                      <a16:creationId xmlns:a16="http://schemas.microsoft.com/office/drawing/2014/main" id="{E1A69E20-906C-554B-A465-789BD594DEA7}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/>
              </p:nvGrpSpPr>
              <p:grpSpPr>
                <a:xfrm rot="2700000">
                  <a:off x="7577377" y="1773192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7" name="直接连接符 93">
                    <a:extLst>
                      <a:ext uri="{FF2B5EF4-FFF2-40B4-BE49-F238E27FC236}">
                        <a16:creationId xmlns:a16="http://schemas.microsoft.com/office/drawing/2014/main" id="{1634ED60-F110-3613-1933-37BA3CAF5D17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7"/>
                    <a:srcRect/>
                    <a:tile tx="0" ty="0" sx="100000" sy="100000" flip="none" algn="tl"/>
                  </a:blipFill>
                  <a:ln w="9525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0" name="直接连接符 96">
                    <a:extLst>
                      <a:ext uri="{FF2B5EF4-FFF2-40B4-BE49-F238E27FC236}">
                        <a16:creationId xmlns:a16="http://schemas.microsoft.com/office/drawing/2014/main" id="{F88F4545-BDB4-B5F2-0E83-CB692634B2DE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7"/>
                    <a:srcRect/>
                    <a:tile tx="0" ty="0" sx="100000" sy="100000" flip="none" algn="tl"/>
                  </a:blipFill>
                  <a:ln w="9525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grpSp>
            <p:nvGrpSpPr>
              <p:cNvPr id="95" name="组合 94">
                <a:extLst>
                  <a:ext uri="{FF2B5EF4-FFF2-40B4-BE49-F238E27FC236}">
                    <a16:creationId xmlns:a16="http://schemas.microsoft.com/office/drawing/2014/main" id="{DA7BE8C3-A110-C332-7F26-D59922747C44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7065996" y="2849043"/>
                <a:ext cx="1708050" cy="1913798"/>
                <a:chOff x="7065996" y="2849043"/>
                <a:chExt cx="1708050" cy="1913798"/>
              </a:xfrm>
            </p:grpSpPr>
            <p:pic>
              <p:nvPicPr>
                <p:cNvPr id="12" name="图片 11">
                  <a:extLst>
                    <a:ext uri="{FF2B5EF4-FFF2-40B4-BE49-F238E27FC236}">
                      <a16:creationId xmlns:a16="http://schemas.microsoft.com/office/drawing/2014/main" id="{E46E4DDC-869A-DD44-11C0-52A215F1209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 rotWithShape="1">
                <a:blip r:embed="rId8"/>
                <a:srcRect l="20223" r="11105" b="3622"/>
                <a:stretch/>
              </p:blipFill>
              <p:spPr>
                <a:xfrm>
                  <a:off x="7065996" y="2902968"/>
                  <a:ext cx="1708050" cy="1800000"/>
                </a:xfrm>
                <a:prstGeom prst="rect">
                  <a:avLst/>
                </a:prstGeom>
              </p:spPr>
            </p:pic>
            <p:grpSp>
              <p:nvGrpSpPr>
                <p:cNvPr id="94" name="组合 93">
                  <a:extLst>
                    <a:ext uri="{FF2B5EF4-FFF2-40B4-BE49-F238E27FC236}">
                      <a16:creationId xmlns:a16="http://schemas.microsoft.com/office/drawing/2014/main" id="{E92B7A66-D6CF-C8B0-7F68-FCB97E392CA5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7393582" y="2849043"/>
                  <a:ext cx="1026687" cy="1913798"/>
                  <a:chOff x="7393582" y="2849043"/>
                  <a:chExt cx="1026687" cy="1913798"/>
                </a:xfrm>
              </p:grpSpPr>
              <p:grpSp>
                <p:nvGrpSpPr>
                  <p:cNvPr id="93" name="组合 92">
                    <a:extLst>
                      <a:ext uri="{FF2B5EF4-FFF2-40B4-BE49-F238E27FC236}">
                        <a16:creationId xmlns:a16="http://schemas.microsoft.com/office/drawing/2014/main" id="{9F183A0C-69CF-C5A4-C664-CB960148C45A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7570396" y="2953067"/>
                    <a:ext cx="647199" cy="1692653"/>
                    <a:chOff x="7570396" y="2953067"/>
                    <a:chExt cx="647199" cy="1692653"/>
                  </a:xfrm>
                </p:grpSpPr>
                <p:grpSp>
                  <p:nvGrpSpPr>
                    <p:cNvPr id="92" name="组合 91">
                      <a:extLst>
                        <a:ext uri="{FF2B5EF4-FFF2-40B4-BE49-F238E27FC236}">
                          <a16:creationId xmlns:a16="http://schemas.microsoft.com/office/drawing/2014/main" id="{9CF57DBB-F163-4F30-41BF-E72D90CD7CFB}"/>
                        </a:ext>
                      </a:extLst>
                    </p:cNvPr>
                    <p:cNvGrpSpPr>
                      <a:grpSpLocks noGrp="1" noUngrp="1" noRot="1" noMove="1" noResize="1"/>
                    </p:cNvGrpSpPr>
                    <p:nvPr/>
                  </p:nvGrpSpPr>
                  <p:grpSpPr>
                    <a:xfrm>
                      <a:off x="7570396" y="2988695"/>
                      <a:ext cx="647199" cy="1617074"/>
                      <a:chOff x="7570396" y="2988695"/>
                      <a:chExt cx="647199" cy="1617074"/>
                    </a:xfrm>
                  </p:grpSpPr>
                  <p:grpSp>
                    <p:nvGrpSpPr>
                      <p:cNvPr id="21" name="组合 91">
                        <a:extLst>
                          <a:ext uri="{FF2B5EF4-FFF2-40B4-BE49-F238E27FC236}">
                            <a16:creationId xmlns:a16="http://schemas.microsoft.com/office/drawing/2014/main" id="{3E338D26-275B-45B0-9B73-8C20D8DB0CC0}"/>
                          </a:ext>
                        </a:extLst>
                      </p:cNvPr>
                      <p:cNvGrpSpPr>
                        <a:grpSpLocks noGrp="1" noUngrp="1" noRot="1" noChangeAspect="1" noMove="1" noResize="1"/>
                      </p:cNvGrpSpPr>
                      <p:nvPr/>
                    </p:nvGrpSpPr>
                    <p:grpSpPr>
                      <a:xfrm rot="2700000">
                        <a:off x="7868849" y="2988695"/>
                        <a:ext cx="42066" cy="42065"/>
                        <a:chOff x="2940437" y="2216043"/>
                        <a:chExt cx="57600" cy="57600"/>
                      </a:xfrm>
                    </p:grpSpPr>
                    <p:cxnSp>
                      <p:nvCxnSpPr>
                        <p:cNvPr id="22" name="直接连接符 93">
                          <a:extLst>
                            <a:ext uri="{FF2B5EF4-FFF2-40B4-BE49-F238E27FC236}">
                              <a16:creationId xmlns:a16="http://schemas.microsoft.com/office/drawing/2014/main" id="{99FF99E1-A66F-44BF-A0B7-C9B847947EBB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>
                          <a:off x="2940437" y="2245086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23" name="直接连接符 96">
                          <a:extLst>
                            <a:ext uri="{FF2B5EF4-FFF2-40B4-BE49-F238E27FC236}">
                              <a16:creationId xmlns:a16="http://schemas.microsoft.com/office/drawing/2014/main" id="{60F1E946-D940-4872-8F5D-88C48AFEA58D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 rot="16200000">
                          <a:off x="2938089" y="2244843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  <p:grpSp>
                    <p:nvGrpSpPr>
                      <p:cNvPr id="24" name="组合 91">
                        <a:extLst>
                          <a:ext uri="{FF2B5EF4-FFF2-40B4-BE49-F238E27FC236}">
                            <a16:creationId xmlns:a16="http://schemas.microsoft.com/office/drawing/2014/main" id="{3E338D26-275B-45B0-9B73-8C20D8DB0CC0}"/>
                          </a:ext>
                        </a:extLst>
                      </p:cNvPr>
                      <p:cNvGrpSpPr>
                        <a:grpSpLocks noGrp="1" noUngrp="1" noRot="1" noChangeAspect="1" noMove="1" noResize="1"/>
                      </p:cNvGrpSpPr>
                      <p:nvPr/>
                    </p:nvGrpSpPr>
                    <p:grpSpPr>
                      <a:xfrm rot="2700000">
                        <a:off x="8138079" y="3793392"/>
                        <a:ext cx="42066" cy="42065"/>
                        <a:chOff x="2940437" y="2216043"/>
                        <a:chExt cx="57600" cy="57600"/>
                      </a:xfrm>
                    </p:grpSpPr>
                    <p:cxnSp>
                      <p:nvCxnSpPr>
                        <p:cNvPr id="25" name="直接连接符 93">
                          <a:extLst>
                            <a:ext uri="{FF2B5EF4-FFF2-40B4-BE49-F238E27FC236}">
                              <a16:creationId xmlns:a16="http://schemas.microsoft.com/office/drawing/2014/main" id="{99FF99E1-A66F-44BF-A0B7-C9B847947EBB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>
                          <a:off x="2940437" y="2245086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26" name="直接连接符 96">
                          <a:extLst>
                            <a:ext uri="{FF2B5EF4-FFF2-40B4-BE49-F238E27FC236}">
                              <a16:creationId xmlns:a16="http://schemas.microsoft.com/office/drawing/2014/main" id="{60F1E946-D940-4872-8F5D-88C48AFEA58D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 rot="16200000">
                          <a:off x="2938089" y="2244843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  <p:grpSp>
                    <p:nvGrpSpPr>
                      <p:cNvPr id="27" name="组合 91">
                        <a:extLst>
                          <a:ext uri="{FF2B5EF4-FFF2-40B4-BE49-F238E27FC236}">
                            <a16:creationId xmlns:a16="http://schemas.microsoft.com/office/drawing/2014/main" id="{3E338D26-275B-45B0-9B73-8C20D8DB0CC0}"/>
                          </a:ext>
                        </a:extLst>
                      </p:cNvPr>
                      <p:cNvGrpSpPr>
                        <a:grpSpLocks noGrp="1" noUngrp="1" noRot="1" noChangeAspect="1" noMove="1" noResize="1"/>
                      </p:cNvGrpSpPr>
                      <p:nvPr/>
                    </p:nvGrpSpPr>
                    <p:grpSpPr>
                      <a:xfrm rot="2700000">
                        <a:off x="8175530" y="3794071"/>
                        <a:ext cx="42066" cy="42065"/>
                        <a:chOff x="2940437" y="2216043"/>
                        <a:chExt cx="57600" cy="57600"/>
                      </a:xfrm>
                    </p:grpSpPr>
                    <p:cxnSp>
                      <p:nvCxnSpPr>
                        <p:cNvPr id="28" name="直接连接符 93">
                          <a:extLst>
                            <a:ext uri="{FF2B5EF4-FFF2-40B4-BE49-F238E27FC236}">
                              <a16:creationId xmlns:a16="http://schemas.microsoft.com/office/drawing/2014/main" id="{99FF99E1-A66F-44BF-A0B7-C9B847947EBB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>
                          <a:off x="2940437" y="2245086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29" name="直接连接符 96">
                          <a:extLst>
                            <a:ext uri="{FF2B5EF4-FFF2-40B4-BE49-F238E27FC236}">
                              <a16:creationId xmlns:a16="http://schemas.microsoft.com/office/drawing/2014/main" id="{60F1E946-D940-4872-8F5D-88C48AFEA58D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 rot="16200000">
                          <a:off x="2938089" y="2244843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  <p:grpSp>
                    <p:nvGrpSpPr>
                      <p:cNvPr id="30" name="组合 91">
                        <a:extLst>
                          <a:ext uri="{FF2B5EF4-FFF2-40B4-BE49-F238E27FC236}">
                            <a16:creationId xmlns:a16="http://schemas.microsoft.com/office/drawing/2014/main" id="{3E338D26-275B-45B0-9B73-8C20D8DB0CC0}"/>
                          </a:ext>
                        </a:extLst>
                      </p:cNvPr>
                      <p:cNvGrpSpPr>
                        <a:grpSpLocks noGrp="1" noUngrp="1" noRot="1" noChangeAspect="1" noMove="1" noResize="1"/>
                      </p:cNvGrpSpPr>
                      <p:nvPr/>
                    </p:nvGrpSpPr>
                    <p:grpSpPr>
                      <a:xfrm rot="2700000">
                        <a:off x="7570396" y="3777566"/>
                        <a:ext cx="42066" cy="42065"/>
                        <a:chOff x="2940437" y="2216043"/>
                        <a:chExt cx="57600" cy="57600"/>
                      </a:xfrm>
                    </p:grpSpPr>
                    <p:cxnSp>
                      <p:nvCxnSpPr>
                        <p:cNvPr id="31" name="直接连接符 93">
                          <a:extLst>
                            <a:ext uri="{FF2B5EF4-FFF2-40B4-BE49-F238E27FC236}">
                              <a16:creationId xmlns:a16="http://schemas.microsoft.com/office/drawing/2014/main" id="{99FF99E1-A66F-44BF-A0B7-C9B847947EBB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>
                          <a:off x="2940437" y="2245086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32" name="直接连接符 96">
                          <a:extLst>
                            <a:ext uri="{FF2B5EF4-FFF2-40B4-BE49-F238E27FC236}">
                              <a16:creationId xmlns:a16="http://schemas.microsoft.com/office/drawing/2014/main" id="{60F1E946-D940-4872-8F5D-88C48AFEA58D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 rot="16200000">
                          <a:off x="2938089" y="2244843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  <p:grpSp>
                    <p:nvGrpSpPr>
                      <p:cNvPr id="33" name="组合 91">
                        <a:extLst>
                          <a:ext uri="{FF2B5EF4-FFF2-40B4-BE49-F238E27FC236}">
                            <a16:creationId xmlns:a16="http://schemas.microsoft.com/office/drawing/2014/main" id="{3E338D26-275B-45B0-9B73-8C20D8DB0CC0}"/>
                          </a:ext>
                        </a:extLst>
                      </p:cNvPr>
                      <p:cNvGrpSpPr>
                        <a:grpSpLocks noGrp="1" noUngrp="1" noRot="1" noChangeAspect="1" noMove="1" noResize="1"/>
                      </p:cNvGrpSpPr>
                      <p:nvPr/>
                    </p:nvGrpSpPr>
                    <p:grpSpPr>
                      <a:xfrm rot="2700000">
                        <a:off x="7607588" y="3778276"/>
                        <a:ext cx="42066" cy="42065"/>
                        <a:chOff x="2940437" y="2216043"/>
                        <a:chExt cx="57600" cy="57600"/>
                      </a:xfrm>
                    </p:grpSpPr>
                    <p:cxnSp>
                      <p:nvCxnSpPr>
                        <p:cNvPr id="34" name="直接连接符 93">
                          <a:extLst>
                            <a:ext uri="{FF2B5EF4-FFF2-40B4-BE49-F238E27FC236}">
                              <a16:creationId xmlns:a16="http://schemas.microsoft.com/office/drawing/2014/main" id="{99FF99E1-A66F-44BF-A0B7-C9B847947EBB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>
                          <a:off x="2940437" y="2245086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38" name="直接连接符 96">
                          <a:extLst>
                            <a:ext uri="{FF2B5EF4-FFF2-40B4-BE49-F238E27FC236}">
                              <a16:creationId xmlns:a16="http://schemas.microsoft.com/office/drawing/2014/main" id="{60F1E946-D940-4872-8F5D-88C48AFEA58D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 rot="16200000">
                          <a:off x="2938089" y="2244843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  <p:grpSp>
                    <p:nvGrpSpPr>
                      <p:cNvPr id="39" name="组合 91">
                        <a:extLst>
                          <a:ext uri="{FF2B5EF4-FFF2-40B4-BE49-F238E27FC236}">
                            <a16:creationId xmlns:a16="http://schemas.microsoft.com/office/drawing/2014/main" id="{3E338D26-275B-45B0-9B73-8C20D8DB0CC0}"/>
                          </a:ext>
                        </a:extLst>
                      </p:cNvPr>
                      <p:cNvGrpSpPr>
                        <a:grpSpLocks noGrp="1" noUngrp="1" noRot="1" noChangeAspect="1" noMove="1" noResize="1"/>
                      </p:cNvGrpSpPr>
                      <p:nvPr/>
                    </p:nvGrpSpPr>
                    <p:grpSpPr>
                      <a:xfrm rot="2700000">
                        <a:off x="7869118" y="4563703"/>
                        <a:ext cx="42066" cy="42065"/>
                        <a:chOff x="2940437" y="2216043"/>
                        <a:chExt cx="57600" cy="57600"/>
                      </a:xfrm>
                    </p:grpSpPr>
                    <p:cxnSp>
                      <p:nvCxnSpPr>
                        <p:cNvPr id="40" name="直接连接符 93">
                          <a:extLst>
                            <a:ext uri="{FF2B5EF4-FFF2-40B4-BE49-F238E27FC236}">
                              <a16:creationId xmlns:a16="http://schemas.microsoft.com/office/drawing/2014/main" id="{99FF99E1-A66F-44BF-A0B7-C9B847947EBB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>
                          <a:off x="2940437" y="2245086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41" name="直接连接符 96">
                          <a:extLst>
                            <a:ext uri="{FF2B5EF4-FFF2-40B4-BE49-F238E27FC236}">
                              <a16:creationId xmlns:a16="http://schemas.microsoft.com/office/drawing/2014/main" id="{60F1E946-D940-4872-8F5D-88C48AFEA58D}"/>
                            </a:ext>
                          </a:extLst>
                        </p:cNvPr>
                        <p:cNvCxnSpPr>
                          <a:cxnSpLocks noGrp="1" noRot="1" noMove="1" noResize="1" noEditPoints="1" noAdjustHandles="1" noChangeArrowheads="1" noChangeShapeType="1"/>
                        </p:cNvCxnSpPr>
                        <p:nvPr/>
                      </p:nvCxnSpPr>
                      <p:spPr bwMode="auto">
                        <a:xfrm rot="16200000">
                          <a:off x="2938089" y="2244843"/>
                          <a:ext cx="57600" cy="0"/>
                        </a:xfrm>
                        <a:prstGeom prst="line">
                          <a:avLst/>
                        </a:prstGeom>
                        <a:blipFill dpi="0" rotWithShape="0">
                          <a:blip r:embed="rId7"/>
                          <a:srcRect/>
                          <a:tile tx="0" ty="0" sx="100000" sy="100000" flip="none" algn="tl"/>
                        </a:blipFill>
                        <a:ln w="31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</p:grpSp>
                <p:grpSp>
                  <p:nvGrpSpPr>
                    <p:cNvPr id="35" name="组合 91">
                      <a:extLst>
                        <a:ext uri="{FF2B5EF4-FFF2-40B4-BE49-F238E27FC236}">
                          <a16:creationId xmlns:a16="http://schemas.microsoft.com/office/drawing/2014/main" id="{3E338D26-275B-45B0-9B73-8C20D8DB0CC0}"/>
                        </a:ext>
                      </a:extLst>
                    </p:cNvPr>
                    <p:cNvGrpSpPr>
                      <a:grpSpLocks noGrp="1" noUngrp="1" noRot="1" noChangeAspect="1" noMove="1" noResize="1"/>
                    </p:cNvGrpSpPr>
                    <p:nvPr/>
                  </p:nvGrpSpPr>
                  <p:grpSpPr>
                    <a:xfrm rot="2700000">
                      <a:off x="7872198" y="2953067"/>
                      <a:ext cx="38554" cy="38553"/>
                      <a:chOff x="2940437" y="2216043"/>
                      <a:chExt cx="57600" cy="57600"/>
                    </a:xfrm>
                  </p:grpSpPr>
                  <p:cxnSp>
                    <p:nvCxnSpPr>
                      <p:cNvPr id="36" name="直接连接符 93">
                        <a:extLst>
                          <a:ext uri="{FF2B5EF4-FFF2-40B4-BE49-F238E27FC236}">
                            <a16:creationId xmlns:a16="http://schemas.microsoft.com/office/drawing/2014/main" id="{99FF99E1-A66F-44BF-A0B7-C9B847947EBB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>
                        <a:off x="2940437" y="2245086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7"/>
                        <a:srcRect/>
                        <a:tile tx="0" ty="0" sx="100000" sy="100000" flip="none" algn="tl"/>
                      </a:blipFill>
                      <a:ln w="3175" cap="flat" cmpd="sng" algn="ctr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7" name="直接连接符 96">
                        <a:extLst>
                          <a:ext uri="{FF2B5EF4-FFF2-40B4-BE49-F238E27FC236}">
                            <a16:creationId xmlns:a16="http://schemas.microsoft.com/office/drawing/2014/main" id="{60F1E946-D940-4872-8F5D-88C48AFEA58D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 rot="16200000">
                        <a:off x="2938089" y="2244843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7"/>
                        <a:srcRect/>
                        <a:tile tx="0" ty="0" sx="100000" sy="100000" flip="none" algn="tl"/>
                      </a:blipFill>
                      <a:ln w="3175" cap="flat" cmpd="sng" algn="ctr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grpSp>
                  <p:nvGrpSpPr>
                    <p:cNvPr id="42" name="组合 91">
                      <a:extLst>
                        <a:ext uri="{FF2B5EF4-FFF2-40B4-BE49-F238E27FC236}">
                          <a16:creationId xmlns:a16="http://schemas.microsoft.com/office/drawing/2014/main" id="{3E338D26-275B-45B0-9B73-8C20D8DB0CC0}"/>
                        </a:ext>
                      </a:extLst>
                    </p:cNvPr>
                    <p:cNvGrpSpPr>
                      <a:grpSpLocks noGrp="1" noUngrp="1" noRot="1" noChangeAspect="1" noMove="1" noResize="1"/>
                    </p:cNvGrpSpPr>
                    <p:nvPr/>
                  </p:nvGrpSpPr>
                  <p:grpSpPr>
                    <a:xfrm rot="2700000">
                      <a:off x="7868358" y="4607166"/>
                      <a:ext cx="38554" cy="38553"/>
                      <a:chOff x="2940437" y="2216043"/>
                      <a:chExt cx="57600" cy="57600"/>
                    </a:xfrm>
                  </p:grpSpPr>
                  <p:cxnSp>
                    <p:nvCxnSpPr>
                      <p:cNvPr id="44" name="直接连接符 93">
                        <a:extLst>
                          <a:ext uri="{FF2B5EF4-FFF2-40B4-BE49-F238E27FC236}">
                            <a16:creationId xmlns:a16="http://schemas.microsoft.com/office/drawing/2014/main" id="{99FF99E1-A66F-44BF-A0B7-C9B847947EBB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>
                        <a:off x="2940437" y="2245086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7"/>
                        <a:srcRect/>
                        <a:tile tx="0" ty="0" sx="100000" sy="100000" flip="none" algn="tl"/>
                      </a:blipFill>
                      <a:ln w="3175" cap="flat" cmpd="sng" algn="ctr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5" name="直接连接符 96">
                        <a:extLst>
                          <a:ext uri="{FF2B5EF4-FFF2-40B4-BE49-F238E27FC236}">
                            <a16:creationId xmlns:a16="http://schemas.microsoft.com/office/drawing/2014/main" id="{60F1E946-D940-4872-8F5D-88C48AFEA58D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 rot="16200000">
                        <a:off x="2938089" y="2244843"/>
                        <a:ext cx="57600" cy="0"/>
                      </a:xfrm>
                      <a:prstGeom prst="line">
                        <a:avLst/>
                      </a:prstGeom>
                      <a:blipFill dpi="0" rotWithShape="0">
                        <a:blip r:embed="rId7"/>
                        <a:srcRect/>
                        <a:tile tx="0" ty="0" sx="100000" sy="100000" flip="none" algn="tl"/>
                      </a:blipFill>
                      <a:ln w="3175" cap="flat" cmpd="sng" algn="ctr">
                        <a:solidFill>
                          <a:srgbClr val="FF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48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7792649" y="3025573"/>
                    <a:ext cx="207249" cy="1231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P4</a:t>
                    </a:r>
                    <a:endParaRPr kumimoji="0" lang="zh-CN" altLang="en-US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sp>
                <p:nvSpPr>
                  <p:cNvPr id="51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7393582" y="3742654"/>
                    <a:ext cx="207249" cy="1231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P7</a:t>
                    </a:r>
                    <a:endParaRPr kumimoji="0" lang="zh-CN" altLang="en-US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sp>
                <p:nvSpPr>
                  <p:cNvPr id="52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7610698" y="3738388"/>
                    <a:ext cx="207249" cy="1231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P8</a:t>
                    </a:r>
                    <a:endParaRPr kumimoji="0" lang="zh-CN" altLang="en-US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sp>
                <p:nvSpPr>
                  <p:cNvPr id="53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7959332" y="3750703"/>
                    <a:ext cx="207249" cy="1231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P9</a:t>
                    </a:r>
                    <a:endParaRPr kumimoji="0" lang="zh-CN" altLang="en-US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sp>
                <p:nvSpPr>
                  <p:cNvPr id="54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8213020" y="3750703"/>
                    <a:ext cx="207249" cy="1231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P10</a:t>
                    </a:r>
                    <a:endParaRPr kumimoji="0" lang="zh-CN" altLang="en-US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sp>
                <p:nvSpPr>
                  <p:cNvPr id="55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7788796" y="4439768"/>
                    <a:ext cx="207249" cy="1231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P5</a:t>
                    </a:r>
                    <a:endParaRPr kumimoji="0" lang="zh-CN" altLang="en-US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sp>
                <p:nvSpPr>
                  <p:cNvPr id="56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7786846" y="4639730"/>
                    <a:ext cx="207249" cy="1231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P6</a:t>
                    </a:r>
                    <a:endParaRPr kumimoji="0" lang="zh-CN" altLang="en-US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sp>
                <p:nvSpPr>
                  <p:cNvPr id="50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7796459" y="2849043"/>
                    <a:ext cx="207249" cy="1231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P3</a:t>
                    </a:r>
                    <a:endParaRPr kumimoji="0" lang="zh-CN" altLang="en-US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</p:grpSp>
          </p:grpSp>
          <p:cxnSp>
            <p:nvCxnSpPr>
              <p:cNvPr id="58" name="直接箭头连接符 57"/>
              <p:cNvCxnSpPr>
                <a:cxnSpLocks noGrp="1" noRot="1" noMove="1" noResize="1" noEditPoints="1" noAdjustHandles="1" noChangeArrowheads="1" noChangeShapeType="1"/>
                <a:stCxn id="70" idx="3"/>
              </p:cNvCxnSpPr>
              <p:nvPr/>
            </p:nvCxnSpPr>
            <p:spPr>
              <a:xfrm flipV="1">
                <a:off x="6300806" y="3504303"/>
                <a:ext cx="765190" cy="438527"/>
              </a:xfrm>
              <a:prstGeom prst="straightConnector1">
                <a:avLst/>
              </a:prstGeom>
              <a:ln w="0">
                <a:solidFill>
                  <a:srgbClr val="FFC00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0AF67B0-6D95-461A-AD68-A2D70012C13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958647" y="4776705"/>
                <a:ext cx="245635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altLang="zh-CN" sz="900" dirty="0">
                    <a:solidFill>
                      <a:srgbClr val="0509BB"/>
                    </a:solidFill>
                  </a:rPr>
                  <a:t>(</a:t>
                </a:r>
                <a:r>
                  <a:rPr lang="zh-CN" altLang="en-US" sz="900" dirty="0">
                    <a:solidFill>
                      <a:srgbClr val="0509BB"/>
                    </a:solidFill>
                  </a:rPr>
                  <a:t>图</a:t>
                </a:r>
                <a:r>
                  <a:rPr kumimoji="0" lang="en-US" altLang="zh-CN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rPr>
                  <a:t>1)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grpSp>
            <p:nvGrpSpPr>
              <p:cNvPr id="61" name="组合 60"/>
              <p:cNvGrpSpPr>
                <a:grpSpLocks noGrp="1" noUngrp="1" noRot="1" noMove="1" noResize="1"/>
              </p:cNvGrpSpPr>
              <p:nvPr/>
            </p:nvGrpSpPr>
            <p:grpSpPr>
              <a:xfrm>
                <a:off x="5759622" y="1865299"/>
                <a:ext cx="1294336" cy="754600"/>
                <a:chOff x="6379905" y="1865299"/>
                <a:chExt cx="1294336" cy="754600"/>
              </a:xfrm>
            </p:grpSpPr>
            <p:cxnSp>
              <p:nvCxnSpPr>
                <p:cNvPr id="65" name="直接箭头连接符 64"/>
                <p:cNvCxnSpPr>
                  <a:cxnSpLocks noGrp="1" noRot="1" noMove="1" noResize="1" noEditPoints="1" noAdjustHandles="1" noChangeArrowheads="1" noChangeShapeType="1"/>
                  <a:stCxn id="64" idx="3"/>
                </p:cNvCxnSpPr>
                <p:nvPr/>
              </p:nvCxnSpPr>
              <p:spPr>
                <a:xfrm flipV="1">
                  <a:off x="6728688" y="1865299"/>
                  <a:ext cx="945553" cy="638155"/>
                </a:xfrm>
                <a:prstGeom prst="straightConnector1">
                  <a:avLst/>
                </a:prstGeom>
                <a:ln w="0">
                  <a:solidFill>
                    <a:srgbClr val="FFC000"/>
                  </a:solidFill>
                  <a:tailEnd type="triangle" w="sm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矩形 63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379905" y="2387008"/>
                  <a:ext cx="348783" cy="232891"/>
                </a:xfrm>
                <a:prstGeom prst="rect">
                  <a:avLst/>
                </a:prstGeom>
                <a:noFill/>
                <a:ln w="15875">
                  <a:solidFill>
                    <a:srgbClr val="FFC00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4" name="直接连接符 3"/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5842780" y="2507070"/>
                <a:ext cx="216000" cy="0"/>
              </a:xfrm>
              <a:prstGeom prst="line">
                <a:avLst/>
              </a:prstGeom>
              <a:ln w="31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5833255" y="3496782"/>
                <a:ext cx="216000" cy="0"/>
              </a:xfrm>
              <a:prstGeom prst="line">
                <a:avLst/>
              </a:prstGeom>
              <a:ln w="31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5842780" y="4509972"/>
                <a:ext cx="216000" cy="0"/>
              </a:xfrm>
              <a:prstGeom prst="line">
                <a:avLst/>
              </a:prstGeom>
              <a:ln w="31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矩形 69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51641" y="3784596"/>
                <a:ext cx="449165" cy="316467"/>
              </a:xfrm>
              <a:prstGeom prst="rect">
                <a:avLst/>
              </a:prstGeom>
              <a:noFill/>
              <a:ln w="15875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TextBox 68">
                <a:extLst>
                  <a:ext uri="{FF2B5EF4-FFF2-40B4-BE49-F238E27FC236}">
                    <a16:creationId xmlns:a16="http://schemas.microsoft.com/office/drawing/2014/main" id="{00AF67B0-6D95-461A-AD68-A2D70012C13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627312" y="2445766"/>
                <a:ext cx="266594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altLang="zh-CN" sz="900" dirty="0">
                    <a:solidFill>
                      <a:srgbClr val="0509BB"/>
                    </a:solidFill>
                  </a:rPr>
                  <a:t>G10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sp>
            <p:nvSpPr>
              <p:cNvPr id="72" name="TextBox 68">
                <a:extLst>
                  <a:ext uri="{FF2B5EF4-FFF2-40B4-BE49-F238E27FC236}">
                    <a16:creationId xmlns:a16="http://schemas.microsoft.com/office/drawing/2014/main" id="{00AF67B0-6D95-461A-AD68-A2D70012C13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627312" y="3435478"/>
                <a:ext cx="266594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altLang="zh-CN" sz="900" dirty="0">
                    <a:solidFill>
                      <a:srgbClr val="0509BB"/>
                    </a:solidFill>
                  </a:rPr>
                  <a:t>G9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sp>
            <p:nvSpPr>
              <p:cNvPr id="73" name="TextBox 68">
                <a:extLst>
                  <a:ext uri="{FF2B5EF4-FFF2-40B4-BE49-F238E27FC236}">
                    <a16:creationId xmlns:a16="http://schemas.microsoft.com/office/drawing/2014/main" id="{00AF67B0-6D95-461A-AD68-A2D70012C13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627312" y="4443355"/>
                <a:ext cx="266594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altLang="zh-CN" sz="900" dirty="0">
                    <a:solidFill>
                      <a:srgbClr val="0509BB"/>
                    </a:solidFill>
                  </a:rPr>
                  <a:t>G8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sp>
            <p:nvSpPr>
              <p:cNvPr id="80" name="TextBox 68">
                <a:extLst>
                  <a:ext uri="{FF2B5EF4-FFF2-40B4-BE49-F238E27FC236}">
                    <a16:creationId xmlns:a16="http://schemas.microsoft.com/office/drawing/2014/main" id="{00AF67B0-6D95-461A-AD68-A2D70012C13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7320517" y="1738466"/>
                <a:ext cx="20724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rPr>
                  <a:t>P1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sp>
            <p:nvSpPr>
              <p:cNvPr id="81" name="TextBox 68">
                <a:extLst>
                  <a:ext uri="{FF2B5EF4-FFF2-40B4-BE49-F238E27FC236}">
                    <a16:creationId xmlns:a16="http://schemas.microsoft.com/office/drawing/2014/main" id="{00AF67B0-6D95-461A-AD68-A2D70012C13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7633559" y="1736405"/>
                <a:ext cx="20724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rPr>
                  <a:t>P2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sp>
            <p:nvSpPr>
              <p:cNvPr id="82" name="TextBox 68">
                <a:extLst>
                  <a:ext uri="{FF2B5EF4-FFF2-40B4-BE49-F238E27FC236}">
                    <a16:creationId xmlns:a16="http://schemas.microsoft.com/office/drawing/2014/main" id="{00AF67B0-6D95-461A-AD68-A2D70012C13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7792542" y="4792434"/>
                <a:ext cx="245635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altLang="zh-CN" sz="900" dirty="0">
                    <a:solidFill>
                      <a:srgbClr val="0509BB"/>
                    </a:solidFill>
                  </a:rPr>
                  <a:t>(</a:t>
                </a:r>
                <a:r>
                  <a:rPr lang="zh-CN" altLang="en-US" sz="900" dirty="0">
                    <a:solidFill>
                      <a:srgbClr val="0509BB"/>
                    </a:solidFill>
                  </a:rPr>
                  <a:t>图</a:t>
                </a:r>
                <a:r>
                  <a:rPr lang="en-US" altLang="zh-CN" sz="900" dirty="0">
                    <a:solidFill>
                      <a:srgbClr val="0509BB"/>
                    </a:solidFill>
                  </a:rPr>
                  <a:t>2</a:t>
                </a:r>
                <a:r>
                  <a:rPr kumimoji="0" lang="en-US" altLang="zh-CN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rPr>
                  <a:t>)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98CF5BB2-670F-D22B-3233-9C4FE4D26DE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5841009" y="4673004"/>
                <a:ext cx="216000" cy="0"/>
              </a:xfrm>
              <a:prstGeom prst="line">
                <a:avLst/>
              </a:prstGeom>
              <a:ln w="31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68">
                <a:extLst>
                  <a:ext uri="{FF2B5EF4-FFF2-40B4-BE49-F238E27FC236}">
                    <a16:creationId xmlns:a16="http://schemas.microsoft.com/office/drawing/2014/main" id="{BF100E6D-0D77-8C0C-3E28-FCBB4B03976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630859" y="4606387"/>
                <a:ext cx="266594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altLang="zh-CN" sz="900" dirty="0">
                    <a:solidFill>
                      <a:srgbClr val="0509BB"/>
                    </a:solidFill>
                  </a:rPr>
                  <a:t>G7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FBC405E3-541F-6DF9-0474-7C03F5488C9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77248" y="2318462"/>
                <a:ext cx="52770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rgbClr val="0509BB"/>
                    </a:solidFill>
                  </a:rPr>
                  <a:t>G7~G10</a:t>
                </a:r>
                <a:endParaRPr lang="zh-CN" altLang="en-US" sz="700" dirty="0">
                  <a:solidFill>
                    <a:srgbClr val="0509BB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5957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18711"/>
            <a:ext cx="8640027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6000" rIns="91425" bIns="36000" anchor="ctr" anchorCtr="0">
            <a:noAutofit/>
          </a:bodyPr>
          <a:lstStyle/>
          <a:p>
            <a:pPr lvl="0" algn="ctr">
              <a:buSzPts val="3000"/>
            </a:pPr>
            <a:r>
              <a:rPr lang="en-US" altLang="zh-CN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Datum Establishment</a:t>
            </a:r>
            <a:endParaRPr sz="2400" b="0" i="0" u="none" strike="noStrike" cap="none" dirty="0">
              <a:solidFill>
                <a:schemeClr val="bg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矩形 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456860"/>
            <a:ext cx="8640027" cy="28814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FFFFFF"/>
              </a:gs>
            </a:gsLst>
            <a:lin ang="0" scaled="1"/>
            <a:tileRect/>
          </a:gradFill>
        </p:spPr>
        <p:txBody>
          <a:bodyPr wrap="square" lIns="144000" tIns="36000" rIns="36000" bIns="3600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OMM Build Datum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 charset="-122"/>
              </a:rPr>
              <a:t>Alignment 4 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68">
            <a:extLst>
              <a:ext uri="{FF2B5EF4-FFF2-40B4-BE49-F238E27FC236}">
                <a16:creationId xmlns:a16="http://schemas.microsoft.com/office/drawing/2014/main" id="{00AF67B0-6D95-461A-AD68-A2D70012C1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5122289" y="4833036"/>
            <a:ext cx="245635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1pPr>
            <a:lvl2pPr marL="742950" indent="-28575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2pPr>
            <a:lvl3pPr marL="1143000" indent="-22860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3pPr>
            <a:lvl4pPr marL="1600200" indent="-22860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4pPr>
            <a:lvl5pPr marL="2057400" indent="-22860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zh-CN" sz="900" dirty="0">
                <a:solidFill>
                  <a:srgbClr val="0509BB"/>
                </a:solidFill>
              </a:rPr>
              <a:t>(</a:t>
            </a:r>
            <a:r>
              <a:rPr lang="zh-CN" altLang="en-US" sz="900" dirty="0">
                <a:solidFill>
                  <a:srgbClr val="0509BB"/>
                </a:solidFill>
              </a:rPr>
              <a:t>图</a:t>
            </a:r>
            <a:r>
              <a:rPr lang="en-US" altLang="zh-CN" sz="900" dirty="0">
                <a:solidFill>
                  <a:srgbClr val="0509BB"/>
                </a:solidFill>
              </a:rPr>
              <a:t>1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rPr>
              <a:t>)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Bradley Hand ITC TT-Bold" charset="0"/>
              <a:cs typeface="Arial"/>
              <a:sym typeface="Bradley Hand ITC TT-Bold" charset="0"/>
            </a:endParaRPr>
          </a:p>
        </p:txBody>
      </p:sp>
      <p:sp>
        <p:nvSpPr>
          <p:cNvPr id="6" name="矩形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573" y="456860"/>
            <a:ext cx="8640027" cy="4553290"/>
          </a:xfrm>
          <a:prstGeom prst="rect">
            <a:avLst/>
          </a:prstGeom>
          <a:noFill/>
          <a:ln w="12700">
            <a:solidFill>
              <a:schemeClr val="accent5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049" y="757845"/>
            <a:ext cx="8439927" cy="1143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ct val="85000"/>
            </a:pPr>
            <a:r>
              <a:rPr lang="en-US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lang="en-US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OMM</a:t>
            </a:r>
          </a:p>
          <a:p>
            <a:pPr lvl="0">
              <a:buClr>
                <a:schemeClr val="dk1"/>
              </a:buClr>
              <a:buSzPct val="85000"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Clamping instructions(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裝夾说明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sz="1000" b="1" i="0" u="none" strike="noStrike" cap="none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: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zh-CN" altLang="en-US" sz="1000" dirty="0">
                <a:solidFill>
                  <a:schemeClr val="accent2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如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所示裝夾</a:t>
            </a:r>
            <a:endParaRPr lang="en-US" sz="1000" b="0" i="0" u="none" strike="noStrike" cap="none" dirty="0">
              <a:solidFill>
                <a:schemeClr val="accent2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chemeClr val="dk1"/>
              </a:buClr>
              <a:buSzPct val="85000"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2x /  Ring Light</a:t>
            </a:r>
          </a:p>
          <a:p>
            <a:pPr lvl="0">
              <a:buClr>
                <a:srgbClr val="49433E"/>
              </a:buClr>
              <a:buSzPct val="90000"/>
              <a:defRPr/>
            </a:pPr>
            <a:r>
              <a:rPr lang="en-US" altLang="zh-TW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Datum Setup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基准建立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TW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:</a:t>
            </a:r>
            <a:r>
              <a:rPr lang="en-US" altLang="zh-TW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ct val="900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按照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所示竖立装夹产品并放于机台上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在产品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HDMI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表面对焦测量平面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PL1(Z1~Z4); </a:t>
            </a:r>
            <a:endParaRPr lang="en-US" altLang="zh-CN" sz="1000" b="1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在产品边缘取点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P1~P4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P2&amp;P3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构建线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, P1&amp;P4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构建中点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M1;</a:t>
            </a: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3. PL1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摆正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将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旋转至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M1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轴原点。</a:t>
            </a:r>
            <a:endParaRPr lang="zh-TW" altLang="en-US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chemeClr val="dk1"/>
              </a:buClr>
              <a:buSzPts val="1100"/>
            </a:pPr>
            <a:endParaRPr lang="zh-TW" altLang="en-US" sz="1000" dirty="0">
              <a:solidFill>
                <a:schemeClr val="accent2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8F676A8-C0C3-2EEB-E64E-273712F73228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>
            <a:off x="485749" y="1852319"/>
            <a:ext cx="3755935" cy="3044152"/>
            <a:chOff x="485749" y="1852319"/>
            <a:chExt cx="3755935" cy="3044152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27C4CED-9699-9EE3-0C22-B0481E00699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749" y="1852319"/>
              <a:ext cx="1166581" cy="3044152"/>
            </a:xfrm>
            <a:prstGeom prst="rect">
              <a:avLst/>
            </a:prstGeom>
          </p:spPr>
        </p:pic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6071818-9335-CAB0-6521-BD56D8B4FE5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01093" y="2064003"/>
              <a:ext cx="2440591" cy="1107263"/>
              <a:chOff x="1801093" y="1867153"/>
              <a:chExt cx="2440591" cy="1107263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973C13EA-569E-81B8-226B-2B9962D34829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801093" y="1867153"/>
                <a:ext cx="2368103" cy="1095122"/>
                <a:chOff x="1801093" y="1867153"/>
                <a:chExt cx="2368103" cy="1095122"/>
              </a:xfrm>
            </p:grpSpPr>
            <p:pic>
              <p:nvPicPr>
                <p:cNvPr id="14" name="图片 13">
                  <a:extLst>
                    <a:ext uri="{FF2B5EF4-FFF2-40B4-BE49-F238E27FC236}">
                      <a16:creationId xmlns:a16="http://schemas.microsoft.com/office/drawing/2014/main" id="{C4DCB46A-BF2C-C666-6C90-C1313068FE9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 rotWithShape="1">
                <a:blip r:embed="rId4"/>
                <a:srcRect l="1791" t="3600" b="1"/>
                <a:stretch/>
              </p:blipFill>
              <p:spPr>
                <a:xfrm>
                  <a:off x="1820143" y="1867153"/>
                  <a:ext cx="2349053" cy="1080000"/>
                </a:xfrm>
                <a:prstGeom prst="rect">
                  <a:avLst/>
                </a:prstGeom>
              </p:spPr>
            </p:pic>
            <p:sp>
              <p:nvSpPr>
                <p:cNvPr id="5" name="矩形: 圆角 4">
                  <a:extLst>
                    <a:ext uri="{FF2B5EF4-FFF2-40B4-BE49-F238E27FC236}">
                      <a16:creationId xmlns:a16="http://schemas.microsoft.com/office/drawing/2014/main" id="{F54A453D-94AE-F082-1BC4-E139D6B1F6A8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801093" y="2768600"/>
                  <a:ext cx="167407" cy="193675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E9D7B53A-F291-7DDB-1129-A04C6316656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665953" y="2780741"/>
                <a:ext cx="575731" cy="19367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7EA77F8-3CD5-14D5-7C29-EE46A54832E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487476" y="841911"/>
            <a:ext cx="3401702" cy="1369011"/>
            <a:chOff x="5487476" y="841911"/>
            <a:chExt cx="3401702" cy="1369011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F02D92A1-236F-7A90-2DE7-AB720447349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487476" y="841911"/>
              <a:ext cx="3401702" cy="1369011"/>
              <a:chOff x="5487476" y="841911"/>
              <a:chExt cx="3401702" cy="1369011"/>
            </a:xfrm>
          </p:grpSpPr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63853B69-DFCC-1849-53DD-BCF25829FF16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5487476" y="841911"/>
                <a:ext cx="3401702" cy="1369011"/>
                <a:chOff x="5487476" y="841911"/>
                <a:chExt cx="3401702" cy="1369011"/>
              </a:xfrm>
            </p:grpSpPr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D218C1E4-3014-2553-5BCC-5E0599BA0B7E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5487476" y="841911"/>
                  <a:ext cx="3401702" cy="1310887"/>
                  <a:chOff x="5549351" y="841911"/>
                  <a:chExt cx="3401702" cy="1310887"/>
                </a:xfrm>
              </p:grpSpPr>
              <p:grpSp>
                <p:nvGrpSpPr>
                  <p:cNvPr id="47" name="组合 46">
                    <a:extLst>
                      <a:ext uri="{FF2B5EF4-FFF2-40B4-BE49-F238E27FC236}">
                        <a16:creationId xmlns:a16="http://schemas.microsoft.com/office/drawing/2014/main" id="{ADF7485C-081D-428D-2ACD-30443067181C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5549351" y="841911"/>
                    <a:ext cx="3401702" cy="1310887"/>
                    <a:chOff x="5549351" y="841911"/>
                    <a:chExt cx="3401702" cy="1310887"/>
                  </a:xfrm>
                </p:grpSpPr>
                <p:grpSp>
                  <p:nvGrpSpPr>
                    <p:cNvPr id="39" name="组合 38">
                      <a:extLst>
                        <a:ext uri="{FF2B5EF4-FFF2-40B4-BE49-F238E27FC236}">
                          <a16:creationId xmlns:a16="http://schemas.microsoft.com/office/drawing/2014/main" id="{2DAF0267-697A-9F53-36F4-3BEFE2280D25}"/>
                        </a:ext>
                      </a:extLst>
                    </p:cNvPr>
                    <p:cNvGrpSpPr>
                      <a:grpSpLocks noGrp="1" noUngrp="1" noRot="1" noMove="1" noResize="1"/>
                    </p:cNvGrpSpPr>
                    <p:nvPr/>
                  </p:nvGrpSpPr>
                  <p:grpSpPr>
                    <a:xfrm>
                      <a:off x="5549351" y="841911"/>
                      <a:ext cx="3401702" cy="1310887"/>
                      <a:chOff x="5549351" y="841911"/>
                      <a:chExt cx="3401702" cy="1310887"/>
                    </a:xfrm>
                  </p:grpSpPr>
                  <p:grpSp>
                    <p:nvGrpSpPr>
                      <p:cNvPr id="38" name="组合 37">
                        <a:extLst>
                          <a:ext uri="{FF2B5EF4-FFF2-40B4-BE49-F238E27FC236}">
                            <a16:creationId xmlns:a16="http://schemas.microsoft.com/office/drawing/2014/main" id="{C04E1FC5-CC0F-AC87-5BD4-9D688E5FCFF7}"/>
                          </a:ext>
                        </a:extLst>
                      </p:cNvPr>
                      <p:cNvGrpSpPr>
                        <a:grpSpLocks noGrp="1" noUngrp="1" noRot="1" noMove="1" noResize="1"/>
                      </p:cNvGrpSpPr>
                      <p:nvPr/>
                    </p:nvGrpSpPr>
                    <p:grpSpPr>
                      <a:xfrm>
                        <a:off x="5549351" y="841911"/>
                        <a:ext cx="3401702" cy="1310887"/>
                        <a:chOff x="5549351" y="841911"/>
                        <a:chExt cx="3401702" cy="1310887"/>
                      </a:xfrm>
                    </p:grpSpPr>
                    <p:pic>
                      <p:nvPicPr>
                        <p:cNvPr id="9" name="图片 8">
                          <a:extLst>
                            <a:ext uri="{FF2B5EF4-FFF2-40B4-BE49-F238E27FC236}">
                              <a16:creationId xmlns:a16="http://schemas.microsoft.com/office/drawing/2014/main" id="{8198F6F5-B8BC-8B3C-FC62-CD453A2D737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 rotWithShape="1">
                        <a:blip r:embed="rId5"/>
                        <a:srcRect t="17648" b="21831"/>
                        <a:stretch/>
                      </p:blipFill>
                      <p:spPr>
                        <a:xfrm>
                          <a:off x="5765254" y="841911"/>
                          <a:ext cx="3001856" cy="1284170"/>
                        </a:xfrm>
                        <a:prstGeom prst="rect">
                          <a:avLst/>
                        </a:prstGeom>
                      </p:spPr>
                    </p:pic>
                    <p:grpSp>
                      <p:nvGrpSpPr>
                        <p:cNvPr id="33" name="组合 32">
                          <a:extLst>
                            <a:ext uri="{FF2B5EF4-FFF2-40B4-BE49-F238E27FC236}">
                              <a16:creationId xmlns:a16="http://schemas.microsoft.com/office/drawing/2014/main" id="{8FEE3E04-B28C-129A-4C3A-116ECEF6D391}"/>
                            </a:ext>
                          </a:extLst>
                        </p:cNvPr>
                        <p:cNvGrpSpPr>
                          <a:grpSpLocks noGrp="1" noUngrp="1" noRot="1" noMove="1" noResize="1"/>
                        </p:cNvGrpSpPr>
                        <p:nvPr/>
                      </p:nvGrpSpPr>
                      <p:grpSpPr>
                        <a:xfrm>
                          <a:off x="5549351" y="953371"/>
                          <a:ext cx="3401702" cy="1199427"/>
                          <a:chOff x="5549351" y="953371"/>
                          <a:chExt cx="3401702" cy="1199427"/>
                        </a:xfrm>
                      </p:grpSpPr>
                      <p:grpSp>
                        <p:nvGrpSpPr>
                          <p:cNvPr id="15" name="组合 14">
                            <a:extLst>
                              <a:ext uri="{FF2B5EF4-FFF2-40B4-BE49-F238E27FC236}">
                                <a16:creationId xmlns:a16="http://schemas.microsoft.com/office/drawing/2014/main" id="{1C2F9AC0-F8E6-5BFD-EA1E-3416B7659CA5}"/>
                              </a:ext>
                            </a:extLst>
                          </p:cNvPr>
                          <p:cNvGrpSpPr>
                            <a:grpSpLocks noGrp="1" noUngrp="1" noRot="1" noMove="1" noResize="1"/>
                          </p:cNvGrpSpPr>
                          <p:nvPr/>
                        </p:nvGrpSpPr>
                        <p:grpSpPr>
                          <a:xfrm>
                            <a:off x="5549351" y="953371"/>
                            <a:ext cx="2840521" cy="1199427"/>
                            <a:chOff x="5562999" y="953371"/>
                            <a:chExt cx="2840521" cy="1199427"/>
                          </a:xfrm>
                        </p:grpSpPr>
                        <p:sp>
                          <p:nvSpPr>
                            <p:cNvPr id="96" name="TextBox 68">
                              <a:extLst>
                                <a:ext uri="{FF2B5EF4-FFF2-40B4-BE49-F238E27FC236}">
                                  <a16:creationId xmlns:a16="http://schemas.microsoft.com/office/drawing/2014/main" id="{00AF67B0-6D95-461A-AD68-A2D70012C13F}"/>
                                </a:ext>
                              </a:extLst>
                            </p:cNvPr>
                            <p:cNvSpPr txBox="1">
                              <a:spLocks noGrp="1" noRot="1" noMove="1" noResize="1" noEditPoints="1" noAdjustHandles="1" noChangeArrowheads="1" noChangeShapeType="1"/>
                            </p:cNvSpPr>
                            <p:nvPr/>
                          </p:nvSpPr>
                          <p:spPr bwMode="auto">
                            <a:xfrm>
                              <a:off x="5776961" y="953371"/>
                              <a:ext cx="207249" cy="13849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lIns="0" tIns="0" rIns="0" bIns="0">
                              <a:spAutoFit/>
                            </a:bodyPr>
                            <a:lstStyle>
                              <a:lvl1pPr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1pPr>
                              <a:lvl2pPr marL="742950" indent="-28575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2pPr>
                              <a:lvl3pPr marL="11430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3pPr>
                              <a:lvl4pPr marL="16002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4pPr>
                              <a:lvl5pPr marL="20574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9pPr>
                            </a:lstStyle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 typeface="Arial"/>
                                <a:buNone/>
                                <a:tabLst/>
                                <a:defRPr/>
                              </a:pPr>
                              <a:r>
                                <a:rPr lang="en-US" altLang="zh-CN" sz="900" dirty="0">
                                  <a:solidFill>
                                    <a:srgbClr val="0509BB"/>
                                  </a:solidFill>
                                </a:rPr>
                                <a:t>Z</a:t>
                              </a:r>
                              <a:r>
                                <a:rPr kumimoji="0" lang="en-US" altLang="zh-CN" sz="9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509BB"/>
                                  </a:solidFill>
                                  <a:effectLst/>
                                  <a:uLnTx/>
                                  <a:uFillTx/>
                                  <a:latin typeface="Bradley Hand ITC TT-Bold" charset="0"/>
                                  <a:cs typeface="Arial"/>
                                  <a:sym typeface="Bradley Hand ITC TT-Bold" charset="0"/>
                                </a:rPr>
                                <a:t>1</a:t>
                              </a:r>
                              <a:endParaRPr kumimoji="0" lang="zh-CN" altLang="en-US" sz="9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509BB"/>
                                </a:solidFill>
                                <a:effectLst/>
                                <a:uLnTx/>
                                <a:uFillTx/>
                                <a:latin typeface="Bradley Hand ITC TT-Bold" charset="0"/>
                                <a:cs typeface="Arial"/>
                                <a:sym typeface="Bradley Hand ITC TT-Bold" charset="0"/>
                              </a:endParaRPr>
                            </a:p>
                          </p:txBody>
                        </p:sp>
                        <p:sp>
                          <p:nvSpPr>
                            <p:cNvPr id="99" name="TextBox 68">
                              <a:extLst>
                                <a:ext uri="{FF2B5EF4-FFF2-40B4-BE49-F238E27FC236}">
                                  <a16:creationId xmlns:a16="http://schemas.microsoft.com/office/drawing/2014/main" id="{00AF67B0-6D95-461A-AD68-A2D70012C13F}"/>
                                </a:ext>
                              </a:extLst>
                            </p:cNvPr>
                            <p:cNvSpPr txBox="1">
                              <a:spLocks noGrp="1" noRot="1" noMove="1" noResize="1" noEditPoints="1" noAdjustHandles="1" noChangeArrowheads="1" noChangeShapeType="1"/>
                            </p:cNvSpPr>
                            <p:nvPr/>
                          </p:nvSpPr>
                          <p:spPr bwMode="auto">
                            <a:xfrm>
                              <a:off x="5562999" y="1648997"/>
                              <a:ext cx="207249" cy="13849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lIns="0" tIns="0" rIns="0" bIns="0">
                              <a:spAutoFit/>
                            </a:bodyPr>
                            <a:lstStyle>
                              <a:lvl1pPr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1pPr>
                              <a:lvl2pPr marL="742950" indent="-28575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2pPr>
                              <a:lvl3pPr marL="11430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3pPr>
                              <a:lvl4pPr marL="16002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4pPr>
                              <a:lvl5pPr marL="20574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9pPr>
                            </a:lstStyle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 typeface="Arial"/>
                                <a:buNone/>
                                <a:tabLst/>
                                <a:defRPr/>
                              </a:pPr>
                              <a:r>
                                <a:rPr kumimoji="0" lang="en-US" altLang="zh-CN" sz="9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509BB"/>
                                  </a:solidFill>
                                  <a:effectLst/>
                                  <a:uLnTx/>
                                  <a:uFillTx/>
                                  <a:latin typeface="Bradley Hand ITC TT-Bold" charset="0"/>
                                  <a:cs typeface="Arial"/>
                                  <a:sym typeface="Bradley Hand ITC TT-Bold" charset="0"/>
                                </a:rPr>
                                <a:t>P1</a:t>
                              </a:r>
                              <a:endParaRPr kumimoji="0" lang="zh-CN" altLang="en-US" sz="9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509BB"/>
                                </a:solidFill>
                                <a:effectLst/>
                                <a:uLnTx/>
                                <a:uFillTx/>
                                <a:latin typeface="Bradley Hand ITC TT-Bold" charset="0"/>
                                <a:cs typeface="Arial"/>
                                <a:sym typeface="Bradley Hand ITC TT-Bold" charset="0"/>
                              </a:endParaRPr>
                            </a:p>
                          </p:txBody>
                        </p:sp>
                        <p:sp>
                          <p:nvSpPr>
                            <p:cNvPr id="112" name="TextBox 68">
                              <a:extLst>
                                <a:ext uri="{FF2B5EF4-FFF2-40B4-BE49-F238E27FC236}">
                                  <a16:creationId xmlns:a16="http://schemas.microsoft.com/office/drawing/2014/main" id="{00AF67B0-6D95-461A-AD68-A2D70012C13F}"/>
                                </a:ext>
                              </a:extLst>
                            </p:cNvPr>
                            <p:cNvSpPr txBox="1">
                              <a:spLocks noGrp="1" noRot="1" noMove="1" noResize="1" noEditPoints="1" noAdjustHandles="1" noChangeArrowheads="1" noChangeShapeType="1"/>
                            </p:cNvSpPr>
                            <p:nvPr/>
                          </p:nvSpPr>
                          <p:spPr bwMode="auto">
                            <a:xfrm>
                              <a:off x="6119819" y="2014299"/>
                              <a:ext cx="207249" cy="13849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lIns="0" tIns="0" rIns="0" bIns="0">
                              <a:spAutoFit/>
                            </a:bodyPr>
                            <a:lstStyle>
                              <a:lvl1pPr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1pPr>
                              <a:lvl2pPr marL="742950" indent="-28575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2pPr>
                              <a:lvl3pPr marL="11430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3pPr>
                              <a:lvl4pPr marL="16002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4pPr>
                              <a:lvl5pPr marL="20574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9pPr>
                            </a:lstStyle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 typeface="Arial"/>
                                <a:buNone/>
                                <a:tabLst/>
                                <a:defRPr/>
                              </a:pPr>
                              <a:r>
                                <a:rPr kumimoji="0" lang="en-US" altLang="zh-CN" sz="9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509BB"/>
                                  </a:solidFill>
                                  <a:effectLst/>
                                  <a:uLnTx/>
                                  <a:uFillTx/>
                                  <a:latin typeface="Bradley Hand ITC TT-Bold" charset="0"/>
                                  <a:cs typeface="Arial"/>
                                  <a:sym typeface="Bradley Hand ITC TT-Bold" charset="0"/>
                                </a:rPr>
                                <a:t>P2</a:t>
                              </a:r>
                              <a:endParaRPr kumimoji="0" lang="zh-CN" altLang="en-US" sz="9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509BB"/>
                                </a:solidFill>
                                <a:effectLst/>
                                <a:uLnTx/>
                                <a:uFillTx/>
                                <a:latin typeface="Bradley Hand ITC TT-Bold" charset="0"/>
                                <a:cs typeface="Arial"/>
                                <a:sym typeface="Bradley Hand ITC TT-Bold" charset="0"/>
                              </a:endParaRPr>
                            </a:p>
                          </p:txBody>
                        </p:sp>
                        <p:sp>
                          <p:nvSpPr>
                            <p:cNvPr id="113" name="TextBox 68">
                              <a:extLst>
                                <a:ext uri="{FF2B5EF4-FFF2-40B4-BE49-F238E27FC236}">
                                  <a16:creationId xmlns:a16="http://schemas.microsoft.com/office/drawing/2014/main" id="{00AF67B0-6D95-461A-AD68-A2D70012C13F}"/>
                                </a:ext>
                              </a:extLst>
                            </p:cNvPr>
                            <p:cNvSpPr txBox="1">
                              <a:spLocks noGrp="1" noRot="1" noMove="1" noResize="1" noEditPoints="1" noAdjustHandles="1" noChangeArrowheads="1" noChangeShapeType="1"/>
                            </p:cNvSpPr>
                            <p:nvPr/>
                          </p:nvSpPr>
                          <p:spPr bwMode="auto">
                            <a:xfrm>
                              <a:off x="8196271" y="2004527"/>
                              <a:ext cx="207249" cy="13849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wrap="square" lIns="0" tIns="0" rIns="0" bIns="0">
                              <a:spAutoFit/>
                            </a:bodyPr>
                            <a:lstStyle>
                              <a:lvl1pPr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1pPr>
                              <a:lvl2pPr marL="742950" indent="-28575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2pPr>
                              <a:lvl3pPr marL="11430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3pPr>
                              <a:lvl4pPr marL="16002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4pPr>
                              <a:lvl5pPr marL="2057400" indent="-228600" eaLnBrk="0" hangingPunct="0"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 sz="2300">
                                  <a:solidFill>
                                    <a:srgbClr val="49433E"/>
                                  </a:solidFill>
                                  <a:latin typeface="Bradley Hand ITC TT-Bold" charset="0"/>
                                  <a:ea typeface="ヒラギノ明朝 ProN W3" charset="-128"/>
                                  <a:sym typeface="Bradley Hand ITC TT-Bold" charset="0"/>
                                </a:defRPr>
                              </a:lvl9pPr>
                            </a:lstStyle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rgbClr val="000000"/>
                                </a:buClr>
                                <a:buSzTx/>
                                <a:buFont typeface="Arial"/>
                                <a:buNone/>
                                <a:tabLst/>
                                <a:defRPr/>
                              </a:pPr>
                              <a:r>
                                <a:rPr kumimoji="0" lang="en-US" altLang="zh-CN" sz="9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509BB"/>
                                  </a:solidFill>
                                  <a:effectLst/>
                                  <a:uLnTx/>
                                  <a:uFillTx/>
                                  <a:latin typeface="Bradley Hand ITC TT-Bold" charset="0"/>
                                  <a:cs typeface="Arial"/>
                                  <a:sym typeface="Bradley Hand ITC TT-Bold" charset="0"/>
                                </a:rPr>
                                <a:t>P3</a:t>
                              </a:r>
                              <a:endParaRPr kumimoji="0" lang="zh-CN" altLang="en-US" sz="9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509BB"/>
                                </a:solidFill>
                                <a:effectLst/>
                                <a:uLnTx/>
                                <a:uFillTx/>
                                <a:latin typeface="Bradley Hand ITC TT-Bold" charset="0"/>
                                <a:cs typeface="Arial"/>
                                <a:sym typeface="Bradley Hand ITC TT-Bold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2" name="TextBox 68">
                            <a:extLst>
                              <a:ext uri="{FF2B5EF4-FFF2-40B4-BE49-F238E27FC236}">
                                <a16:creationId xmlns:a16="http://schemas.microsoft.com/office/drawing/2014/main" id="{FA768489-4F41-EF48-50B7-96A1F88C1C5D}"/>
                              </a:ext>
                            </a:extLst>
                          </p:cNvPr>
                          <p:cNvSpPr txBox="1">
                            <a:spLocks noGrp="1" noRot="1" noMove="1" noResize="1" noEditPoints="1" noAdjustHandles="1" noChangeArrowheads="1" noChangeShapeType="1"/>
                          </p:cNvSpPr>
                          <p:nvPr/>
                        </p:nvSpPr>
                        <p:spPr bwMode="auto">
                          <a:xfrm>
                            <a:off x="8743804" y="1639262"/>
                            <a:ext cx="207249" cy="1384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lIns="0" tIns="0" rIns="0" bIns="0">
                            <a:spAutoFit/>
                          </a:bodyPr>
                          <a:lstStyle>
                            <a:lvl1pPr eaLnBrk="0" hangingPunct="0">
                              <a:defRPr sz="2300">
                                <a:solidFill>
                                  <a:srgbClr val="49433E"/>
                                </a:solidFill>
                                <a:latin typeface="Bradley Hand ITC TT-Bold" charset="0"/>
                                <a:ea typeface="ヒラギノ明朝 ProN W3" charset="-128"/>
                                <a:sym typeface="Bradley Hand ITC TT-Bold" charset="0"/>
                              </a:defRPr>
                            </a:lvl1pPr>
                            <a:lvl2pPr marL="742950" indent="-285750" eaLnBrk="0" hangingPunct="0">
                              <a:defRPr sz="2300">
                                <a:solidFill>
                                  <a:srgbClr val="49433E"/>
                                </a:solidFill>
                                <a:latin typeface="Bradley Hand ITC TT-Bold" charset="0"/>
                                <a:ea typeface="ヒラギノ明朝 ProN W3" charset="-128"/>
                                <a:sym typeface="Bradley Hand ITC TT-Bold" charset="0"/>
                              </a:defRPr>
                            </a:lvl2pPr>
                            <a:lvl3pPr marL="1143000" indent="-228600" eaLnBrk="0" hangingPunct="0">
                              <a:defRPr sz="2300">
                                <a:solidFill>
                                  <a:srgbClr val="49433E"/>
                                </a:solidFill>
                                <a:latin typeface="Bradley Hand ITC TT-Bold" charset="0"/>
                                <a:ea typeface="ヒラギノ明朝 ProN W3" charset="-128"/>
                                <a:sym typeface="Bradley Hand ITC TT-Bold" charset="0"/>
                              </a:defRPr>
                            </a:lvl3pPr>
                            <a:lvl4pPr marL="1600200" indent="-228600" eaLnBrk="0" hangingPunct="0">
                              <a:defRPr sz="2300">
                                <a:solidFill>
                                  <a:srgbClr val="49433E"/>
                                </a:solidFill>
                                <a:latin typeface="Bradley Hand ITC TT-Bold" charset="0"/>
                                <a:ea typeface="ヒラギノ明朝 ProN W3" charset="-128"/>
                                <a:sym typeface="Bradley Hand ITC TT-Bold" charset="0"/>
                              </a:defRPr>
                            </a:lvl4pPr>
                            <a:lvl5pPr marL="2057400" indent="-228600" eaLnBrk="0" hangingPunct="0">
                              <a:defRPr sz="2300">
                                <a:solidFill>
                                  <a:srgbClr val="49433E"/>
                                </a:solidFill>
                                <a:latin typeface="Bradley Hand ITC TT-Bold" charset="0"/>
                                <a:ea typeface="ヒラギノ明朝 ProN W3" charset="-128"/>
                                <a:sym typeface="Bradley Hand ITC TT-Bold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300">
                                <a:solidFill>
                                  <a:srgbClr val="49433E"/>
                                </a:solidFill>
                                <a:latin typeface="Bradley Hand ITC TT-Bold" charset="0"/>
                                <a:ea typeface="ヒラギノ明朝 ProN W3" charset="-128"/>
                                <a:sym typeface="Bradley Hand ITC TT-Bold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300">
                                <a:solidFill>
                                  <a:srgbClr val="49433E"/>
                                </a:solidFill>
                                <a:latin typeface="Bradley Hand ITC TT-Bold" charset="0"/>
                                <a:ea typeface="ヒラギノ明朝 ProN W3" charset="-128"/>
                                <a:sym typeface="Bradley Hand ITC TT-Bold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300">
                                <a:solidFill>
                                  <a:srgbClr val="49433E"/>
                                </a:solidFill>
                                <a:latin typeface="Bradley Hand ITC TT-Bold" charset="0"/>
                                <a:ea typeface="ヒラギノ明朝 ProN W3" charset="-128"/>
                                <a:sym typeface="Bradley Hand ITC TT-Bold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 sz="2300">
                                <a:solidFill>
                                  <a:srgbClr val="49433E"/>
                                </a:solidFill>
                                <a:latin typeface="Bradley Hand ITC TT-Bold" charset="0"/>
                                <a:ea typeface="ヒラギノ明朝 ProN W3" charset="-128"/>
                                <a:sym typeface="Bradley Hand ITC TT-Bold" charset="0"/>
                              </a:defRPr>
                            </a:lvl9pPr>
                          </a:lstStyle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Tx/>
                              <a:buFont typeface="Arial"/>
                              <a:buNone/>
                              <a:tabLst/>
                              <a:defRPr/>
                            </a:pPr>
                            <a:r>
                              <a:rPr kumimoji="0" lang="en-US" altLang="zh-CN" sz="9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509BB"/>
                                </a:solidFill>
                                <a:effectLst/>
                                <a:uLnTx/>
                                <a:uFillTx/>
                                <a:latin typeface="Bradley Hand ITC TT-Bold" charset="0"/>
                                <a:cs typeface="Arial"/>
                                <a:sym typeface="Bradley Hand ITC TT-Bold" charset="0"/>
                              </a:rPr>
                              <a:t>P4</a:t>
                            </a:r>
                            <a:endParaRPr kumimoji="0" lang="zh-CN" altLang="en-US" sz="9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509BB"/>
                              </a:solidFill>
                              <a:effectLst/>
                              <a:uLnTx/>
                              <a:uFillTx/>
                              <a:latin typeface="Bradley Hand ITC TT-Bold" charset="0"/>
                              <a:cs typeface="Arial"/>
                              <a:sym typeface="Bradley Hand ITC TT-Bold" charset="0"/>
                            </a:endParaRPr>
                          </a:p>
                        </p:txBody>
                      </p:sp>
                    </p:grpSp>
                  </p:grpSp>
                  <p:sp>
                    <p:nvSpPr>
                      <p:cNvPr id="24" name="椭圆 23">
                        <a:extLst>
                          <a:ext uri="{FF2B5EF4-FFF2-40B4-BE49-F238E27FC236}">
                            <a16:creationId xmlns:a16="http://schemas.microsoft.com/office/drawing/2014/main" id="{845D761C-4C4D-AE68-E31F-8BA9DEF5CF8B}"/>
                          </a:ext>
                        </a:extLst>
                      </p:cNvPr>
                      <p:cNvSpPr>
                        <a:spLocks noGrp="1" noRot="1" noChangeAspect="1" noMove="1" noResize="1" noEditPoints="1" noAdjustHandles="1" noChangeArrowheads="1" noChangeShapeType="1"/>
                      </p:cNvSpPr>
                      <p:nvPr/>
                    </p:nvSpPr>
                    <p:spPr>
                      <a:xfrm>
                        <a:off x="5834478" y="907521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5" name="椭圆 24">
                        <a:extLst>
                          <a:ext uri="{FF2B5EF4-FFF2-40B4-BE49-F238E27FC236}">
                            <a16:creationId xmlns:a16="http://schemas.microsoft.com/office/drawing/2014/main" id="{3F0843D2-A223-0AC4-7409-5549B6FBAEAA}"/>
                          </a:ext>
                        </a:extLst>
                      </p:cNvPr>
                      <p:cNvSpPr>
                        <a:spLocks noGrp="1" noRot="1" noChangeAspect="1" noMove="1" noResize="1" noEditPoints="1" noAdjustHandles="1" noChangeArrowheads="1" noChangeShapeType="1"/>
                      </p:cNvSpPr>
                      <p:nvPr/>
                    </p:nvSpPr>
                    <p:spPr>
                      <a:xfrm>
                        <a:off x="5836699" y="2035639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9" name="椭圆 28">
                        <a:extLst>
                          <a:ext uri="{FF2B5EF4-FFF2-40B4-BE49-F238E27FC236}">
                            <a16:creationId xmlns:a16="http://schemas.microsoft.com/office/drawing/2014/main" id="{A0294D4D-2D11-27DB-249F-FB7CB6FBA2FB}"/>
                          </a:ext>
                        </a:extLst>
                      </p:cNvPr>
                      <p:cNvSpPr>
                        <a:spLocks noGrp="1" noRot="1" noChangeAspect="1" noMove="1" noResize="1" noEditPoints="1" noAdjustHandles="1" noChangeArrowheads="1" noChangeShapeType="1"/>
                      </p:cNvSpPr>
                      <p:nvPr/>
                    </p:nvSpPr>
                    <p:spPr>
                      <a:xfrm>
                        <a:off x="8657269" y="905662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16" name="组合 15">
                      <a:extLst>
                        <a:ext uri="{FF2B5EF4-FFF2-40B4-BE49-F238E27FC236}">
                          <a16:creationId xmlns:a16="http://schemas.microsoft.com/office/drawing/2014/main" id="{C324C760-7E7B-155E-1F87-6C86C6E8674A}"/>
                        </a:ext>
                      </a:extLst>
                    </p:cNvPr>
                    <p:cNvGrpSpPr>
                      <a:grpSpLocks noGrp="1" noUngrp="1" noRot="1" noMove="1" noResize="1"/>
                    </p:cNvGrpSpPr>
                    <p:nvPr/>
                  </p:nvGrpSpPr>
                  <p:grpSpPr>
                    <a:xfrm>
                      <a:off x="5747850" y="1689050"/>
                      <a:ext cx="72000" cy="72000"/>
                      <a:chOff x="5747850" y="1689050"/>
                      <a:chExt cx="72000" cy="72000"/>
                    </a:xfrm>
                  </p:grpSpPr>
                  <p:cxnSp>
                    <p:nvCxnSpPr>
                      <p:cNvPr id="107" name="直接连接符 93">
                        <a:extLst>
                          <a:ext uri="{FF2B5EF4-FFF2-40B4-BE49-F238E27FC236}">
                            <a16:creationId xmlns:a16="http://schemas.microsoft.com/office/drawing/2014/main" id="{99FF99E1-A66F-44BF-A0B7-C9B847947EBB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 rot="2700000">
                        <a:off x="5749710" y="1725050"/>
                        <a:ext cx="72000" cy="0"/>
                      </a:xfrm>
                      <a:prstGeom prst="line">
                        <a:avLst/>
                      </a:prstGeom>
                      <a:blipFill dpi="0" rotWithShape="0">
                        <a:blip r:embed="rId6"/>
                        <a:srcRect/>
                        <a:tile tx="0" ty="0" sx="100000" sy="100000" flip="none" algn="tl"/>
                      </a:blipFill>
                      <a:ln w="6350" cap="flat" cmpd="sng" algn="ctr">
                        <a:solidFill>
                          <a:srgbClr val="C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108" name="直接连接符 96">
                        <a:extLst>
                          <a:ext uri="{FF2B5EF4-FFF2-40B4-BE49-F238E27FC236}">
                            <a16:creationId xmlns:a16="http://schemas.microsoft.com/office/drawing/2014/main" id="{60F1E946-D940-4872-8F5D-88C48AFEA58D}"/>
                          </a:ext>
                        </a:extLst>
                      </p:cNvPr>
                      <p:cNvCxnSpPr>
                        <a:cxnSpLocks noGrp="1" noRot="1" noMove="1" noResize="1" noEditPoints="1" noAdjustHandles="1" noChangeArrowheads="1" noChangeShapeType="1"/>
                      </p:cNvCxnSpPr>
                      <p:nvPr/>
                    </p:nvCxnSpPr>
                    <p:spPr bwMode="auto">
                      <a:xfrm rot="18900000">
                        <a:off x="5747850" y="1722760"/>
                        <a:ext cx="72000" cy="0"/>
                      </a:xfrm>
                      <a:prstGeom prst="line">
                        <a:avLst/>
                      </a:prstGeom>
                      <a:blipFill dpi="0" rotWithShape="0">
                        <a:blip r:embed="rId6"/>
                        <a:srcRect/>
                        <a:tile tx="0" ty="0" sx="100000" sy="100000" flip="none" algn="tl"/>
                      </a:blipFill>
                      <a:ln w="6350" cap="flat" cmpd="sng" algn="ctr">
                        <a:solidFill>
                          <a:srgbClr val="C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2" name="椭圆 1"/>
                    <p:cNvSpPr>
                      <a:spLocks noGrp="1" noRot="1" noChangeAspec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8677763" y="2029701"/>
                      <a:ext cx="36000" cy="3600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34" name="组合 33">
                    <a:extLst>
                      <a:ext uri="{FF2B5EF4-FFF2-40B4-BE49-F238E27FC236}">
                        <a16:creationId xmlns:a16="http://schemas.microsoft.com/office/drawing/2014/main" id="{72BEB17E-F373-CEF9-92BB-C6E506EC9CEC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8714825" y="1674802"/>
                    <a:ext cx="72000" cy="72000"/>
                    <a:chOff x="8714825" y="1674802"/>
                    <a:chExt cx="72000" cy="72000"/>
                  </a:xfrm>
                </p:grpSpPr>
                <p:cxnSp>
                  <p:nvCxnSpPr>
                    <p:cNvPr id="19" name="直接连接符 93">
                      <a:extLst>
                        <a:ext uri="{FF2B5EF4-FFF2-40B4-BE49-F238E27FC236}">
                          <a16:creationId xmlns:a16="http://schemas.microsoft.com/office/drawing/2014/main" id="{0FC50698-D5E1-8847-11E8-9B0BEE715564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 rot="2700000">
                      <a:off x="8716685" y="1710802"/>
                      <a:ext cx="72000" cy="0"/>
                    </a:xfrm>
                    <a:prstGeom prst="line">
                      <a:avLst/>
                    </a:prstGeom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  <a:ln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21" name="直接连接符 96">
                      <a:extLst>
                        <a:ext uri="{FF2B5EF4-FFF2-40B4-BE49-F238E27FC236}">
                          <a16:creationId xmlns:a16="http://schemas.microsoft.com/office/drawing/2014/main" id="{0DDE05B0-B621-5379-25F1-F5381D2FA2FE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 rot="18900000">
                      <a:off x="8714825" y="1708512"/>
                      <a:ext cx="72000" cy="0"/>
                    </a:xfrm>
                    <a:prstGeom prst="line">
                      <a:avLst/>
                    </a:prstGeom>
                    <a:blipFill dpi="0" rotWithShape="0">
                      <a:blip r:embed="rId6"/>
                      <a:srcRect/>
                      <a:tile tx="0" ty="0" sx="100000" sy="100000" flip="none" algn="tl"/>
                    </a:blipFill>
                    <a:ln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sp>
              <p:nvSpPr>
                <p:cNvPr id="31" name="TextBox 68">
                  <a:extLst>
                    <a:ext uri="{FF2B5EF4-FFF2-40B4-BE49-F238E27FC236}">
                      <a16:creationId xmlns:a16="http://schemas.microsoft.com/office/drawing/2014/main" id="{75641894-531A-1C45-87D4-467F293CCB09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8527769" y="2072423"/>
                  <a:ext cx="207249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lang="en-US" altLang="zh-CN" sz="900" dirty="0">
                      <a:solidFill>
                        <a:srgbClr val="0509BB"/>
                      </a:solidFill>
                    </a:rPr>
                    <a:t>Z4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sp>
              <p:nvSpPr>
                <p:cNvPr id="32" name="TextBox 68">
                  <a:extLst>
                    <a:ext uri="{FF2B5EF4-FFF2-40B4-BE49-F238E27FC236}">
                      <a16:creationId xmlns:a16="http://schemas.microsoft.com/office/drawing/2014/main" id="{B6850CF5-B7EB-4545-E9F2-FA314DA59ED4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5691624" y="2069731"/>
                  <a:ext cx="207249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lang="en-US" altLang="zh-CN" sz="900" dirty="0">
                      <a:solidFill>
                        <a:srgbClr val="0509BB"/>
                      </a:solidFill>
                    </a:rPr>
                    <a:t>Z3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0E612170-B79D-0D47-755B-530B0A0F235B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6123459" y="1960333"/>
                <a:ext cx="72000" cy="72000"/>
                <a:chOff x="6185334" y="1960333"/>
                <a:chExt cx="72000" cy="72000"/>
              </a:xfrm>
            </p:grpSpPr>
            <p:cxnSp>
              <p:nvCxnSpPr>
                <p:cNvPr id="104" name="直接连接符 93">
                  <a:extLst>
                    <a:ext uri="{FF2B5EF4-FFF2-40B4-BE49-F238E27FC236}">
                      <a16:creationId xmlns:a16="http://schemas.microsoft.com/office/drawing/2014/main" id="{99FF99E1-A66F-44BF-A0B7-C9B847947EBB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2700000">
                  <a:off x="6187194" y="1996333"/>
                  <a:ext cx="72000" cy="0"/>
                </a:xfrm>
                <a:prstGeom prst="line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 w="63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5" name="直接连接符 96">
                  <a:extLst>
                    <a:ext uri="{FF2B5EF4-FFF2-40B4-BE49-F238E27FC236}">
                      <a16:creationId xmlns:a16="http://schemas.microsoft.com/office/drawing/2014/main" id="{60F1E946-D940-4872-8F5D-88C48AFEA58D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8900000">
                  <a:off x="6185334" y="1994043"/>
                  <a:ext cx="72000" cy="0"/>
                </a:xfrm>
                <a:prstGeom prst="line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 w="63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E8360A42-097B-02B8-3730-BF155E6ECD84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8194890" y="1962989"/>
                <a:ext cx="72000" cy="72000"/>
                <a:chOff x="8256765" y="1962989"/>
                <a:chExt cx="72000" cy="72000"/>
              </a:xfrm>
            </p:grpSpPr>
            <p:cxnSp>
              <p:nvCxnSpPr>
                <p:cNvPr id="110" name="直接连接符 93">
                  <a:extLst>
                    <a:ext uri="{FF2B5EF4-FFF2-40B4-BE49-F238E27FC236}">
                      <a16:creationId xmlns:a16="http://schemas.microsoft.com/office/drawing/2014/main" id="{99FF99E1-A66F-44BF-A0B7-C9B847947EBB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2700000">
                  <a:off x="8258625" y="1998989"/>
                  <a:ext cx="72000" cy="0"/>
                </a:xfrm>
                <a:prstGeom prst="line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 w="63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1" name="直接连接符 96">
                  <a:extLst>
                    <a:ext uri="{FF2B5EF4-FFF2-40B4-BE49-F238E27FC236}">
                      <a16:creationId xmlns:a16="http://schemas.microsoft.com/office/drawing/2014/main" id="{60F1E946-D940-4872-8F5D-88C48AFEA58D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8900000">
                  <a:off x="8256765" y="1996699"/>
                  <a:ext cx="72000" cy="0"/>
                </a:xfrm>
                <a:prstGeom prst="line">
                  <a:avLst/>
                </a:prstGeom>
                <a:blipFill dpi="0" rotWithShape="0">
                  <a:blip r:embed="rId6"/>
                  <a:srcRect/>
                  <a:tile tx="0" ty="0" sx="100000" sy="100000" flip="none" algn="tl"/>
                </a:blipFill>
                <a:ln w="63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26" name="TextBox 68">
              <a:extLst>
                <a:ext uri="{FF2B5EF4-FFF2-40B4-BE49-F238E27FC236}">
                  <a16:creationId xmlns:a16="http://schemas.microsoft.com/office/drawing/2014/main" id="{381E2593-90B1-E5CF-0563-9E886AB3FB2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8517661" y="947328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Z2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B0D18DEB-2531-DEEE-99E5-E8B918F938F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841386" y="2105455"/>
            <a:ext cx="3248873" cy="2692666"/>
            <a:chOff x="4841386" y="2105455"/>
            <a:chExt cx="3248873" cy="2692666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A2634D0B-99B4-AAB2-D8B0-F7559677324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841386" y="2263308"/>
              <a:ext cx="3248873" cy="2534813"/>
              <a:chOff x="4841386" y="2263308"/>
              <a:chExt cx="3248873" cy="2534813"/>
            </a:xfrm>
          </p:grpSpPr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C75015A6-57DC-B3ED-FBAE-1F8B8D0749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05864" y="2386121"/>
                <a:ext cx="799326" cy="2412000"/>
              </a:xfrm>
              <a:prstGeom prst="rect">
                <a:avLst/>
              </a:prstGeom>
            </p:spPr>
          </p:pic>
          <p:sp>
            <p:nvSpPr>
              <p:cNvPr id="115" name="矩形 114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41386" y="2386116"/>
                <a:ext cx="673589" cy="532659"/>
              </a:xfrm>
              <a:prstGeom prst="rect">
                <a:avLst/>
              </a:prstGeom>
              <a:noFill/>
              <a:ln w="15875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89AC6D32-F274-20D8-9E2F-25A51A73F0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8"/>
              <a:srcRect l="868" t="2210" r="1057" b="1073"/>
              <a:stretch/>
            </p:blipFill>
            <p:spPr>
              <a:xfrm>
                <a:off x="6543594" y="2263308"/>
                <a:ext cx="1546665" cy="1080000"/>
              </a:xfrm>
              <a:prstGeom prst="rect">
                <a:avLst/>
              </a:prstGeom>
            </p:spPr>
          </p:pic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AC378D82-C6C4-4101-A7FF-8893CE05861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5521850" y="2707446"/>
                <a:ext cx="1044000" cy="0"/>
              </a:xfrm>
              <a:prstGeom prst="straightConnector1">
                <a:avLst/>
              </a:prstGeom>
              <a:ln w="127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1E4F3EE6-A441-F0BE-A7AC-EE7F1102BCC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 flipV="1">
              <a:off x="7266182" y="2105455"/>
              <a:ext cx="0" cy="360000"/>
            </a:xfrm>
            <a:prstGeom prst="straightConnector1">
              <a:avLst/>
            </a:prstGeom>
            <a:ln w="12700">
              <a:solidFill>
                <a:srgbClr val="FFC000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0151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表格 61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06911643"/>
              </p:ext>
            </p:extLst>
          </p:nvPr>
        </p:nvGraphicFramePr>
        <p:xfrm>
          <a:off x="257172" y="457256"/>
          <a:ext cx="8621975" cy="4560097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35552">
                  <a:extLst>
                    <a:ext uri="{9D8B030D-6E8A-4147-A177-3AD203B41FA5}">
                      <a16:colId xmlns:a16="http://schemas.microsoft.com/office/drawing/2014/main" val="4236030093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619850978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2640322272"/>
                    </a:ext>
                  </a:extLst>
                </a:gridCol>
                <a:gridCol w="443346">
                  <a:extLst>
                    <a:ext uri="{9D8B030D-6E8A-4147-A177-3AD203B41FA5}">
                      <a16:colId xmlns:a16="http://schemas.microsoft.com/office/drawing/2014/main" val="2786232687"/>
                    </a:ext>
                  </a:extLst>
                </a:gridCol>
                <a:gridCol w="408709">
                  <a:extLst>
                    <a:ext uri="{9D8B030D-6E8A-4147-A177-3AD203B41FA5}">
                      <a16:colId xmlns:a16="http://schemas.microsoft.com/office/drawing/2014/main" val="2009619367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3502324209"/>
                    </a:ext>
                  </a:extLst>
                </a:gridCol>
                <a:gridCol w="1323109">
                  <a:extLst>
                    <a:ext uri="{9D8B030D-6E8A-4147-A177-3AD203B41FA5}">
                      <a16:colId xmlns:a16="http://schemas.microsoft.com/office/drawing/2014/main" val="2829241829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1928049862"/>
                    </a:ext>
                  </a:extLst>
                </a:gridCol>
                <a:gridCol w="1115291">
                  <a:extLst>
                    <a:ext uri="{9D8B030D-6E8A-4147-A177-3AD203B41FA5}">
                      <a16:colId xmlns:a16="http://schemas.microsoft.com/office/drawing/2014/main" val="2750202667"/>
                    </a:ext>
                  </a:extLst>
                </a:gridCol>
                <a:gridCol w="1016695">
                  <a:extLst>
                    <a:ext uri="{9D8B030D-6E8A-4147-A177-3AD203B41FA5}">
                      <a16:colId xmlns:a16="http://schemas.microsoft.com/office/drawing/2014/main" val="3243284654"/>
                    </a:ext>
                  </a:extLst>
                </a:gridCol>
              </a:tblGrid>
              <a:tr h="1828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SPC Callout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Nominal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altLang="zh-CN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altLang="zh-CN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Measurement Method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Description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Fixture 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Drawing Location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Remark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61806"/>
                  </a:ext>
                </a:extLst>
              </a:tr>
              <a:tr h="182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FAI04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0.21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2x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071259"/>
                  </a:ext>
                </a:extLst>
              </a:tr>
              <a:tr h="1955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0.21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/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2x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36053"/>
                  </a:ext>
                </a:extLst>
              </a:tr>
              <a:tr h="1955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FAI08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0.05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-0.05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700" b="0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  <a:sym typeface="Arial"/>
                        </a:rPr>
                        <a:t>GAP</a:t>
                      </a:r>
                      <a:endParaRPr kumimoji="0" lang="en-US" altLang="zh-CN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j-lt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/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G12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181476"/>
                  </a:ext>
                </a:extLst>
              </a:tr>
              <a:tr h="3767617">
                <a:tc gridSpan="6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65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en-US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58942"/>
                  </a:ext>
                </a:extLst>
              </a:tr>
            </a:tbl>
          </a:graphicData>
        </a:graphic>
      </p:graphicFrame>
      <p:sp>
        <p:nvSpPr>
          <p:cNvPr id="126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576" y="1278271"/>
            <a:ext cx="3956836" cy="182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OMM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2x / Ring Light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Measurement Datum</a:t>
            </a: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测量基准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altLang="zh-CN" sz="1000" b="1" dirty="0">
                <a:solidFill>
                  <a:schemeClr val="bg2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OMM Build Datum Alignment 4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description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测量描述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altLang="zh-TW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ts val="1100"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1).</a:t>
            </a:r>
            <a:r>
              <a:rPr lang="zh-CN" altLang="en-US" sz="1000" noProof="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按右图所示</a:t>
            </a:r>
            <a:r>
              <a:rPr lang="en-US" altLang="zh-CN" sz="1000" noProof="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noProof="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取点</a:t>
            </a:r>
            <a:r>
              <a:rPr lang="en-US" altLang="zh-CN" sz="1000" noProof="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P1~P8,</a:t>
            </a: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FAI0</a:t>
            </a:r>
            <a:r>
              <a:rPr lang="en-US" altLang="zh-CN" sz="1000" noProof="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4-1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{P1&amp;P2}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FAI04-2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{P3&amp;P4}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FAI05-1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{P5&amp;P6}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FAI05-2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{P7&amp;P8}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2).</a:t>
            </a:r>
            <a:r>
              <a:rPr lang="zh-CN" altLang="en-US" sz="1000" noProof="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按右图所示</a:t>
            </a:r>
            <a:r>
              <a:rPr lang="en-US" altLang="zh-CN" sz="1000" noProof="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P9, P10,</a:t>
            </a:r>
          </a:p>
          <a:p>
            <a:pPr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FAI08-G12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{P9&amp;P10}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>
              <a:buClr>
                <a:srgbClr val="49433E"/>
              </a:buClr>
              <a:buSzPts val="1100"/>
              <a:defRPr/>
            </a:pP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81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7175" y="18712"/>
            <a:ext cx="8621971" cy="39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Description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102" name="图片 101">
            <a:extLst>
              <a:ext uri="{FF2B5EF4-FFF2-40B4-BE49-F238E27FC236}">
                <a16:creationId xmlns:a16="http://schemas.microsoft.com/office/drawing/2014/main" id="{B6DCD469-AB59-B0AD-2B01-7CBA3F8A5F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899" y="1941031"/>
            <a:ext cx="1166581" cy="3044152"/>
          </a:xfrm>
          <a:prstGeom prst="rect">
            <a:avLst/>
          </a:prstGeom>
        </p:spPr>
      </p:pic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1F468C9B-33DD-EFFD-66EE-701325FA815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42193" y="3372103"/>
            <a:ext cx="2440591" cy="1107263"/>
            <a:chOff x="1801093" y="1867153"/>
            <a:chExt cx="2440591" cy="1107263"/>
          </a:xfrm>
        </p:grpSpPr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2458A4E4-F2CD-3E76-0602-5DF47840D98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01093" y="1867153"/>
              <a:ext cx="2368103" cy="1095122"/>
              <a:chOff x="1801093" y="1867153"/>
              <a:chExt cx="2368103" cy="1095122"/>
            </a:xfrm>
          </p:grpSpPr>
          <p:pic>
            <p:nvPicPr>
              <p:cNvPr id="106" name="图片 105">
                <a:extLst>
                  <a:ext uri="{FF2B5EF4-FFF2-40B4-BE49-F238E27FC236}">
                    <a16:creationId xmlns:a16="http://schemas.microsoft.com/office/drawing/2014/main" id="{CA7396D6-1103-4F48-3E5F-18CFA4D74B8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4"/>
              <a:srcRect l="1791" t="3600" b="1"/>
              <a:stretch/>
            </p:blipFill>
            <p:spPr>
              <a:xfrm>
                <a:off x="1820143" y="1867153"/>
                <a:ext cx="2349053" cy="1080000"/>
              </a:xfrm>
              <a:prstGeom prst="rect">
                <a:avLst/>
              </a:prstGeom>
            </p:spPr>
          </p:pic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607D3B55-CE17-11FF-27B9-A6790ED7446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01093" y="2768600"/>
                <a:ext cx="167407" cy="19367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703BE2D2-D2F9-793C-D7A3-EA92D0A7E3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65953" y="2780741"/>
              <a:ext cx="575731" cy="193675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9929346-5551-3AD7-0473-1EFB6D813F7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297410" y="1262736"/>
            <a:ext cx="4421478" cy="3611648"/>
            <a:chOff x="4173660" y="1200861"/>
            <a:chExt cx="4421478" cy="361164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2AD3DD9F-CFC6-1BB1-CAE0-5247DCB8E65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/>
            <a:srcRect t="19135" b="23942"/>
            <a:stretch/>
          </p:blipFill>
          <p:spPr>
            <a:xfrm>
              <a:off x="4345698" y="1337484"/>
              <a:ext cx="3001856" cy="1207828"/>
            </a:xfrm>
            <a:prstGeom prst="rect">
              <a:avLst/>
            </a:prstGeom>
          </p:spPr>
        </p:pic>
        <p:cxnSp>
          <p:nvCxnSpPr>
            <p:cNvPr id="11" name="直接连接符 10"/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791081" y="3568322"/>
              <a:ext cx="247878" cy="211181"/>
            </a:xfrm>
            <a:prstGeom prst="line">
              <a:avLst/>
            </a:prstGeom>
            <a:ln>
              <a:solidFill>
                <a:srgbClr val="060CF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6C4C74F0-D21B-D061-D33D-945AA01AE0A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763495" y="2479675"/>
              <a:ext cx="2728205" cy="1893068"/>
              <a:chOff x="4763495" y="2327275"/>
              <a:chExt cx="2728205" cy="1893068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54FE6837-8D7D-B28B-5224-DCC48C9299A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6"/>
              <a:srcRect l="868" t="2210" r="1057" b="1073"/>
              <a:stretch/>
            </p:blipFill>
            <p:spPr>
              <a:xfrm>
                <a:off x="4763495" y="3092663"/>
                <a:ext cx="1546665" cy="1080000"/>
              </a:xfrm>
              <a:prstGeom prst="rect">
                <a:avLst/>
              </a:prstGeom>
            </p:spPr>
          </p:pic>
          <p:cxnSp>
            <p:nvCxnSpPr>
              <p:cNvPr id="75" name="直接箭头连接符 74"/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5534807" y="2327275"/>
                <a:ext cx="0" cy="1188000"/>
              </a:xfrm>
              <a:prstGeom prst="straightConnector1">
                <a:avLst/>
              </a:prstGeom>
              <a:ln w="952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E3CAD98-E69B-FCD7-D9AC-1E4B1F7EFED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342045" y="3961319"/>
                <a:ext cx="385655" cy="259024"/>
              </a:xfrm>
              <a:prstGeom prst="rect">
                <a:avLst/>
              </a:prstGeom>
              <a:noFill/>
              <a:ln w="15875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" name="肘形连接符 14">
                <a:extLst>
                  <a:ext uri="{FF2B5EF4-FFF2-40B4-BE49-F238E27FC236}">
                    <a16:creationId xmlns:a16="http://schemas.microsoft.com/office/drawing/2014/main" id="{B48698DD-2F3D-E780-6195-EDA926DA76A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5727700" y="4102163"/>
                <a:ext cx="1764000" cy="0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A4BCF3B7-AF97-F0EB-BC1F-C48834D354E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512255" y="3705725"/>
              <a:ext cx="1082883" cy="1106784"/>
              <a:chOff x="7512255" y="3502525"/>
              <a:chExt cx="1082883" cy="1106784"/>
            </a:xfrm>
          </p:grpSpPr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7A2BF903-E5AA-4062-10C9-0A861D60304D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7512255" y="3502525"/>
                <a:ext cx="1082883" cy="1106784"/>
                <a:chOff x="7512255" y="3502525"/>
                <a:chExt cx="1082883" cy="1106784"/>
              </a:xfrm>
            </p:grpSpPr>
            <p:grpSp>
              <p:nvGrpSpPr>
                <p:cNvPr id="98" name="组合 97">
                  <a:extLst>
                    <a:ext uri="{FF2B5EF4-FFF2-40B4-BE49-F238E27FC236}">
                      <a16:creationId xmlns:a16="http://schemas.microsoft.com/office/drawing/2014/main" id="{F76522EC-E7CE-7671-96DD-FC8641213756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7512255" y="3502525"/>
                  <a:ext cx="1082883" cy="1106784"/>
                  <a:chOff x="7512255" y="3502525"/>
                  <a:chExt cx="1082883" cy="1106784"/>
                </a:xfrm>
              </p:grpSpPr>
              <p:pic>
                <p:nvPicPr>
                  <p:cNvPr id="16" name="图片 15">
                    <a:extLst>
                      <a:ext uri="{FF2B5EF4-FFF2-40B4-BE49-F238E27FC236}">
                        <a16:creationId xmlns:a16="http://schemas.microsoft.com/office/drawing/2014/main" id="{55CDECF4-5A8C-2672-C442-46A61798862C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 rotWithShape="1">
                  <a:blip r:embed="rId7"/>
                  <a:srcRect t="9749" r="14769" b="6371"/>
                  <a:stretch/>
                </p:blipFill>
                <p:spPr>
                  <a:xfrm>
                    <a:off x="7512255" y="3502525"/>
                    <a:ext cx="1082883" cy="1106784"/>
                  </a:xfrm>
                  <a:prstGeom prst="rect">
                    <a:avLst/>
                  </a:prstGeom>
                  <a:ln>
                    <a:solidFill>
                      <a:schemeClr val="tx1">
                        <a:lumMod val="20000"/>
                        <a:lumOff val="80000"/>
                      </a:schemeClr>
                    </a:solidFill>
                  </a:ln>
                </p:spPr>
              </p:pic>
              <p:sp>
                <p:nvSpPr>
                  <p:cNvPr id="96" name="TextBox 68">
                    <a:extLst>
                      <a:ext uri="{FF2B5EF4-FFF2-40B4-BE49-F238E27FC236}">
                        <a16:creationId xmlns:a16="http://schemas.microsoft.com/office/drawing/2014/main" id="{F8A723A1-56E4-E66B-5E05-66ED3CDCED2D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7969909" y="3731862"/>
                    <a:ext cx="207249" cy="1384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P9</a:t>
                    </a:r>
                    <a:endPara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sp>
                <p:nvSpPr>
                  <p:cNvPr id="97" name="TextBox 68">
                    <a:extLst>
                      <a:ext uri="{FF2B5EF4-FFF2-40B4-BE49-F238E27FC236}">
                        <a16:creationId xmlns:a16="http://schemas.microsoft.com/office/drawing/2014/main" id="{85368CC6-EB4F-E1E5-3E8B-7EB28102A0F2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7991090" y="4081844"/>
                    <a:ext cx="207249" cy="1384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P10</a:t>
                    </a:r>
                    <a:endPara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</p:grpSp>
            <p:grpSp>
              <p:nvGrpSpPr>
                <p:cNvPr id="80" name="组合 91">
                  <a:extLst>
                    <a:ext uri="{FF2B5EF4-FFF2-40B4-BE49-F238E27FC236}">
                      <a16:creationId xmlns:a16="http://schemas.microsoft.com/office/drawing/2014/main" id="{B7D52E05-5E3F-DCF7-BAA4-4E80ABE0FD06}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/>
              </p:nvGrpSpPr>
              <p:grpSpPr>
                <a:xfrm rot="2700000">
                  <a:off x="8039665" y="3907771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91" name="直接连接符 93">
                    <a:extLst>
                      <a:ext uri="{FF2B5EF4-FFF2-40B4-BE49-F238E27FC236}">
                        <a16:creationId xmlns:a16="http://schemas.microsoft.com/office/drawing/2014/main" id="{02F44735-704C-6343-5942-CCA792C03333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8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2" name="直接连接符 96">
                    <a:extLst>
                      <a:ext uri="{FF2B5EF4-FFF2-40B4-BE49-F238E27FC236}">
                        <a16:creationId xmlns:a16="http://schemas.microsoft.com/office/drawing/2014/main" id="{66A17B82-CD1C-FB13-DF1D-41D890ED3722}"/>
                      </a:ext>
                    </a:extLst>
                  </p:cNvPr>
                  <p:cNvCxnSpPr>
                    <a:cxnSpLocks noGrp="1" noRot="1" noMove="1" noResize="1" noEditPoints="1" noAdjustHandles="1" noChangeArrowheads="1" noChangeShapeType="1"/>
                  </p:cNvCxnSpPr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8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grpSp>
            <p:nvGrpSpPr>
              <p:cNvPr id="93" name="组合 91">
                <a:extLst>
                  <a:ext uri="{FF2B5EF4-FFF2-40B4-BE49-F238E27FC236}">
                    <a16:creationId xmlns:a16="http://schemas.microsoft.com/office/drawing/2014/main" id="{777E0466-88FA-4026-9467-CAB4958B4DEC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 rot="2700000">
                <a:off x="8039665" y="3971271"/>
                <a:ext cx="72000" cy="72000"/>
                <a:chOff x="2940437" y="2216043"/>
                <a:chExt cx="57600" cy="57600"/>
              </a:xfrm>
            </p:grpSpPr>
            <p:cxnSp>
              <p:nvCxnSpPr>
                <p:cNvPr id="94" name="直接连接符 93">
                  <a:extLst>
                    <a:ext uri="{FF2B5EF4-FFF2-40B4-BE49-F238E27FC236}">
                      <a16:creationId xmlns:a16="http://schemas.microsoft.com/office/drawing/2014/main" id="{56DE939C-997F-F7FC-FEAB-B986A4114773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>
                  <a:off x="2940437" y="2245086"/>
                  <a:ext cx="57600" cy="0"/>
                </a:xfrm>
                <a:prstGeom prst="line">
                  <a:avLst/>
                </a:prstGeom>
                <a:blipFill dpi="0" rotWithShape="0">
                  <a:blip r:embed="rId8"/>
                  <a:srcRect/>
                  <a:tile tx="0" ty="0" sx="100000" sy="100000" flip="none" algn="tl"/>
                </a:blipFill>
                <a:ln w="63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5" name="直接连接符 96">
                  <a:extLst>
                    <a:ext uri="{FF2B5EF4-FFF2-40B4-BE49-F238E27FC236}">
                      <a16:creationId xmlns:a16="http://schemas.microsoft.com/office/drawing/2014/main" id="{02C795C6-7B52-83AA-11F5-918DE39AD526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6200000">
                  <a:off x="2938089" y="2244843"/>
                  <a:ext cx="57600" cy="0"/>
                </a:xfrm>
                <a:prstGeom prst="line">
                  <a:avLst/>
                </a:prstGeom>
                <a:blipFill dpi="0" rotWithShape="0">
                  <a:blip r:embed="rId8"/>
                  <a:srcRect/>
                  <a:tile tx="0" ty="0" sx="100000" sy="100000" flip="none" algn="tl"/>
                </a:blipFill>
                <a:ln w="63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</p:grpSp>
        <p:grpSp>
          <p:nvGrpSpPr>
            <p:cNvPr id="108" name="组合 91">
              <a:extLst>
                <a:ext uri="{FF2B5EF4-FFF2-40B4-BE49-F238E27FC236}">
                  <a16:creationId xmlns:a16="http://schemas.microsoft.com/office/drawing/2014/main" id="{A1AF136E-C7C6-757A-BB31-2A86A08DD950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5922701" y="1412147"/>
              <a:ext cx="54000" cy="54000"/>
              <a:chOff x="2940437" y="2216043"/>
              <a:chExt cx="57600" cy="57600"/>
            </a:xfrm>
          </p:grpSpPr>
          <p:cxnSp>
            <p:nvCxnSpPr>
              <p:cNvPr id="109" name="直接连接符 93">
                <a:extLst>
                  <a:ext uri="{FF2B5EF4-FFF2-40B4-BE49-F238E27FC236}">
                    <a16:creationId xmlns:a16="http://schemas.microsoft.com/office/drawing/2014/main" id="{E15D5994-7C97-B95A-8AE1-81D9D688A83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0" name="直接连接符 96">
                <a:extLst>
                  <a:ext uri="{FF2B5EF4-FFF2-40B4-BE49-F238E27FC236}">
                    <a16:creationId xmlns:a16="http://schemas.microsoft.com/office/drawing/2014/main" id="{940CA8B5-E17D-259D-B272-220E90572F8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11" name="组合 91">
              <a:extLst>
                <a:ext uri="{FF2B5EF4-FFF2-40B4-BE49-F238E27FC236}">
                  <a16:creationId xmlns:a16="http://schemas.microsoft.com/office/drawing/2014/main" id="{1C368A08-5992-E688-E4D9-BF7F82BFA03F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5924973" y="1455363"/>
              <a:ext cx="54000" cy="54000"/>
              <a:chOff x="2940437" y="2216043"/>
              <a:chExt cx="57600" cy="57600"/>
            </a:xfrm>
          </p:grpSpPr>
          <p:cxnSp>
            <p:nvCxnSpPr>
              <p:cNvPr id="112" name="直接连接符 93">
                <a:extLst>
                  <a:ext uri="{FF2B5EF4-FFF2-40B4-BE49-F238E27FC236}">
                    <a16:creationId xmlns:a16="http://schemas.microsoft.com/office/drawing/2014/main" id="{77BD5D37-FA3D-DF88-1B72-8C312093E2D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3" name="直接连接符 96">
                <a:extLst>
                  <a:ext uri="{FF2B5EF4-FFF2-40B4-BE49-F238E27FC236}">
                    <a16:creationId xmlns:a16="http://schemas.microsoft.com/office/drawing/2014/main" id="{E47ED3E9-6782-0265-448D-EA3AC3D0C22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14" name="组合 91">
              <a:extLst>
                <a:ext uri="{FF2B5EF4-FFF2-40B4-BE49-F238E27FC236}">
                  <a16:creationId xmlns:a16="http://schemas.microsoft.com/office/drawing/2014/main" id="{4CBA6604-A259-6D65-6292-40734BCFE75D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5865829" y="2419806"/>
              <a:ext cx="54000" cy="54000"/>
              <a:chOff x="2940437" y="2216043"/>
              <a:chExt cx="57600" cy="57600"/>
            </a:xfrm>
          </p:grpSpPr>
          <p:cxnSp>
            <p:nvCxnSpPr>
              <p:cNvPr id="115" name="直接连接符 93">
                <a:extLst>
                  <a:ext uri="{FF2B5EF4-FFF2-40B4-BE49-F238E27FC236}">
                    <a16:creationId xmlns:a16="http://schemas.microsoft.com/office/drawing/2014/main" id="{B0FCCD0F-8C53-C550-9F1E-0D031396CE0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6" name="直接连接符 96">
                <a:extLst>
                  <a:ext uri="{FF2B5EF4-FFF2-40B4-BE49-F238E27FC236}">
                    <a16:creationId xmlns:a16="http://schemas.microsoft.com/office/drawing/2014/main" id="{0855E710-5746-84F4-92C2-2CFE1C40D45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17" name="组合 91">
              <a:extLst>
                <a:ext uri="{FF2B5EF4-FFF2-40B4-BE49-F238E27FC236}">
                  <a16:creationId xmlns:a16="http://schemas.microsoft.com/office/drawing/2014/main" id="{D3D70402-E9F8-581F-5B00-207735173923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5868101" y="2374310"/>
              <a:ext cx="54000" cy="54000"/>
              <a:chOff x="2940437" y="2216043"/>
              <a:chExt cx="57600" cy="57600"/>
            </a:xfrm>
          </p:grpSpPr>
          <p:cxnSp>
            <p:nvCxnSpPr>
              <p:cNvPr id="118" name="直接连接符 93">
                <a:extLst>
                  <a:ext uri="{FF2B5EF4-FFF2-40B4-BE49-F238E27FC236}">
                    <a16:creationId xmlns:a16="http://schemas.microsoft.com/office/drawing/2014/main" id="{ADFF8B40-F01F-8DB3-CD20-B2A039DFB6F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9" name="直接连接符 96">
                <a:extLst>
                  <a:ext uri="{FF2B5EF4-FFF2-40B4-BE49-F238E27FC236}">
                    <a16:creationId xmlns:a16="http://schemas.microsoft.com/office/drawing/2014/main" id="{3A4C1F49-95B8-02DB-5E8D-4CA0E3B6B92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20" name="组合 91">
              <a:extLst>
                <a:ext uri="{FF2B5EF4-FFF2-40B4-BE49-F238E27FC236}">
                  <a16:creationId xmlns:a16="http://schemas.microsoft.com/office/drawing/2014/main" id="{5DDB3EA0-4D73-7EFB-2E68-4CE504C35630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4355466" y="2049032"/>
              <a:ext cx="54000" cy="54000"/>
              <a:chOff x="2940437" y="2216043"/>
              <a:chExt cx="57600" cy="57600"/>
            </a:xfrm>
          </p:grpSpPr>
          <p:cxnSp>
            <p:nvCxnSpPr>
              <p:cNvPr id="121" name="直接连接符 93">
                <a:extLst>
                  <a:ext uri="{FF2B5EF4-FFF2-40B4-BE49-F238E27FC236}">
                    <a16:creationId xmlns:a16="http://schemas.microsoft.com/office/drawing/2014/main" id="{0B57AAC6-DD6C-7579-F4EC-4C344F25FEC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2" name="直接连接符 96">
                <a:extLst>
                  <a:ext uri="{FF2B5EF4-FFF2-40B4-BE49-F238E27FC236}">
                    <a16:creationId xmlns:a16="http://schemas.microsoft.com/office/drawing/2014/main" id="{AD54899C-801B-3DAE-0105-19772495F67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23" name="组合 91">
              <a:extLst>
                <a:ext uri="{FF2B5EF4-FFF2-40B4-BE49-F238E27FC236}">
                  <a16:creationId xmlns:a16="http://schemas.microsoft.com/office/drawing/2014/main" id="{EE6483AF-79D4-0858-F176-61A292FBDADE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4398682" y="2051304"/>
              <a:ext cx="54000" cy="54000"/>
              <a:chOff x="2940437" y="2216043"/>
              <a:chExt cx="57600" cy="57600"/>
            </a:xfrm>
          </p:grpSpPr>
          <p:cxnSp>
            <p:nvCxnSpPr>
              <p:cNvPr id="124" name="直接连接符 93">
                <a:extLst>
                  <a:ext uri="{FF2B5EF4-FFF2-40B4-BE49-F238E27FC236}">
                    <a16:creationId xmlns:a16="http://schemas.microsoft.com/office/drawing/2014/main" id="{F1B8A7AD-4227-8B99-DA17-7C1D8DFF0DF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5" name="直接连接符 96">
                <a:extLst>
                  <a:ext uri="{FF2B5EF4-FFF2-40B4-BE49-F238E27FC236}">
                    <a16:creationId xmlns:a16="http://schemas.microsoft.com/office/drawing/2014/main" id="{693463A1-D48F-C4F9-EE1F-8446D9F9FC7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27" name="组合 91">
              <a:extLst>
                <a:ext uri="{FF2B5EF4-FFF2-40B4-BE49-F238E27FC236}">
                  <a16:creationId xmlns:a16="http://schemas.microsoft.com/office/drawing/2014/main" id="{F0716986-533E-4FFE-948A-7563F4E4E5E1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294290" y="2039928"/>
              <a:ext cx="54000" cy="54000"/>
              <a:chOff x="2940437" y="2216043"/>
              <a:chExt cx="57600" cy="57600"/>
            </a:xfrm>
          </p:grpSpPr>
          <p:cxnSp>
            <p:nvCxnSpPr>
              <p:cNvPr id="128" name="直接连接符 93">
                <a:extLst>
                  <a:ext uri="{FF2B5EF4-FFF2-40B4-BE49-F238E27FC236}">
                    <a16:creationId xmlns:a16="http://schemas.microsoft.com/office/drawing/2014/main" id="{71DE41EE-2C8C-3053-AB4A-1146060EB52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9" name="直接连接符 96">
                <a:extLst>
                  <a:ext uri="{FF2B5EF4-FFF2-40B4-BE49-F238E27FC236}">
                    <a16:creationId xmlns:a16="http://schemas.microsoft.com/office/drawing/2014/main" id="{67EDDA9B-BFE0-350B-1F40-0423CC4EA6D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30" name="组合 91">
              <a:extLst>
                <a:ext uri="{FF2B5EF4-FFF2-40B4-BE49-F238E27FC236}">
                  <a16:creationId xmlns:a16="http://schemas.microsoft.com/office/drawing/2014/main" id="{CD926A2F-BD6D-BC1D-04AA-A9A36A524A2D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248796" y="2042200"/>
              <a:ext cx="54000" cy="54000"/>
              <a:chOff x="2940437" y="2216043"/>
              <a:chExt cx="57600" cy="57600"/>
            </a:xfrm>
          </p:grpSpPr>
          <p:cxnSp>
            <p:nvCxnSpPr>
              <p:cNvPr id="131" name="直接连接符 93">
                <a:extLst>
                  <a:ext uri="{FF2B5EF4-FFF2-40B4-BE49-F238E27FC236}">
                    <a16:creationId xmlns:a16="http://schemas.microsoft.com/office/drawing/2014/main" id="{054698B3-CAB5-9D18-5B0A-9825EB53659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2" name="直接连接符 96">
                <a:extLst>
                  <a:ext uri="{FF2B5EF4-FFF2-40B4-BE49-F238E27FC236}">
                    <a16:creationId xmlns:a16="http://schemas.microsoft.com/office/drawing/2014/main" id="{520CBF84-827B-6263-2DC8-88438B66CB9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63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3" name="TextBox 68">
              <a:extLst>
                <a:ext uri="{FF2B5EF4-FFF2-40B4-BE49-F238E27FC236}">
                  <a16:creationId xmlns:a16="http://schemas.microsoft.com/office/drawing/2014/main" id="{21AFF46D-CD67-0FD0-FF72-80886873F2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5851807" y="1284624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P1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134" name="TextBox 68">
              <a:extLst>
                <a:ext uri="{FF2B5EF4-FFF2-40B4-BE49-F238E27FC236}">
                  <a16:creationId xmlns:a16="http://schemas.microsoft.com/office/drawing/2014/main" id="{FE76D6DE-7ED2-71F1-8CF3-591815DA614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5851807" y="1524869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P2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135" name="TextBox 68">
              <a:extLst>
                <a:ext uri="{FF2B5EF4-FFF2-40B4-BE49-F238E27FC236}">
                  <a16:creationId xmlns:a16="http://schemas.microsoft.com/office/drawing/2014/main" id="{7CC453AC-825B-B9FC-A328-0CDEEB98B09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4173660" y="1996121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P5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136" name="TextBox 68">
              <a:extLst>
                <a:ext uri="{FF2B5EF4-FFF2-40B4-BE49-F238E27FC236}">
                  <a16:creationId xmlns:a16="http://schemas.microsoft.com/office/drawing/2014/main" id="{F9FAD3F9-8B6B-4DB9-879C-7E877DE42E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4414718" y="2005225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P6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137" name="TextBox 68">
              <a:extLst>
                <a:ext uri="{FF2B5EF4-FFF2-40B4-BE49-F238E27FC236}">
                  <a16:creationId xmlns:a16="http://schemas.microsoft.com/office/drawing/2014/main" id="{40230051-D464-8F52-C414-9872166A7C5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5787647" y="2469187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P4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138" name="TextBox 68">
              <a:extLst>
                <a:ext uri="{FF2B5EF4-FFF2-40B4-BE49-F238E27FC236}">
                  <a16:creationId xmlns:a16="http://schemas.microsoft.com/office/drawing/2014/main" id="{1220B261-7320-46AA-AF46-B4ED6A0003F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5806739" y="2218563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P3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139" name="TextBox 68">
              <a:extLst>
                <a:ext uri="{FF2B5EF4-FFF2-40B4-BE49-F238E27FC236}">
                  <a16:creationId xmlns:a16="http://schemas.microsoft.com/office/drawing/2014/main" id="{18F61A9A-3935-3607-D3C1-63100DF9BD1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7052111" y="2002185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P7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140" name="TextBox 68">
              <a:extLst>
                <a:ext uri="{FF2B5EF4-FFF2-40B4-BE49-F238E27FC236}">
                  <a16:creationId xmlns:a16="http://schemas.microsoft.com/office/drawing/2014/main" id="{4FBEC93E-98C7-F930-1878-731D08EAE0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7340221" y="2004564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P8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29387504-1E11-06A1-EE5D-8D208C4E232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26152" y="1200861"/>
              <a:ext cx="355245" cy="264917"/>
              <a:chOff x="6101216" y="1234981"/>
              <a:chExt cx="355245" cy="264917"/>
            </a:xfrm>
          </p:grpSpPr>
          <p:sp>
            <p:nvSpPr>
              <p:cNvPr id="152" name="TextBox 68">
                <a:extLst>
                  <a:ext uri="{FF2B5EF4-FFF2-40B4-BE49-F238E27FC236}">
                    <a16:creationId xmlns:a16="http://schemas.microsoft.com/office/drawing/2014/main" id="{48E79940-780B-2083-F94C-2F6296213D0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49212" y="1234981"/>
                <a:ext cx="20724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rPr>
                  <a:t>ALL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grpSp>
            <p:nvGrpSpPr>
              <p:cNvPr id="158" name="组合 157">
                <a:extLst>
                  <a:ext uri="{FF2B5EF4-FFF2-40B4-BE49-F238E27FC236}">
                    <a16:creationId xmlns:a16="http://schemas.microsoft.com/office/drawing/2014/main" id="{28CFC03A-8218-8BE5-0A4D-6C4BCDE1AD62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6101216" y="1355898"/>
                <a:ext cx="335611" cy="144000"/>
                <a:chOff x="6737579" y="2927445"/>
                <a:chExt cx="414165" cy="177706"/>
              </a:xfrm>
            </p:grpSpPr>
            <p:cxnSp>
              <p:nvCxnSpPr>
                <p:cNvPr id="154" name="直接箭头连接符 153">
                  <a:extLst>
                    <a:ext uri="{FF2B5EF4-FFF2-40B4-BE49-F238E27FC236}">
                      <a16:creationId xmlns:a16="http://schemas.microsoft.com/office/drawing/2014/main" id="{71EA2397-62EE-D2C6-0900-1E982A4EB294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 flipH="1">
                  <a:off x="6737579" y="2927445"/>
                  <a:ext cx="195848" cy="177706"/>
                </a:xfrm>
                <a:prstGeom prst="straightConnector1">
                  <a:avLst/>
                </a:prstGeom>
                <a:ln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>
                  <a:extLst>
                    <a:ext uri="{FF2B5EF4-FFF2-40B4-BE49-F238E27FC236}">
                      <a16:creationId xmlns:a16="http://schemas.microsoft.com/office/drawing/2014/main" id="{AEAC1D6E-E57F-415E-D70D-6F795CBB7C11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>
                <a:xfrm>
                  <a:off x="6929617" y="2927445"/>
                  <a:ext cx="222127" cy="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5B2EE9F0-4250-91FC-ECFB-823FF0B8BA6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896251" y="1337484"/>
              <a:ext cx="629217" cy="884201"/>
              <a:chOff x="7896251" y="1337484"/>
              <a:chExt cx="629217" cy="884201"/>
            </a:xfrm>
          </p:grpSpPr>
          <p:pic>
            <p:nvPicPr>
              <p:cNvPr id="144" name="图片 143">
                <a:extLst>
                  <a:ext uri="{FF2B5EF4-FFF2-40B4-BE49-F238E27FC236}">
                    <a16:creationId xmlns:a16="http://schemas.microsoft.com/office/drawing/2014/main" id="{64FEB9B4-B1BB-1721-0EBD-B9B3C6525C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96251" y="1337484"/>
                <a:ext cx="629217" cy="720000"/>
              </a:xfrm>
              <a:prstGeom prst="rect">
                <a:avLst/>
              </a:prstGeom>
            </p:spPr>
          </p:pic>
          <p:grpSp>
            <p:nvGrpSpPr>
              <p:cNvPr id="146" name="组合 91">
                <a:extLst>
                  <a:ext uri="{FF2B5EF4-FFF2-40B4-BE49-F238E27FC236}">
                    <a16:creationId xmlns:a16="http://schemas.microsoft.com/office/drawing/2014/main" id="{D79850A0-CFD8-6B44-3EEB-F85C9D7C0DA3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 rot="2700000">
                <a:off x="8171339" y="1536416"/>
                <a:ext cx="54000" cy="54000"/>
                <a:chOff x="2940437" y="2216043"/>
                <a:chExt cx="57600" cy="57600"/>
              </a:xfrm>
            </p:grpSpPr>
            <p:cxnSp>
              <p:nvCxnSpPr>
                <p:cNvPr id="147" name="直接连接符 93">
                  <a:extLst>
                    <a:ext uri="{FF2B5EF4-FFF2-40B4-BE49-F238E27FC236}">
                      <a16:creationId xmlns:a16="http://schemas.microsoft.com/office/drawing/2014/main" id="{01A1D593-B93F-7C48-06EB-D3BC61479127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>
                  <a:off x="2940437" y="2245086"/>
                  <a:ext cx="57600" cy="0"/>
                </a:xfrm>
                <a:prstGeom prst="line">
                  <a:avLst/>
                </a:prstGeom>
                <a:blipFill dpi="0" rotWithShape="0">
                  <a:blip r:embed="rId8"/>
                  <a:srcRect/>
                  <a:tile tx="0" ty="0" sx="100000" sy="100000" flip="none" algn="tl"/>
                </a:blipFill>
                <a:ln w="63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8" name="直接连接符 96">
                  <a:extLst>
                    <a:ext uri="{FF2B5EF4-FFF2-40B4-BE49-F238E27FC236}">
                      <a16:creationId xmlns:a16="http://schemas.microsoft.com/office/drawing/2014/main" id="{DA94115F-72A7-639A-2878-652F13B31157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6200000">
                  <a:off x="2938089" y="2244843"/>
                  <a:ext cx="57600" cy="0"/>
                </a:xfrm>
                <a:prstGeom prst="line">
                  <a:avLst/>
                </a:prstGeom>
                <a:blipFill dpi="0" rotWithShape="0">
                  <a:blip r:embed="rId8"/>
                  <a:srcRect/>
                  <a:tile tx="0" ty="0" sx="100000" sy="100000" flip="none" algn="tl"/>
                </a:blipFill>
                <a:ln w="63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149" name="组合 91">
                <a:extLst>
                  <a:ext uri="{FF2B5EF4-FFF2-40B4-BE49-F238E27FC236}">
                    <a16:creationId xmlns:a16="http://schemas.microsoft.com/office/drawing/2014/main" id="{31632B29-903F-6C4C-651B-D440BA905B26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 rot="2700000">
                <a:off x="8180435" y="1709288"/>
                <a:ext cx="54000" cy="54000"/>
                <a:chOff x="2940437" y="2216043"/>
                <a:chExt cx="57600" cy="57600"/>
              </a:xfrm>
            </p:grpSpPr>
            <p:cxnSp>
              <p:nvCxnSpPr>
                <p:cNvPr id="150" name="直接连接符 93">
                  <a:extLst>
                    <a:ext uri="{FF2B5EF4-FFF2-40B4-BE49-F238E27FC236}">
                      <a16:creationId xmlns:a16="http://schemas.microsoft.com/office/drawing/2014/main" id="{03769DD3-3BE1-35E5-E7BF-B5E0B262B8E5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>
                  <a:off x="2940437" y="2245086"/>
                  <a:ext cx="57600" cy="0"/>
                </a:xfrm>
                <a:prstGeom prst="line">
                  <a:avLst/>
                </a:prstGeom>
                <a:blipFill dpi="0" rotWithShape="0">
                  <a:blip r:embed="rId8"/>
                  <a:srcRect/>
                  <a:tile tx="0" ty="0" sx="100000" sy="100000" flip="none" algn="tl"/>
                </a:blipFill>
                <a:ln w="63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1" name="直接连接符 96">
                  <a:extLst>
                    <a:ext uri="{FF2B5EF4-FFF2-40B4-BE49-F238E27FC236}">
                      <a16:creationId xmlns:a16="http://schemas.microsoft.com/office/drawing/2014/main" id="{4FE6320F-A568-7166-1626-70302D70C6E5}"/>
                    </a:ext>
                  </a:extLst>
                </p:cNvPr>
                <p:cNvCxnSpPr>
                  <a:cxnSpLocks noGrp="1" noRot="1" noMove="1" noResize="1" noEditPoints="1" noAdjustHandles="1" noChangeArrowheads="1" noChangeShapeType="1"/>
                </p:cNvCxnSpPr>
                <p:nvPr/>
              </p:nvCxnSpPr>
              <p:spPr bwMode="auto">
                <a:xfrm rot="16200000">
                  <a:off x="2938089" y="2244843"/>
                  <a:ext cx="57600" cy="0"/>
                </a:xfrm>
                <a:prstGeom prst="line">
                  <a:avLst/>
                </a:prstGeom>
                <a:blipFill dpi="0" rotWithShape="0">
                  <a:blip r:embed="rId8"/>
                  <a:srcRect/>
                  <a:tile tx="0" ty="0" sx="100000" sy="100000" flip="none" algn="tl"/>
                </a:blipFill>
                <a:ln w="63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59" name="TextBox 68">
                <a:extLst>
                  <a:ext uri="{FF2B5EF4-FFF2-40B4-BE49-F238E27FC236}">
                    <a16:creationId xmlns:a16="http://schemas.microsoft.com/office/drawing/2014/main" id="{643FDEC8-9FDF-2460-12EF-263294BB60A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8121345" y="2083186"/>
                <a:ext cx="20724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altLang="zh-CN" sz="900" dirty="0">
                    <a:solidFill>
                      <a:srgbClr val="0509BB"/>
                    </a:solidFill>
                  </a:rPr>
                  <a:t>ALL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</p:grpSp>
        <p:sp>
          <p:nvSpPr>
            <p:cNvPr id="188" name="TextBox 68">
              <a:extLst>
                <a:ext uri="{FF2B5EF4-FFF2-40B4-BE49-F238E27FC236}">
                  <a16:creationId xmlns:a16="http://schemas.microsoft.com/office/drawing/2014/main" id="{56F30955-5C15-C424-1FF6-E3B10DF933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5411989" y="4508868"/>
              <a:ext cx="245635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(</a:t>
              </a:r>
              <a:r>
                <a:rPr lang="zh-CN" altLang="en-US" sz="900" dirty="0">
                  <a:solidFill>
                    <a:srgbClr val="0509BB"/>
                  </a:solidFill>
                </a:rPr>
                <a:t>图</a:t>
              </a:r>
              <a:r>
                <a:rPr lang="en-US" altLang="zh-CN" sz="900" dirty="0">
                  <a:solidFill>
                    <a:srgbClr val="0509BB"/>
                  </a:solidFill>
                </a:rPr>
                <a:t>1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)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70C0393-ED9E-BB69-3365-D5A6E9A5F3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492" y="3337081"/>
            <a:ext cx="600075" cy="25853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A1B9EF-8E65-D9EE-66B7-56B7E96C94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26997" y="3856640"/>
            <a:ext cx="600075" cy="25853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68">
            <a:extLst>
              <a:ext uri="{FF2B5EF4-FFF2-40B4-BE49-F238E27FC236}">
                <a16:creationId xmlns:a16="http://schemas.microsoft.com/office/drawing/2014/main" id="{469EC4B3-5B68-491D-AE92-381115B1D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3251" y="4876255"/>
            <a:ext cx="245635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1pPr>
            <a:lvl2pPr marL="742950" indent="-28575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2pPr>
            <a:lvl3pPr marL="1143000" indent="-22860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3pPr>
            <a:lvl4pPr marL="1600200" indent="-22860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4pPr>
            <a:lvl5pPr marL="2057400" indent="-228600" eaLnBrk="0" hangingPunct="0"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rgbClr val="49433E"/>
                </a:solidFill>
                <a:latin typeface="Bradley Hand ITC TT-Bold" charset="0"/>
                <a:ea typeface="ヒラギノ明朝 ProN W3" charset="-128"/>
                <a:sym typeface="Bradley Hand ITC TT-Bold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rPr>
              <a:t>G12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Bradley Hand ITC TT-Bold" charset="0"/>
              <a:cs typeface="Arial"/>
              <a:sym typeface="Bradley Hand ITC TT-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991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表格 61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065352867"/>
              </p:ext>
            </p:extLst>
          </p:nvPr>
        </p:nvGraphicFramePr>
        <p:xfrm>
          <a:off x="257171" y="463089"/>
          <a:ext cx="8621975" cy="4520565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35552">
                  <a:extLst>
                    <a:ext uri="{9D8B030D-6E8A-4147-A177-3AD203B41FA5}">
                      <a16:colId xmlns:a16="http://schemas.microsoft.com/office/drawing/2014/main" val="4236030093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619850978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2640322272"/>
                    </a:ext>
                  </a:extLst>
                </a:gridCol>
                <a:gridCol w="443346">
                  <a:extLst>
                    <a:ext uri="{9D8B030D-6E8A-4147-A177-3AD203B41FA5}">
                      <a16:colId xmlns:a16="http://schemas.microsoft.com/office/drawing/2014/main" val="2786232687"/>
                    </a:ext>
                  </a:extLst>
                </a:gridCol>
                <a:gridCol w="408709">
                  <a:extLst>
                    <a:ext uri="{9D8B030D-6E8A-4147-A177-3AD203B41FA5}">
                      <a16:colId xmlns:a16="http://schemas.microsoft.com/office/drawing/2014/main" val="2009619367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3502324209"/>
                    </a:ext>
                  </a:extLst>
                </a:gridCol>
                <a:gridCol w="1323109">
                  <a:extLst>
                    <a:ext uri="{9D8B030D-6E8A-4147-A177-3AD203B41FA5}">
                      <a16:colId xmlns:a16="http://schemas.microsoft.com/office/drawing/2014/main" val="2829241829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1928049862"/>
                    </a:ext>
                  </a:extLst>
                </a:gridCol>
                <a:gridCol w="1115291">
                  <a:extLst>
                    <a:ext uri="{9D8B030D-6E8A-4147-A177-3AD203B41FA5}">
                      <a16:colId xmlns:a16="http://schemas.microsoft.com/office/drawing/2014/main" val="2750202667"/>
                    </a:ext>
                  </a:extLst>
                </a:gridCol>
                <a:gridCol w="1016695">
                  <a:extLst>
                    <a:ext uri="{9D8B030D-6E8A-4147-A177-3AD203B41FA5}">
                      <a16:colId xmlns:a16="http://schemas.microsoft.com/office/drawing/2014/main" val="3243284654"/>
                    </a:ext>
                  </a:extLst>
                </a:gridCol>
              </a:tblGrid>
              <a:tr h="1415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SPC Callout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Nominal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altLang="zh-CN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altLang="zh-CN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Measurement Method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Description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Fixture 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Drawing Location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Remark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61806"/>
                  </a:ext>
                </a:extLst>
              </a:tr>
              <a:tr h="1885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FAI08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0.05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-0.05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GAP</a:t>
                      </a:r>
                      <a:endParaRPr kumimoji="0" lang="en-US" altLang="zh-CN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j-lt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G6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071259"/>
                  </a:ext>
                </a:extLst>
              </a:tr>
              <a:tr h="121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/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kumimoji="0" lang="en-US" altLang="zh-CN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j-lt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36053"/>
                  </a:ext>
                </a:extLst>
              </a:tr>
              <a:tr h="3926205">
                <a:tc gridSpan="6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65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en-US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58942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7FA157D3-6528-9E3A-D801-C4BC43BA36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941" y="1900376"/>
            <a:ext cx="816051" cy="28440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F733479C-026F-C6BF-EF15-BF0F98E124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278" y="1870443"/>
            <a:ext cx="1213705" cy="2988000"/>
          </a:xfrm>
          <a:prstGeom prst="rect">
            <a:avLst/>
          </a:prstGeom>
        </p:spPr>
      </p:pic>
      <p:sp>
        <p:nvSpPr>
          <p:cNvPr id="126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2100" y="1065215"/>
            <a:ext cx="3937000" cy="1630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OMM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 2x / Ring Light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Measurement Datum</a:t>
            </a: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测量基准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altLang="zh-CN" sz="1000" b="1" dirty="0">
                <a:solidFill>
                  <a:schemeClr val="bg2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建立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OMM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基准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按照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所示竖立装夹产品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并在产品上表面对焦取点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在产品边缘取点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P1~P4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P2&amp;P3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构建线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L1, P1&amp;P4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构建中点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旋转至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轴的原点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的原点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设定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的原点。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description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测量描述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altLang="zh-TW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ts val="1100"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1).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OMM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基准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取点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P5, P6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FAI08-G6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{P5&amp;P6}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向距离。</a:t>
            </a:r>
            <a:endParaRPr lang="en-US" altLang="zh-TW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92" name="矩形 9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29710" y="4677739"/>
            <a:ext cx="399515" cy="26906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7175" y="18712"/>
            <a:ext cx="8621971" cy="39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000"/>
              <a:defRPr/>
            </a:pPr>
            <a:r>
              <a:rPr lang="en-US" altLang="zh-CN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Datum Establishment &amp;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Description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526992E-0811-C840-44E2-2AB73714801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743815" y="2775377"/>
            <a:ext cx="1146428" cy="1891863"/>
            <a:chOff x="2826315" y="2775377"/>
            <a:chExt cx="1146428" cy="1891863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462E21D-625C-20DE-C416-E537F62BDF3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/>
            <a:srcRect t="1828"/>
            <a:stretch/>
          </p:blipFill>
          <p:spPr>
            <a:xfrm>
              <a:off x="2826315" y="2795240"/>
              <a:ext cx="1146428" cy="1872000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498D1C9-5B38-E425-66C5-615498DB66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34067" y="2775377"/>
              <a:ext cx="600075" cy="258537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45E5FFC-432A-90F4-79E7-2FF587AF650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750108" y="1103227"/>
            <a:ext cx="2894655" cy="3828654"/>
            <a:chOff x="5750108" y="1103227"/>
            <a:chExt cx="2894655" cy="3828654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51DAD4DF-70AB-B6C3-89ED-8694212D914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6200000">
              <a:off x="7698861" y="1240028"/>
              <a:ext cx="991804" cy="900000"/>
            </a:xfrm>
            <a:prstGeom prst="rect">
              <a:avLst/>
            </a:prstGeom>
          </p:spPr>
        </p:pic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57907303-3EDF-E4A8-35A7-BCB2B4E25D1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750108" y="1103227"/>
              <a:ext cx="2820686" cy="3828654"/>
              <a:chOff x="5750108" y="1103227"/>
              <a:chExt cx="2820686" cy="3828654"/>
            </a:xfrm>
          </p:grpSpPr>
          <p:sp>
            <p:nvSpPr>
              <p:cNvPr id="24" name="TextBox 68">
                <a:extLst>
                  <a:ext uri="{FF2B5EF4-FFF2-40B4-BE49-F238E27FC236}">
                    <a16:creationId xmlns:a16="http://schemas.microsoft.com/office/drawing/2014/main" id="{00AF67B0-6D95-461A-AD68-A2D70012C13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234889" y="4793382"/>
                <a:ext cx="245635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altLang="zh-CN" sz="900" dirty="0">
                    <a:solidFill>
                      <a:srgbClr val="0509BB"/>
                    </a:solidFill>
                  </a:rPr>
                  <a:t>(</a:t>
                </a:r>
                <a:r>
                  <a:rPr lang="zh-CN" altLang="en-US" sz="900" dirty="0">
                    <a:solidFill>
                      <a:srgbClr val="0509BB"/>
                    </a:solidFill>
                  </a:rPr>
                  <a:t>图</a:t>
                </a:r>
                <a:r>
                  <a:rPr kumimoji="0" lang="en-US" altLang="zh-CN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rPr>
                  <a:t>1)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810E1EAD-2872-EAFD-B7E9-20F447576A98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5750108" y="1103227"/>
                <a:ext cx="1974577" cy="707869"/>
                <a:chOff x="6245408" y="1103227"/>
                <a:chExt cx="1974577" cy="707869"/>
              </a:xfrm>
            </p:grpSpPr>
            <p:pic>
              <p:nvPicPr>
                <p:cNvPr id="10" name="图片 9">
                  <a:extLst>
                    <a:ext uri="{FF2B5EF4-FFF2-40B4-BE49-F238E27FC236}">
                      <a16:creationId xmlns:a16="http://schemas.microsoft.com/office/drawing/2014/main" id="{BB2B6516-EF25-610E-5114-8A0E7173E9C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76924" y="1219920"/>
                  <a:ext cx="671478" cy="468000"/>
                </a:xfrm>
                <a:prstGeom prst="rect">
                  <a:avLst/>
                </a:prstGeom>
              </p:spPr>
            </p:pic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D44CFD1D-BBD5-549A-C5CB-502DA396F0D5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>
                  <a:off x="6245408" y="1103227"/>
                  <a:ext cx="1974577" cy="707869"/>
                  <a:chOff x="4540433" y="1103227"/>
                  <a:chExt cx="1974577" cy="707869"/>
                </a:xfrm>
              </p:grpSpPr>
              <p:grpSp>
                <p:nvGrpSpPr>
                  <p:cNvPr id="30" name="组合 91">
                    <a:extLst>
                      <a:ext uri="{FF2B5EF4-FFF2-40B4-BE49-F238E27FC236}">
                        <a16:creationId xmlns:a16="http://schemas.microsoft.com/office/drawing/2014/main" id="{3E338D26-275B-45B0-9B73-8C20D8DB0CC0}"/>
                      </a:ext>
                    </a:extLst>
                  </p:cNvPr>
                  <p:cNvGrpSpPr>
                    <a:grpSpLocks noGrp="1" noUngrp="1" noRot="1" noChangeAspect="1" noMove="1" noResize="1"/>
                  </p:cNvGrpSpPr>
                  <p:nvPr/>
                </p:nvGrpSpPr>
                <p:grpSpPr>
                  <a:xfrm rot="2700000">
                    <a:off x="4900896" y="1273447"/>
                    <a:ext cx="77143" cy="77143"/>
                    <a:chOff x="2940437" y="2216043"/>
                    <a:chExt cx="57600" cy="57600"/>
                  </a:xfrm>
                </p:grpSpPr>
                <p:cxnSp>
                  <p:nvCxnSpPr>
                    <p:cNvPr id="31" name="直接连接符 93">
                      <a:extLst>
                        <a:ext uri="{FF2B5EF4-FFF2-40B4-BE49-F238E27FC236}">
                          <a16:creationId xmlns:a16="http://schemas.microsoft.com/office/drawing/2014/main" id="{99FF99E1-A66F-44BF-A0B7-C9B847947EBB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>
                      <a:off x="2940437" y="2245086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2" name="直接连接符 96">
                      <a:extLst>
                        <a:ext uri="{FF2B5EF4-FFF2-40B4-BE49-F238E27FC236}">
                          <a16:creationId xmlns:a16="http://schemas.microsoft.com/office/drawing/2014/main" id="{60F1E946-D940-4872-8F5D-88C48AFEA58D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 rot="16200000">
                      <a:off x="2938089" y="2244843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grpSp>
                <p:nvGrpSpPr>
                  <p:cNvPr id="36" name="组合 91">
                    <a:extLst>
                      <a:ext uri="{FF2B5EF4-FFF2-40B4-BE49-F238E27FC236}">
                        <a16:creationId xmlns:a16="http://schemas.microsoft.com/office/drawing/2014/main" id="{3E338D26-275B-45B0-9B73-8C20D8DB0CC0}"/>
                      </a:ext>
                    </a:extLst>
                  </p:cNvPr>
                  <p:cNvGrpSpPr>
                    <a:grpSpLocks noGrp="1" noUngrp="1" noRot="1" noChangeAspect="1" noMove="1" noResize="1"/>
                  </p:cNvGrpSpPr>
                  <p:nvPr/>
                </p:nvGrpSpPr>
                <p:grpSpPr>
                  <a:xfrm rot="2700000">
                    <a:off x="4732138" y="1341565"/>
                    <a:ext cx="77143" cy="77143"/>
                    <a:chOff x="2940437" y="2216043"/>
                    <a:chExt cx="57600" cy="57600"/>
                  </a:xfrm>
                </p:grpSpPr>
                <p:cxnSp>
                  <p:nvCxnSpPr>
                    <p:cNvPr id="37" name="直接连接符 93">
                      <a:extLst>
                        <a:ext uri="{FF2B5EF4-FFF2-40B4-BE49-F238E27FC236}">
                          <a16:creationId xmlns:a16="http://schemas.microsoft.com/office/drawing/2014/main" id="{99FF99E1-A66F-44BF-A0B7-C9B847947EBB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>
                      <a:off x="2940437" y="2245086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8" name="直接连接符 96">
                      <a:extLst>
                        <a:ext uri="{FF2B5EF4-FFF2-40B4-BE49-F238E27FC236}">
                          <a16:creationId xmlns:a16="http://schemas.microsoft.com/office/drawing/2014/main" id="{60F1E946-D940-4872-8F5D-88C48AFEA58D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 rot="16200000">
                      <a:off x="2938089" y="2244843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grpSp>
                <p:nvGrpSpPr>
                  <p:cNvPr id="39" name="组合 91">
                    <a:extLst>
                      <a:ext uri="{FF2B5EF4-FFF2-40B4-BE49-F238E27FC236}">
                        <a16:creationId xmlns:a16="http://schemas.microsoft.com/office/drawing/2014/main" id="{3E338D26-275B-45B0-9B73-8C20D8DB0CC0}"/>
                      </a:ext>
                    </a:extLst>
                  </p:cNvPr>
                  <p:cNvGrpSpPr>
                    <a:grpSpLocks noGrp="1" noUngrp="1" noRot="1" noChangeAspect="1" noMove="1" noResize="1"/>
                  </p:cNvGrpSpPr>
                  <p:nvPr/>
                </p:nvGrpSpPr>
                <p:grpSpPr>
                  <a:xfrm rot="2700000">
                    <a:off x="5250606" y="1273443"/>
                    <a:ext cx="77143" cy="77143"/>
                    <a:chOff x="2940437" y="2216043"/>
                    <a:chExt cx="57600" cy="57600"/>
                  </a:xfrm>
                </p:grpSpPr>
                <p:cxnSp>
                  <p:nvCxnSpPr>
                    <p:cNvPr id="40" name="直接连接符 93">
                      <a:extLst>
                        <a:ext uri="{FF2B5EF4-FFF2-40B4-BE49-F238E27FC236}">
                          <a16:creationId xmlns:a16="http://schemas.microsoft.com/office/drawing/2014/main" id="{99FF99E1-A66F-44BF-A0B7-C9B847947EBB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>
                      <a:off x="2940437" y="2245086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1" name="直接连接符 96">
                      <a:extLst>
                        <a:ext uri="{FF2B5EF4-FFF2-40B4-BE49-F238E27FC236}">
                          <a16:creationId xmlns:a16="http://schemas.microsoft.com/office/drawing/2014/main" id="{60F1E946-D940-4872-8F5D-88C48AFEA58D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 rot="16200000">
                      <a:off x="2938089" y="2244843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sp>
                <p:nvSpPr>
                  <p:cNvPr id="42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4540433" y="1307109"/>
                    <a:ext cx="222052" cy="1483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P1</a:t>
                    </a:r>
                    <a:endPara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sp>
                <p:nvSpPr>
                  <p:cNvPr id="43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4831399" y="1103227"/>
                    <a:ext cx="222052" cy="1483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P2</a:t>
                    </a:r>
                    <a:endPara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sp>
                <p:nvSpPr>
                  <p:cNvPr id="44" name="TextBox 68">
                    <a:extLst>
                      <a:ext uri="{FF2B5EF4-FFF2-40B4-BE49-F238E27FC236}">
                        <a16:creationId xmlns:a16="http://schemas.microsoft.com/office/drawing/2014/main" id="{00AF67B0-6D95-461A-AD68-A2D70012C13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5179515" y="1104019"/>
                    <a:ext cx="222052" cy="14839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P3</a:t>
                    </a:r>
                    <a:endPara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  <p:grpSp>
                <p:nvGrpSpPr>
                  <p:cNvPr id="78" name="组合 77"/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5022958" y="1194798"/>
                    <a:ext cx="1492052" cy="616298"/>
                    <a:chOff x="4756258" y="1185273"/>
                    <a:chExt cx="1492052" cy="616298"/>
                  </a:xfrm>
                </p:grpSpPr>
                <p:sp>
                  <p:nvSpPr>
                    <p:cNvPr id="45" name="矩形 44"/>
                    <p:cNvSpPr>
                      <a:spLocks noGrp="1" noRot="1" noChangeAspec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4756258" y="1185273"/>
                      <a:ext cx="180000" cy="180000"/>
                    </a:xfrm>
                    <a:prstGeom prst="rect">
                      <a:avLst/>
                    </a:prstGeom>
                    <a:noFill/>
                    <a:ln w="15875">
                      <a:solidFill>
                        <a:srgbClr val="FFC000"/>
                      </a:solidFill>
                      <a:prstDash val="sys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9" name="肘形连接符 8"/>
                    <p:cNvCxnSpPr>
                      <a:cxnSpLocks noGrp="1" noRot="1" noMove="1" noResize="1" noEditPoints="1" noAdjustHandles="1" noChangeArrowheads="1" noChangeShapeType="1"/>
                      <a:stCxn id="45" idx="2"/>
                    </p:cNvCxnSpPr>
                    <p:nvPr/>
                  </p:nvCxnSpPr>
                  <p:spPr>
                    <a:xfrm rot="16200000" flipH="1">
                      <a:off x="5329135" y="882395"/>
                      <a:ext cx="436298" cy="1402053"/>
                    </a:xfrm>
                    <a:prstGeom prst="bentConnector2">
                      <a:avLst/>
                    </a:prstGeom>
                    <a:ln w="0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" name="组合 91">
                    <a:extLst>
                      <a:ext uri="{FF2B5EF4-FFF2-40B4-BE49-F238E27FC236}">
                        <a16:creationId xmlns:a16="http://schemas.microsoft.com/office/drawing/2014/main" id="{050645BD-060F-EE3E-C0C2-229331C1F9BC}"/>
                      </a:ext>
                    </a:extLst>
                  </p:cNvPr>
                  <p:cNvGrpSpPr>
                    <a:grpSpLocks noGrp="1" noUngrp="1" noRot="1" noChangeAspect="1" noMove="1" noResize="1"/>
                  </p:cNvGrpSpPr>
                  <p:nvPr/>
                </p:nvGrpSpPr>
                <p:grpSpPr>
                  <a:xfrm rot="2700000">
                    <a:off x="5402633" y="1339071"/>
                    <a:ext cx="77143" cy="77143"/>
                    <a:chOff x="2940437" y="2216043"/>
                    <a:chExt cx="57600" cy="57600"/>
                  </a:xfrm>
                </p:grpSpPr>
                <p:cxnSp>
                  <p:nvCxnSpPr>
                    <p:cNvPr id="12" name="直接连接符 93">
                      <a:extLst>
                        <a:ext uri="{FF2B5EF4-FFF2-40B4-BE49-F238E27FC236}">
                          <a16:creationId xmlns:a16="http://schemas.microsoft.com/office/drawing/2014/main" id="{76DB132A-5899-C7C9-FF11-BBB7F427F25F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>
                      <a:off x="2940437" y="2245086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13" name="直接连接符 96">
                      <a:extLst>
                        <a:ext uri="{FF2B5EF4-FFF2-40B4-BE49-F238E27FC236}">
                          <a16:creationId xmlns:a16="http://schemas.microsoft.com/office/drawing/2014/main" id="{67E08468-30D6-CAB4-5E09-33E3E9D38CB1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 rot="16200000">
                      <a:off x="2938089" y="2244843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sp>
                <p:nvSpPr>
                  <p:cNvPr id="14" name="TextBox 68">
                    <a:extLst>
                      <a:ext uri="{FF2B5EF4-FFF2-40B4-BE49-F238E27FC236}">
                        <a16:creationId xmlns:a16="http://schemas.microsoft.com/office/drawing/2014/main" id="{F4DA053B-A0CA-2685-C821-070AC0B8D1AF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 bwMode="auto">
                  <a:xfrm>
                    <a:off x="5451746" y="1295840"/>
                    <a:ext cx="222052" cy="1384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>
                    <a:spAutoFit/>
                  </a:bodyPr>
                  <a:lstStyle>
                    <a:lvl1pPr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1pPr>
                    <a:lvl2pPr marL="742950" indent="-28575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2pPr>
                    <a:lvl3pPr marL="11430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3pPr>
                    <a:lvl4pPr marL="16002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4pPr>
                    <a:lvl5pPr marL="2057400" indent="-228600" eaLnBrk="0" hangingPunct="0"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300">
                        <a:solidFill>
                          <a:srgbClr val="49433E"/>
                        </a:solidFill>
                        <a:latin typeface="Bradley Hand ITC TT-Bold" charset="0"/>
                        <a:ea typeface="ヒラギノ明朝 ProN W3" charset="-128"/>
                        <a:sym typeface="Bradley Hand ITC TT-Bold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509BB"/>
                        </a:solidFill>
                        <a:effectLst/>
                        <a:uLnTx/>
                        <a:uFillTx/>
                        <a:latin typeface="Bradley Hand ITC TT-Bold" charset="0"/>
                        <a:cs typeface="Arial"/>
                        <a:sym typeface="Bradley Hand ITC TT-Bold" charset="0"/>
                      </a:rPr>
                      <a:t>P4</a:t>
                    </a:r>
                    <a:endParaRPr kumimoji="0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endParaRPr>
                  </a:p>
                </p:txBody>
              </p:sp>
            </p:grp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B9FAE5C4-86D3-1C56-3EDB-C9767396E126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8120084" y="1485190"/>
                <a:ext cx="228876" cy="466815"/>
                <a:chOff x="9205934" y="1485190"/>
                <a:chExt cx="228876" cy="466815"/>
              </a:xfrm>
            </p:grpSpPr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2828AC90-C7FA-FAEF-5D84-ED78BF49C5F5}"/>
                    </a:ext>
                  </a:extLst>
                </p:cNvPr>
                <p:cNvGrpSpPr>
                  <a:grpSpLocks noGrp="1" noUngrp="1" noRot="1" noMove="1" noResize="1"/>
                </p:cNvGrpSpPr>
                <p:nvPr/>
              </p:nvGrpSpPr>
              <p:grpSpPr>
                <a:xfrm rot="5400000">
                  <a:off x="9249551" y="1699151"/>
                  <a:ext cx="139205" cy="75957"/>
                  <a:chOff x="7510172" y="1773192"/>
                  <a:chExt cx="139205" cy="75957"/>
                </a:xfrm>
              </p:grpSpPr>
              <p:grpSp>
                <p:nvGrpSpPr>
                  <p:cNvPr id="23" name="组合 91">
                    <a:extLst>
                      <a:ext uri="{FF2B5EF4-FFF2-40B4-BE49-F238E27FC236}">
                        <a16:creationId xmlns:a16="http://schemas.microsoft.com/office/drawing/2014/main" id="{D6E5F62F-CD0D-9BAB-0F28-DA72DD7AD4DE}"/>
                      </a:ext>
                    </a:extLst>
                  </p:cNvPr>
                  <p:cNvGrpSpPr>
                    <a:grpSpLocks noGrp="1" noUngrp="1" noRot="1" noChangeAspect="1" noMove="1" noResize="1"/>
                  </p:cNvGrpSpPr>
                  <p:nvPr/>
                </p:nvGrpSpPr>
                <p:grpSpPr>
                  <a:xfrm rot="2700000">
                    <a:off x="7510172" y="1777149"/>
                    <a:ext cx="72000" cy="72000"/>
                    <a:chOff x="2940437" y="2216043"/>
                    <a:chExt cx="57600" cy="57600"/>
                  </a:xfrm>
                </p:grpSpPr>
                <p:cxnSp>
                  <p:nvCxnSpPr>
                    <p:cNvPr id="25" name="直接连接符 93">
                      <a:extLst>
                        <a:ext uri="{FF2B5EF4-FFF2-40B4-BE49-F238E27FC236}">
                          <a16:creationId xmlns:a16="http://schemas.microsoft.com/office/drawing/2014/main" id="{A5C74DD6-FA1E-01B8-F04D-300588C4ADCC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>
                      <a:off x="2940437" y="2245086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952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26" name="直接连接符 96">
                      <a:extLst>
                        <a:ext uri="{FF2B5EF4-FFF2-40B4-BE49-F238E27FC236}">
                          <a16:creationId xmlns:a16="http://schemas.microsoft.com/office/drawing/2014/main" id="{92D7C00E-DF44-9BAE-CCA1-EFC0528286A2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 rot="16200000">
                      <a:off x="2938089" y="2244843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952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grpSp>
                <p:nvGrpSpPr>
                  <p:cNvPr id="18" name="组合 91">
                    <a:extLst>
                      <a:ext uri="{FF2B5EF4-FFF2-40B4-BE49-F238E27FC236}">
                        <a16:creationId xmlns:a16="http://schemas.microsoft.com/office/drawing/2014/main" id="{B6046C78-3683-F385-B5E0-CC6E46099BC4}"/>
                      </a:ext>
                    </a:extLst>
                  </p:cNvPr>
                  <p:cNvGrpSpPr>
                    <a:grpSpLocks noGrp="1" noUngrp="1" noRot="1" noChangeAspect="1" noMove="1" noResize="1"/>
                  </p:cNvGrpSpPr>
                  <p:nvPr/>
                </p:nvGrpSpPr>
                <p:grpSpPr>
                  <a:xfrm rot="2700000">
                    <a:off x="7577377" y="1773192"/>
                    <a:ext cx="72000" cy="72000"/>
                    <a:chOff x="2940437" y="2216043"/>
                    <a:chExt cx="57600" cy="57600"/>
                  </a:xfrm>
                </p:grpSpPr>
                <p:cxnSp>
                  <p:nvCxnSpPr>
                    <p:cNvPr id="20" name="直接连接符 93">
                      <a:extLst>
                        <a:ext uri="{FF2B5EF4-FFF2-40B4-BE49-F238E27FC236}">
                          <a16:creationId xmlns:a16="http://schemas.microsoft.com/office/drawing/2014/main" id="{0F719802-25C8-8609-8A1A-69FBFF26D9AA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>
                      <a:off x="2940437" y="2245086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952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21" name="直接连接符 96">
                      <a:extLst>
                        <a:ext uri="{FF2B5EF4-FFF2-40B4-BE49-F238E27FC236}">
                          <a16:creationId xmlns:a16="http://schemas.microsoft.com/office/drawing/2014/main" id="{C01F7287-3BB1-76E9-2646-7E645266E015}"/>
                        </a:ext>
                      </a:extLst>
                    </p:cNvPr>
                    <p:cNvCxnSpPr>
                      <a:cxnSpLocks noGrp="1" noRot="1" noMove="1" noResize="1" noEditPoints="1" noAdjustHandles="1" noChangeArrowheads="1" noChangeShapeType="1"/>
                    </p:cNvCxnSpPr>
                    <p:nvPr/>
                  </p:nvCxnSpPr>
                  <p:spPr bwMode="auto">
                    <a:xfrm rot="16200000">
                      <a:off x="2938089" y="2244843"/>
                      <a:ext cx="57600" cy="0"/>
                    </a:xfrm>
                    <a:prstGeom prst="line">
                      <a:avLst/>
                    </a:prstGeom>
                    <a:blipFill dpi="0" rotWithShape="0">
                      <a:blip r:embed="rId8"/>
                      <a:srcRect/>
                      <a:tile tx="0" ty="0" sx="100000" sy="100000" flip="none" algn="tl"/>
                    </a:blipFill>
                    <a:ln w="952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sp>
              <p:nvSpPr>
                <p:cNvPr id="28" name="TextBox 68">
                  <a:extLst>
                    <a:ext uri="{FF2B5EF4-FFF2-40B4-BE49-F238E27FC236}">
                      <a16:creationId xmlns:a16="http://schemas.microsoft.com/office/drawing/2014/main" id="{F6B5CCD1-8AF6-60E1-DF13-9C5CAE9E3EA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9205934" y="1485190"/>
                  <a:ext cx="222052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rPr>
                    <a:t>P5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sp>
              <p:nvSpPr>
                <p:cNvPr id="29" name="TextBox 68">
                  <a:extLst>
                    <a:ext uri="{FF2B5EF4-FFF2-40B4-BE49-F238E27FC236}">
                      <a16:creationId xmlns:a16="http://schemas.microsoft.com/office/drawing/2014/main" id="{7CD5F216-EDC5-06FA-A181-7C135C96FEF5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 bwMode="auto">
                <a:xfrm>
                  <a:off x="9212758" y="1813506"/>
                  <a:ext cx="222052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rPr>
                    <a:t>P6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</p:grp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88D8CACD-14B0-1A25-A533-500D88C04D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6225958" y="1421354"/>
                <a:ext cx="36000" cy="36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TextBox 68">
                <a:extLst>
                  <a:ext uri="{FF2B5EF4-FFF2-40B4-BE49-F238E27FC236}">
                    <a16:creationId xmlns:a16="http://schemas.microsoft.com/office/drawing/2014/main" id="{AE2463D4-3F48-1263-4274-F48AC623F4F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129008" y="1476071"/>
                <a:ext cx="20724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altLang="zh-CN" sz="900" dirty="0">
                    <a:solidFill>
                      <a:srgbClr val="0509BB"/>
                    </a:solidFill>
                  </a:rPr>
                  <a:t>Z1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endParaRPr>
              </a:p>
            </p:txBody>
          </p:sp>
          <p:sp>
            <p:nvSpPr>
              <p:cNvPr id="52" name="TextBox 68">
                <a:extLst>
                  <a:ext uri="{FF2B5EF4-FFF2-40B4-BE49-F238E27FC236}">
                    <a16:creationId xmlns:a16="http://schemas.microsoft.com/office/drawing/2014/main" id="{5FECC6DF-5744-9734-65AD-1906A3ED2051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7907486" y="2232577"/>
                <a:ext cx="663308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1pPr>
                <a:lvl2pPr marL="742950" indent="-28575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2pPr>
                <a:lvl3pPr marL="11430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3pPr>
                <a:lvl4pPr marL="16002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4pPr>
                <a:lvl5pPr marL="2057400" indent="-228600" eaLnBrk="0" hangingPunct="0"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300">
                    <a:solidFill>
                      <a:srgbClr val="49433E"/>
                    </a:solidFill>
                    <a:latin typeface="Bradley Hand ITC TT-Bold" charset="0"/>
                    <a:ea typeface="ヒラギノ明朝 ProN W3" charset="-128"/>
                    <a:sym typeface="Bradley Hand ITC TT-Bold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rPr>
                  <a:t>G6</a:t>
                </a:r>
                <a:r>
                  <a: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rPr>
                  <a:t>取点位置</a:t>
                </a:r>
              </a:p>
            </p:txBody>
          </p:sp>
        </p:grp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F91DC9D0-11E7-535A-63B3-4717D56C1E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08408" y="1905024"/>
            <a:ext cx="673589" cy="468000"/>
          </a:xfrm>
          <a:prstGeom prst="rect">
            <a:avLst/>
          </a:prstGeom>
          <a:noFill/>
          <a:ln w="158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957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表格 61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755066956"/>
              </p:ext>
            </p:extLst>
          </p:nvPr>
        </p:nvGraphicFramePr>
        <p:xfrm>
          <a:off x="257171" y="463089"/>
          <a:ext cx="8621975" cy="4520565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35552">
                  <a:extLst>
                    <a:ext uri="{9D8B030D-6E8A-4147-A177-3AD203B41FA5}">
                      <a16:colId xmlns:a16="http://schemas.microsoft.com/office/drawing/2014/main" val="4236030093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619850978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2640322272"/>
                    </a:ext>
                  </a:extLst>
                </a:gridCol>
                <a:gridCol w="443346">
                  <a:extLst>
                    <a:ext uri="{9D8B030D-6E8A-4147-A177-3AD203B41FA5}">
                      <a16:colId xmlns:a16="http://schemas.microsoft.com/office/drawing/2014/main" val="2786232687"/>
                    </a:ext>
                  </a:extLst>
                </a:gridCol>
                <a:gridCol w="408709">
                  <a:extLst>
                    <a:ext uri="{9D8B030D-6E8A-4147-A177-3AD203B41FA5}">
                      <a16:colId xmlns:a16="http://schemas.microsoft.com/office/drawing/2014/main" val="2009619367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3502324209"/>
                    </a:ext>
                  </a:extLst>
                </a:gridCol>
                <a:gridCol w="1323109">
                  <a:extLst>
                    <a:ext uri="{9D8B030D-6E8A-4147-A177-3AD203B41FA5}">
                      <a16:colId xmlns:a16="http://schemas.microsoft.com/office/drawing/2014/main" val="2829241829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1928049862"/>
                    </a:ext>
                  </a:extLst>
                </a:gridCol>
                <a:gridCol w="1115291">
                  <a:extLst>
                    <a:ext uri="{9D8B030D-6E8A-4147-A177-3AD203B41FA5}">
                      <a16:colId xmlns:a16="http://schemas.microsoft.com/office/drawing/2014/main" val="2750202667"/>
                    </a:ext>
                  </a:extLst>
                </a:gridCol>
                <a:gridCol w="1016695">
                  <a:extLst>
                    <a:ext uri="{9D8B030D-6E8A-4147-A177-3AD203B41FA5}">
                      <a16:colId xmlns:a16="http://schemas.microsoft.com/office/drawing/2014/main" val="3243284654"/>
                    </a:ext>
                  </a:extLst>
                </a:gridCol>
              </a:tblGrid>
              <a:tr h="1415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SPC Callout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Nominal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altLang="zh-CN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altLang="zh-CN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Measurement Method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Description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Fixture 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Drawing Location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Remark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61806"/>
                  </a:ext>
                </a:extLst>
              </a:tr>
              <a:tr h="1885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FAI11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0.28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0.26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-0.26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Distance</a:t>
                      </a:r>
                      <a:endParaRPr kumimoji="0" lang="en-US" altLang="zh-CN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j-lt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H1,H2,H3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071259"/>
                  </a:ext>
                </a:extLst>
              </a:tr>
              <a:tr h="121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/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kumimoji="0" lang="en-US" altLang="zh-CN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j-lt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36053"/>
                  </a:ext>
                </a:extLst>
              </a:tr>
              <a:tr h="3926205">
                <a:tc gridSpan="6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65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en-US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58942"/>
                  </a:ext>
                </a:extLst>
              </a:tr>
            </a:tbl>
          </a:graphicData>
        </a:graphic>
      </p:graphicFrame>
      <p:sp>
        <p:nvSpPr>
          <p:cNvPr id="126" name="Google Shape;184;p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8924" y="1065215"/>
            <a:ext cx="3939881" cy="319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O</a:t>
            </a:r>
            <a:r>
              <a:rPr 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MM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 2x / Ring Light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Measurement Datum</a:t>
            </a: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测量基准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altLang="zh-CN" sz="1000" b="1" dirty="0">
                <a:solidFill>
                  <a:schemeClr val="bg2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建立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OMM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基準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Arial"/>
              </a:rPr>
              <a:t>1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按照右图所示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先将数据线插入产品接口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再平放机台上。在产品表面对焦测量點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Z1,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在产品标示位置測量点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P1~P3, P1&amp;P2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構建線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).</a:t>
            </a:r>
            <a:r>
              <a:rPr kumimoji="0" lang="en-US" altLang="zh-CN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kumimoji="0" lang="zh-CN" altLang="en-US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旋轉至</a:t>
            </a:r>
            <a:r>
              <a:rPr kumimoji="0" lang="en-US" altLang="zh-CN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kumimoji="0" lang="zh-CN" altLang="en-US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軸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設置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為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Z=0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kumimoji="0" lang="zh-CN" altLang="en-US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設置</a:t>
            </a:r>
            <a:r>
              <a:rPr kumimoji="0" lang="en-US" altLang="zh-CN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</a:t>
            </a:r>
            <a:r>
              <a:rPr kumimoji="0" lang="zh-CN" altLang="en-US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X=0,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設置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Arial"/>
              </a:rPr>
              <a:t>為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Arial"/>
              </a:rPr>
              <a:t>Y=0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description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测量描述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altLang="zh-TW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OMM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基準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下：</a:t>
            </a:r>
            <a:endParaRPr kumimoji="0" lang="en-US" altLang="zh-TW" sz="1000" i="0" u="none" strike="noStrike" kern="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如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在产品上</a:t>
            </a:r>
            <a:r>
              <a:rPr lang="zh-CN" altLang="en-US" sz="1000" noProof="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測量點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P4,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在数据线上测量点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P5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TW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2).FAI11</a:t>
            </a:r>
            <a:r>
              <a:rPr lang="zh-TW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：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{P4&amp;P5}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8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7175" y="18712"/>
            <a:ext cx="8621971" cy="39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000"/>
              <a:defRPr/>
            </a:pPr>
            <a:r>
              <a:rPr lang="en-US" altLang="zh-CN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Datum Establishment &amp;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Description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8865AC2-27B1-5C10-CD69-E82B772A5FF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568154" y="1094020"/>
            <a:ext cx="4053530" cy="3852000"/>
            <a:chOff x="4568154" y="1094020"/>
            <a:chExt cx="4053530" cy="38520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15A65B8-F3E4-F78C-9B0C-70FBA6D4C24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/>
            <a:srcRect r="267"/>
            <a:stretch/>
          </p:blipFill>
          <p:spPr>
            <a:xfrm>
              <a:off x="4568154" y="1094020"/>
              <a:ext cx="4053530" cy="3852000"/>
            </a:xfrm>
            <a:prstGeom prst="rect">
              <a:avLst/>
            </a:prstGeom>
          </p:spPr>
        </p:pic>
        <p:grpSp>
          <p:nvGrpSpPr>
            <p:cNvPr id="6" name="组合 91">
              <a:extLst>
                <a:ext uri="{FF2B5EF4-FFF2-40B4-BE49-F238E27FC236}">
                  <a16:creationId xmlns:a16="http://schemas.microsoft.com/office/drawing/2014/main" id="{4E37C9E7-F960-0A1C-4579-DD10A517F768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4923341" y="1433386"/>
              <a:ext cx="108000" cy="108000"/>
              <a:chOff x="2940437" y="2216043"/>
              <a:chExt cx="57600" cy="57600"/>
            </a:xfrm>
          </p:grpSpPr>
          <p:cxnSp>
            <p:nvCxnSpPr>
              <p:cNvPr id="8" name="直接连接符 93">
                <a:extLst>
                  <a:ext uri="{FF2B5EF4-FFF2-40B4-BE49-F238E27FC236}">
                    <a16:creationId xmlns:a16="http://schemas.microsoft.com/office/drawing/2014/main" id="{F7EC91B9-0E6B-2064-BFF2-5310B40C443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" name="直接连接符 96">
                <a:extLst>
                  <a:ext uri="{FF2B5EF4-FFF2-40B4-BE49-F238E27FC236}">
                    <a16:creationId xmlns:a16="http://schemas.microsoft.com/office/drawing/2014/main" id="{634688AD-4543-5458-7E09-D6E07CCBB04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1" name="组合 91">
              <a:extLst>
                <a:ext uri="{FF2B5EF4-FFF2-40B4-BE49-F238E27FC236}">
                  <a16:creationId xmlns:a16="http://schemas.microsoft.com/office/drawing/2014/main" id="{364CCCBE-E70E-6140-6F6F-D34F87FC3EEF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5310455" y="1840192"/>
              <a:ext cx="108000" cy="108000"/>
              <a:chOff x="2940437" y="2216043"/>
              <a:chExt cx="57600" cy="57600"/>
            </a:xfrm>
          </p:grpSpPr>
          <p:cxnSp>
            <p:nvCxnSpPr>
              <p:cNvPr id="12" name="直接连接符 93">
                <a:extLst>
                  <a:ext uri="{FF2B5EF4-FFF2-40B4-BE49-F238E27FC236}">
                    <a16:creationId xmlns:a16="http://schemas.microsoft.com/office/drawing/2014/main" id="{F1C64F39-1E57-8E57-568D-523A2A26D26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" name="直接连接符 96">
                <a:extLst>
                  <a:ext uri="{FF2B5EF4-FFF2-40B4-BE49-F238E27FC236}">
                    <a16:creationId xmlns:a16="http://schemas.microsoft.com/office/drawing/2014/main" id="{2BF8F972-A95B-4EC4-2EEF-71E9ED1B609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6" name="组合 91">
              <a:extLst>
                <a:ext uri="{FF2B5EF4-FFF2-40B4-BE49-F238E27FC236}">
                  <a16:creationId xmlns:a16="http://schemas.microsoft.com/office/drawing/2014/main" id="{F965CAA0-320B-8549-7CBD-64E177FBEAB6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5307341" y="4360477"/>
              <a:ext cx="108000" cy="108000"/>
              <a:chOff x="2940437" y="2216043"/>
              <a:chExt cx="57600" cy="57600"/>
            </a:xfrm>
          </p:grpSpPr>
          <p:cxnSp>
            <p:nvCxnSpPr>
              <p:cNvPr id="17" name="直接连接符 93">
                <a:extLst>
                  <a:ext uri="{FF2B5EF4-FFF2-40B4-BE49-F238E27FC236}">
                    <a16:creationId xmlns:a16="http://schemas.microsoft.com/office/drawing/2014/main" id="{E55A5063-42E1-2860-84AD-7CCAC23E44C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" name="直接连接符 96">
                <a:extLst>
                  <a:ext uri="{FF2B5EF4-FFF2-40B4-BE49-F238E27FC236}">
                    <a16:creationId xmlns:a16="http://schemas.microsoft.com/office/drawing/2014/main" id="{DDF17AAA-7F94-DAD9-A636-D78706D36C2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998148A-EA9A-0D19-BDA1-BC776DCF1D23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955267" y="3026046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TextBox 68">
              <a:extLst>
                <a:ext uri="{FF2B5EF4-FFF2-40B4-BE49-F238E27FC236}">
                  <a16:creationId xmlns:a16="http://schemas.microsoft.com/office/drawing/2014/main" id="{3B622456-BA7C-F52E-C019-3B55325BB15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4871965" y="3080763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Z1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22" name="TextBox 68">
              <a:extLst>
                <a:ext uri="{FF2B5EF4-FFF2-40B4-BE49-F238E27FC236}">
                  <a16:creationId xmlns:a16="http://schemas.microsoft.com/office/drawing/2014/main" id="{E2F24B50-A49D-E074-AB02-17809A25D2C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4869642" y="1323700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P3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23" name="TextBox 68">
              <a:extLst>
                <a:ext uri="{FF2B5EF4-FFF2-40B4-BE49-F238E27FC236}">
                  <a16:creationId xmlns:a16="http://schemas.microsoft.com/office/drawing/2014/main" id="{3F04CF59-E973-345B-4D54-5076C8A3B5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5377360" y="1821829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P2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24" name="TextBox 68">
              <a:extLst>
                <a:ext uri="{FF2B5EF4-FFF2-40B4-BE49-F238E27FC236}">
                  <a16:creationId xmlns:a16="http://schemas.microsoft.com/office/drawing/2014/main" id="{8F4B6C55-776A-0E4C-ABCB-09FA0DDB11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5377360" y="4342114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P1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grpSp>
          <p:nvGrpSpPr>
            <p:cNvPr id="26" name="组合 91">
              <a:extLst>
                <a:ext uri="{FF2B5EF4-FFF2-40B4-BE49-F238E27FC236}">
                  <a16:creationId xmlns:a16="http://schemas.microsoft.com/office/drawing/2014/main" id="{4C9E707B-100F-C249-0924-B30C8941126A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449992" y="2691405"/>
              <a:ext cx="36000" cy="36000"/>
              <a:chOff x="2940437" y="2216043"/>
              <a:chExt cx="57600" cy="57600"/>
            </a:xfrm>
          </p:grpSpPr>
          <p:cxnSp>
            <p:nvCxnSpPr>
              <p:cNvPr id="29" name="直接连接符 93">
                <a:extLst>
                  <a:ext uri="{FF2B5EF4-FFF2-40B4-BE49-F238E27FC236}">
                    <a16:creationId xmlns:a16="http://schemas.microsoft.com/office/drawing/2014/main" id="{8E6C8D60-E56A-1A1D-F193-59FBB670982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" name="直接连接符 96">
                <a:extLst>
                  <a:ext uri="{FF2B5EF4-FFF2-40B4-BE49-F238E27FC236}">
                    <a16:creationId xmlns:a16="http://schemas.microsoft.com/office/drawing/2014/main" id="{E573F0EE-87BA-F977-EB0F-70CC11259B7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3" name="组合 91">
              <a:extLst>
                <a:ext uri="{FF2B5EF4-FFF2-40B4-BE49-F238E27FC236}">
                  <a16:creationId xmlns:a16="http://schemas.microsoft.com/office/drawing/2014/main" id="{4793FA1A-B3D4-419C-EC1B-862E5FB6D1C1}"/>
                </a:ext>
              </a:extLst>
            </p:cNvPr>
            <p:cNvGrpSpPr>
              <a:grpSpLocks noGrp="1" noUngrp="1" noRot="1" noChangeAspect="1" noMove="1" noResize="1"/>
            </p:cNvGrpSpPr>
            <p:nvPr/>
          </p:nvGrpSpPr>
          <p:grpSpPr>
            <a:xfrm rot="2700000">
              <a:off x="7421410" y="2691405"/>
              <a:ext cx="36000" cy="36000"/>
              <a:chOff x="2940437" y="2216043"/>
              <a:chExt cx="57600" cy="57600"/>
            </a:xfrm>
          </p:grpSpPr>
          <p:cxnSp>
            <p:nvCxnSpPr>
              <p:cNvPr id="34" name="直接连接符 93">
                <a:extLst>
                  <a:ext uri="{FF2B5EF4-FFF2-40B4-BE49-F238E27FC236}">
                    <a16:creationId xmlns:a16="http://schemas.microsoft.com/office/drawing/2014/main" id="{1A294E22-7A52-8FFD-DD63-88459D1EF22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>
                <a:off x="2940437" y="2245086"/>
                <a:ext cx="57600" cy="0"/>
              </a:xfrm>
              <a:prstGeom prst="line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96">
                <a:extLst>
                  <a:ext uri="{FF2B5EF4-FFF2-40B4-BE49-F238E27FC236}">
                    <a16:creationId xmlns:a16="http://schemas.microsoft.com/office/drawing/2014/main" id="{B317969D-2446-EF1C-4CF9-A12C5F68AB6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 bwMode="auto">
              <a:xfrm rot="16200000">
                <a:off x="2938089" y="2244843"/>
                <a:ext cx="57600" cy="0"/>
              </a:xfrm>
              <a:prstGeom prst="line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" name="TextBox 68">
              <a:extLst>
                <a:ext uri="{FF2B5EF4-FFF2-40B4-BE49-F238E27FC236}">
                  <a16:creationId xmlns:a16="http://schemas.microsoft.com/office/drawing/2014/main" id="{F86A67E8-295E-EDB6-7903-A6CEA9BD242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7232604" y="2639117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P4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37" name="TextBox 68">
              <a:extLst>
                <a:ext uri="{FF2B5EF4-FFF2-40B4-BE49-F238E27FC236}">
                  <a16:creationId xmlns:a16="http://schemas.microsoft.com/office/drawing/2014/main" id="{2636C26D-D86D-6F49-AE7A-43D33652ACF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7480660" y="2639117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P5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4530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FFFFFF">
                <a:lumMod val="97000"/>
                <a:lumOff val="3000"/>
              </a:srgbClr>
            </a:gs>
            <a:gs pos="100000">
              <a:srgbClr val="FFFFFF"/>
            </a:gs>
          </a:gsLst>
          <a:lin ang="0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表格 6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864411"/>
              </p:ext>
            </p:extLst>
          </p:nvPr>
        </p:nvGraphicFramePr>
        <p:xfrm>
          <a:off x="257171" y="463089"/>
          <a:ext cx="8621975" cy="4520565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35552">
                  <a:extLst>
                    <a:ext uri="{9D8B030D-6E8A-4147-A177-3AD203B41FA5}">
                      <a16:colId xmlns:a16="http://schemas.microsoft.com/office/drawing/2014/main" val="4236030093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619850978"/>
                    </a:ext>
                  </a:extLst>
                </a:gridCol>
                <a:gridCol w="755072">
                  <a:extLst>
                    <a:ext uri="{9D8B030D-6E8A-4147-A177-3AD203B41FA5}">
                      <a16:colId xmlns:a16="http://schemas.microsoft.com/office/drawing/2014/main" val="2640322272"/>
                    </a:ext>
                  </a:extLst>
                </a:gridCol>
                <a:gridCol w="443346">
                  <a:extLst>
                    <a:ext uri="{9D8B030D-6E8A-4147-A177-3AD203B41FA5}">
                      <a16:colId xmlns:a16="http://schemas.microsoft.com/office/drawing/2014/main" val="2786232687"/>
                    </a:ext>
                  </a:extLst>
                </a:gridCol>
                <a:gridCol w="408709">
                  <a:extLst>
                    <a:ext uri="{9D8B030D-6E8A-4147-A177-3AD203B41FA5}">
                      <a16:colId xmlns:a16="http://schemas.microsoft.com/office/drawing/2014/main" val="2009619367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3502324209"/>
                    </a:ext>
                  </a:extLst>
                </a:gridCol>
                <a:gridCol w="1323109">
                  <a:extLst>
                    <a:ext uri="{9D8B030D-6E8A-4147-A177-3AD203B41FA5}">
                      <a16:colId xmlns:a16="http://schemas.microsoft.com/office/drawing/2014/main" val="2829241829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1928049862"/>
                    </a:ext>
                  </a:extLst>
                </a:gridCol>
                <a:gridCol w="1115291">
                  <a:extLst>
                    <a:ext uri="{9D8B030D-6E8A-4147-A177-3AD203B41FA5}">
                      <a16:colId xmlns:a16="http://schemas.microsoft.com/office/drawing/2014/main" val="2750202667"/>
                    </a:ext>
                  </a:extLst>
                </a:gridCol>
                <a:gridCol w="1016695">
                  <a:extLst>
                    <a:ext uri="{9D8B030D-6E8A-4147-A177-3AD203B41FA5}">
                      <a16:colId xmlns:a16="http://schemas.microsoft.com/office/drawing/2014/main" val="3243284654"/>
                    </a:ext>
                  </a:extLst>
                </a:gridCol>
              </a:tblGrid>
              <a:tr h="1415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SPC Callout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Nominal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altLang="zh-CN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altLang="zh-CN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700" b="1" u="none" strike="noStrike" cap="non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cs typeface="Calibri" panose="020F0502020204030204" pitchFamily="34" charset="0"/>
                        </a:rPr>
                        <a:t>Tol</a:t>
                      </a:r>
                      <a:endParaRPr sz="700" b="1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Measurement Method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Description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Fixture No.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sym typeface="Helvetica Neue"/>
                        </a:rPr>
                        <a:t>Drawing Location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1" i="0" u="none" strike="noStrike" cap="none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Remark</a:t>
                      </a:r>
                      <a:endParaRPr lang="zh-CN" altLang="en-US" sz="700" b="1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61806"/>
                  </a:ext>
                </a:extLst>
              </a:tr>
              <a:tr h="1885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FAI07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14.50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-0.40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CMM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Height</a:t>
                      </a:r>
                      <a:endParaRPr kumimoji="0" lang="en-US" altLang="zh-CN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j-lt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zh-CN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新細明體" panose="02020500000000000000" pitchFamily="18" charset="-120"/>
                          <a:cs typeface="Arial"/>
                          <a:sym typeface="Arial"/>
                        </a:rPr>
                        <a:t>/</a:t>
                      </a:r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</a:rPr>
                        <a:t>W1,W2,W3</a:t>
                      </a:r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071259"/>
                  </a:ext>
                </a:extLst>
              </a:tr>
              <a:tr h="121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/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kumimoji="0" lang="en-US" altLang="zh-CN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j-lt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36053"/>
                  </a:ext>
                </a:extLst>
              </a:tr>
              <a:tr h="3926205">
                <a:tc gridSpan="6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5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650" u="none" strike="noStrike" cap="none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5175" marR="5175" marT="517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en-US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65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58942"/>
                  </a:ext>
                </a:extLst>
              </a:tr>
            </a:tbl>
          </a:graphicData>
        </a:graphic>
      </p:graphicFrame>
      <p:sp>
        <p:nvSpPr>
          <p:cNvPr id="126" name="Google Shape;184;p34"/>
          <p:cNvSpPr/>
          <p:nvPr/>
        </p:nvSpPr>
        <p:spPr>
          <a:xfrm>
            <a:off x="298924" y="1065215"/>
            <a:ext cx="3939881" cy="25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equipment(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测量设备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CMM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Magnification/ Lighting condition(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倍率</a:t>
            </a:r>
            <a:r>
              <a:rPr lang="en-US" altLang="zh-CN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000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光源</a:t>
            </a:r>
            <a:r>
              <a:rPr lang="en-US" altLang="zh-CN" sz="1000" b="1" dirty="0">
                <a:solidFill>
                  <a:schemeClr val="dk1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):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 / 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Measurement Datum</a:t>
            </a:r>
            <a:r>
              <a:rPr lang="en-US" altLang="zh-CN" sz="1000" b="1" dirty="0">
                <a:solidFill>
                  <a:schemeClr val="tx1">
                    <a:lumMod val="75000"/>
                  </a:schemeClr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测量基准</a:t>
            </a:r>
            <a:r>
              <a:rPr lang="en-US" altLang="zh-CN" sz="1000" b="1" dirty="0">
                <a:solidFill>
                  <a:srgbClr val="49433E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</a:t>
            </a:r>
            <a:r>
              <a:rPr lang="en-US" altLang="zh-CN" sz="1000" b="1" dirty="0">
                <a:solidFill>
                  <a:schemeClr val="bg2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建立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CMM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基準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Arial"/>
              </a:rPr>
              <a:t>1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按照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先将产品置於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CMM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幾台上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在垫块的表面測量平面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PL1(Z1~Z4)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在产品标示位置測量點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P1~P4, P3&amp;P1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構建線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L1, P4&amp;P2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構建線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L2, L1&amp;L2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再構建中線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3).PL1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摆正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軸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</a:t>
            </a:r>
            <a:r>
              <a:rPr kumimoji="0" lang="en-US" altLang="zh-CN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並設置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PL1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為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Z=0;</a:t>
            </a:r>
            <a:r>
              <a:rPr kumimoji="0" lang="en-US" altLang="zh-CN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L3</a:t>
            </a:r>
            <a:r>
              <a:rPr kumimoji="0" lang="zh-CN" altLang="en-US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旋轉至</a:t>
            </a:r>
            <a:r>
              <a:rPr kumimoji="0" lang="en-US" altLang="zh-CN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Y</a:t>
            </a:r>
            <a:r>
              <a:rPr kumimoji="0" lang="zh-CN" altLang="en-US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軸</a:t>
            </a:r>
            <a:r>
              <a:rPr kumimoji="0" lang="en-US" altLang="zh-CN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kumimoji="0" lang="zh-CN" altLang="en-US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設置</a:t>
            </a:r>
            <a:r>
              <a:rPr kumimoji="0" lang="en-US" altLang="zh-CN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L3</a:t>
            </a:r>
            <a:r>
              <a:rPr kumimoji="0" lang="zh-CN" altLang="en-US" sz="1000" i="0" u="none" strike="noStrike" kern="0" cap="none" spc="0" normalizeH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X=0, 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設置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P1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Arial"/>
              </a:rPr>
              <a:t>為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Arial"/>
              </a:rPr>
              <a:t>Y=0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srgbClr val="0509BB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33E"/>
              </a:buClr>
              <a:buSzPct val="85000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Measurement description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测量描述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):</a:t>
            </a:r>
            <a:r>
              <a:rPr kumimoji="0" lang="en-US" altLang="zh-TW" sz="1000" i="0" u="none" strike="noStrike" kern="0" cap="none" spc="0" normalizeH="0" baseline="0" noProof="0" dirty="0">
                <a:ln>
                  <a:noFill/>
                </a:ln>
                <a:solidFill>
                  <a:srgbClr val="49433E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</a:t>
            </a:r>
          </a:p>
          <a:p>
            <a:pPr lvl="0">
              <a:buClr>
                <a:srgbClr val="49433E"/>
              </a:buClr>
              <a:buSzPct val="85000"/>
              <a:defRPr/>
            </a:pP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CMM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基準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</a:rPr>
              <a:t>下：</a:t>
            </a:r>
            <a:endParaRPr kumimoji="0" lang="en-US" altLang="zh-TW" sz="1000" i="0" u="none" strike="noStrike" kern="0" cap="none" spc="0" normalizeH="0" baseline="0" noProof="0" dirty="0">
              <a:ln>
                <a:noFill/>
              </a:ln>
              <a:solidFill>
                <a:srgbClr val="49433E"/>
              </a:solidFill>
              <a:effectLst/>
              <a:uLnTx/>
              <a:uFillTx/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1).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如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(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图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1)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所示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, 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在樣品上</a:t>
            </a:r>
            <a:r>
              <a:rPr lang="zh-CN" altLang="en-US" sz="1000" noProof="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測量點</a:t>
            </a:r>
            <a:r>
              <a:rPr lang="en-US" altLang="zh-CN" sz="1000" noProof="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H1~H3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。</a:t>
            </a:r>
            <a:endParaRPr lang="en-US" altLang="zh-TW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2).FAI07-W1: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{H1&amp;PL1}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   FAI07-W2: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{H2&amp;PL1}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  <a:p>
            <a:pPr lvl="0">
              <a:buClr>
                <a:srgbClr val="49433E"/>
              </a:buClr>
              <a:buSzPts val="1100"/>
              <a:defRPr/>
            </a:pPr>
            <a:r>
              <a:rPr lang="en-US" altLang="zh-TW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    FAI07-W3: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输出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{H3&amp;PL1}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的</a:t>
            </a:r>
            <a:r>
              <a:rPr lang="en-US" altLang="zh-CN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Z</a:t>
            </a:r>
            <a:r>
              <a:rPr lang="zh-CN" altLang="en-US" sz="1000" dirty="0">
                <a:solidFill>
                  <a:srgbClr val="0509BB"/>
                </a:solidFill>
                <a:latin typeface="+mj-lt"/>
                <a:ea typeface="华文宋体" panose="02010600040101010101" pitchFamily="2" charset="-122"/>
                <a:cs typeface="Times New Roman" panose="02020603050405020304" pitchFamily="18" charset="0"/>
                <a:sym typeface="Helvetica Neue"/>
              </a:rPr>
              <a:t>向距离。</a:t>
            </a:r>
            <a:endParaRPr lang="en-US" altLang="zh-CN" sz="1000" dirty="0">
              <a:solidFill>
                <a:srgbClr val="0509BB"/>
              </a:solidFill>
              <a:latin typeface="+mj-lt"/>
              <a:ea typeface="华文宋体" panose="02010600040101010101" pitchFamily="2" charset="-122"/>
              <a:cs typeface="Times New Roman" panose="02020603050405020304" pitchFamily="18" charset="0"/>
              <a:sym typeface="Helvetica Neue"/>
            </a:endParaRPr>
          </a:p>
        </p:txBody>
      </p:sp>
      <p:graphicFrame>
        <p:nvGraphicFramePr>
          <p:cNvPr id="81" name="表格 8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77604726"/>
              </p:ext>
            </p:extLst>
          </p:nvPr>
        </p:nvGraphicFramePr>
        <p:xfrm>
          <a:off x="3060700" y="3209689"/>
          <a:ext cx="939957" cy="993284"/>
        </p:xfrm>
        <a:graphic>
          <a:graphicData uri="http://schemas.openxmlformats.org/drawingml/2006/table">
            <a:tbl>
              <a:tblPr>
                <a:tableStyleId>{DBFE9BA8-BFAB-459D-AF89-4DFEDD522D4D}</a:tableStyleId>
              </a:tblPr>
              <a:tblGrid>
                <a:gridCol w="293685">
                  <a:extLst>
                    <a:ext uri="{9D8B030D-6E8A-4147-A177-3AD203B41FA5}">
                      <a16:colId xmlns:a16="http://schemas.microsoft.com/office/drawing/2014/main" val="2701361790"/>
                    </a:ext>
                  </a:extLst>
                </a:gridCol>
                <a:gridCol w="295745">
                  <a:extLst>
                    <a:ext uri="{9D8B030D-6E8A-4147-A177-3AD203B41FA5}">
                      <a16:colId xmlns:a16="http://schemas.microsoft.com/office/drawing/2014/main" val="1417452085"/>
                    </a:ext>
                  </a:extLst>
                </a:gridCol>
                <a:gridCol w="350527">
                  <a:extLst>
                    <a:ext uri="{9D8B030D-6E8A-4147-A177-3AD203B41FA5}">
                      <a16:colId xmlns:a16="http://schemas.microsoft.com/office/drawing/2014/main" val="1403277513"/>
                    </a:ext>
                  </a:extLst>
                </a:gridCol>
              </a:tblGrid>
              <a:tr h="248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 dirty="0">
                          <a:effectLst/>
                        </a:rPr>
                        <a:t>POS</a:t>
                      </a: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0" i="1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1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969390225"/>
                  </a:ext>
                </a:extLst>
              </a:tr>
              <a:tr h="248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-15.00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238730515"/>
                  </a:ext>
                </a:extLst>
              </a:tr>
              <a:tr h="248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H2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-45.75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686500300"/>
                  </a:ext>
                </a:extLst>
              </a:tr>
              <a:tr h="248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H3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-76.50</a:t>
                      </a:r>
                      <a:r>
                        <a:rPr lang="zh-CN" altLang="en-US" sz="70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zh-CN" altLang="en-US" sz="7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61" marR="2561" marT="2561" marB="0" anchor="ctr"/>
                </a:tc>
                <a:extLst>
                  <a:ext uri="{0D108BD9-81ED-4DB2-BD59-A6C34878D82A}">
                    <a16:rowId xmlns:a16="http://schemas.microsoft.com/office/drawing/2014/main" val="2479545502"/>
                  </a:ext>
                </a:extLst>
              </a:tr>
            </a:tbl>
          </a:graphicData>
        </a:graphic>
      </p:graphicFrame>
      <p:sp>
        <p:nvSpPr>
          <p:cNvPr id="78" name="Google Shape;147;p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7175" y="18712"/>
            <a:ext cx="8621971" cy="39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000"/>
              <a:defRPr/>
            </a:pPr>
            <a:r>
              <a:rPr lang="en-US" altLang="zh-CN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Datum Establishment &amp;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Measurement Description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BE967A6B-2820-FDA1-4ECA-230C3783731B}"/>
              </a:ext>
            </a:extLst>
          </p:cNvPr>
          <p:cNvGrpSpPr/>
          <p:nvPr/>
        </p:nvGrpSpPr>
        <p:grpSpPr>
          <a:xfrm>
            <a:off x="4392596" y="1219192"/>
            <a:ext cx="2585594" cy="3114000"/>
            <a:chOff x="3388976" y="1545972"/>
            <a:chExt cx="2585594" cy="3114000"/>
          </a:xfrm>
        </p:grpSpPr>
        <p:pic>
          <p:nvPicPr>
            <p:cNvPr id="106" name="图片 105">
              <a:extLst>
                <a:ext uri="{FF2B5EF4-FFF2-40B4-BE49-F238E27FC236}">
                  <a16:creationId xmlns:a16="http://schemas.microsoft.com/office/drawing/2014/main" id="{2D074F05-23E4-7F2D-A18A-1204EFE2F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8011" y="1545972"/>
              <a:ext cx="1226559" cy="3114000"/>
            </a:xfrm>
            <a:prstGeom prst="rect">
              <a:avLst/>
            </a:prstGeom>
          </p:spPr>
        </p:pic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0874F765-0BDB-5D19-0F0E-16259F10DE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-99" b="1939"/>
            <a:stretch/>
          </p:blipFill>
          <p:spPr>
            <a:xfrm>
              <a:off x="3388976" y="1655605"/>
              <a:ext cx="1178555" cy="2897673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C63DEFB-226D-DB1C-4D41-0C3FD6D36C29}"/>
              </a:ext>
            </a:extLst>
          </p:cNvPr>
          <p:cNvGrpSpPr/>
          <p:nvPr/>
        </p:nvGrpSpPr>
        <p:grpSpPr>
          <a:xfrm>
            <a:off x="7558254" y="1317715"/>
            <a:ext cx="1016052" cy="3306210"/>
            <a:chOff x="7186995" y="1317715"/>
            <a:chExt cx="1016052" cy="330621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23B44B6-7C79-2BAA-4C3C-02F5ADC10F45}"/>
                </a:ext>
              </a:extLst>
            </p:cNvPr>
            <p:cNvGrpSpPr/>
            <p:nvPr/>
          </p:nvGrpSpPr>
          <p:grpSpPr>
            <a:xfrm>
              <a:off x="7186995" y="1317715"/>
              <a:ext cx="1016052" cy="3306210"/>
              <a:chOff x="7186995" y="1317715"/>
              <a:chExt cx="1016052" cy="3306210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4BFDBF75-79A4-B05C-4390-B17433E1C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5125" y="1317715"/>
                <a:ext cx="754253" cy="2988000"/>
              </a:xfrm>
              <a:prstGeom prst="rect">
                <a:avLst/>
              </a:prstGeom>
            </p:spPr>
          </p:pic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9BEE0789-B590-785C-5CE3-DA213CF90DE5}"/>
                  </a:ext>
                </a:extLst>
              </p:cNvPr>
              <p:cNvGrpSpPr/>
              <p:nvPr/>
            </p:nvGrpSpPr>
            <p:grpSpPr>
              <a:xfrm>
                <a:off x="7186995" y="1366089"/>
                <a:ext cx="1016052" cy="3257836"/>
                <a:chOff x="7180120" y="1366089"/>
                <a:chExt cx="1016052" cy="3257836"/>
              </a:xfrm>
            </p:grpSpPr>
            <p:sp>
              <p:nvSpPr>
                <p:cNvPr id="9" name="TextBox 68">
                  <a:extLst>
                    <a:ext uri="{FF2B5EF4-FFF2-40B4-BE49-F238E27FC236}">
                      <a16:creationId xmlns:a16="http://schemas.microsoft.com/office/drawing/2014/main" id="{7DB4D4DD-74BD-A89E-FFD8-C0EB5C699F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72380" y="4485426"/>
                  <a:ext cx="245635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lang="en-US" altLang="zh-CN" sz="900" dirty="0">
                      <a:solidFill>
                        <a:srgbClr val="0509BB"/>
                      </a:solidFill>
                    </a:rPr>
                    <a:t>(</a:t>
                  </a:r>
                  <a:r>
                    <a:rPr lang="zh-CN" altLang="en-US" sz="900" dirty="0">
                      <a:solidFill>
                        <a:srgbClr val="0509BB"/>
                      </a:solidFill>
                    </a:rPr>
                    <a:t>图</a:t>
                  </a:r>
                  <a:r>
                    <a:rPr kumimoji="0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rPr>
                    <a:t>1)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9B593C39-10DF-EFAA-B188-0229F67E6E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351663" y="1366089"/>
                  <a:ext cx="36000" cy="36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D0392017-4E7B-35CD-3490-2DB0F7BD5F5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974252" y="1368465"/>
                  <a:ext cx="36000" cy="36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B25245D0-333B-9BFE-D099-7FCF053442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349783" y="4214225"/>
                  <a:ext cx="36000" cy="36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628E0EB4-B47C-C5C6-962D-1164A5A772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986621" y="4209725"/>
                  <a:ext cx="36000" cy="36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TextBox 68">
                  <a:extLst>
                    <a:ext uri="{FF2B5EF4-FFF2-40B4-BE49-F238E27FC236}">
                      <a16:creationId xmlns:a16="http://schemas.microsoft.com/office/drawing/2014/main" id="{B0DF9868-7E44-77B0-1D60-3945E0FF55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83003" y="1405662"/>
                  <a:ext cx="198257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lang="en-US" altLang="zh-CN" sz="900" dirty="0">
                      <a:solidFill>
                        <a:srgbClr val="0509BB"/>
                      </a:solidFill>
                    </a:rPr>
                    <a:t>Z1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sp>
              <p:nvSpPr>
                <p:cNvPr id="80" name="TextBox 68">
                  <a:extLst>
                    <a:ext uri="{FF2B5EF4-FFF2-40B4-BE49-F238E27FC236}">
                      <a16:creationId xmlns:a16="http://schemas.microsoft.com/office/drawing/2014/main" id="{2E9DD6FE-DE1F-87B5-35E8-F719D89053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906556" y="1402135"/>
                  <a:ext cx="198257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lang="en-US" altLang="zh-CN" sz="900" dirty="0">
                      <a:solidFill>
                        <a:srgbClr val="0509BB"/>
                      </a:solidFill>
                    </a:rPr>
                    <a:t>Z2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sp>
              <p:nvSpPr>
                <p:cNvPr id="82" name="TextBox 68">
                  <a:extLst>
                    <a:ext uri="{FF2B5EF4-FFF2-40B4-BE49-F238E27FC236}">
                      <a16:creationId xmlns:a16="http://schemas.microsoft.com/office/drawing/2014/main" id="{866E1796-5165-31F5-FC72-93DD72B9D5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71033" y="4242274"/>
                  <a:ext cx="198257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lang="en-US" altLang="zh-CN" sz="900" dirty="0">
                      <a:solidFill>
                        <a:srgbClr val="0509BB"/>
                      </a:solidFill>
                    </a:rPr>
                    <a:t>Z3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sp>
              <p:nvSpPr>
                <p:cNvPr id="83" name="TextBox 68">
                  <a:extLst>
                    <a:ext uri="{FF2B5EF4-FFF2-40B4-BE49-F238E27FC236}">
                      <a16:creationId xmlns:a16="http://schemas.microsoft.com/office/drawing/2014/main" id="{0FC818D0-989E-E3E0-4DCD-CA36A6EC3B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913616" y="4243972"/>
                  <a:ext cx="198257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lang="en-US" altLang="zh-CN" sz="900" dirty="0">
                      <a:solidFill>
                        <a:srgbClr val="0509BB"/>
                      </a:solidFill>
                    </a:rPr>
                    <a:t>Z4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grpSp>
              <p:nvGrpSpPr>
                <p:cNvPr id="84" name="组合 91">
                  <a:extLst>
                    <a:ext uri="{FF2B5EF4-FFF2-40B4-BE49-F238E27FC236}">
                      <a16:creationId xmlns:a16="http://schemas.microsoft.com/office/drawing/2014/main" id="{9AC70E88-9E8E-548F-0DE8-62F6EB4FCA9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700000">
                  <a:off x="7353930" y="1798437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85" name="直接连接符 93">
                    <a:extLst>
                      <a:ext uri="{FF2B5EF4-FFF2-40B4-BE49-F238E27FC236}">
                        <a16:creationId xmlns:a16="http://schemas.microsoft.com/office/drawing/2014/main" id="{966821EE-B533-CED6-34F3-31E0EF8F90C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86" name="直接连接符 96">
                    <a:extLst>
                      <a:ext uri="{FF2B5EF4-FFF2-40B4-BE49-F238E27FC236}">
                        <a16:creationId xmlns:a16="http://schemas.microsoft.com/office/drawing/2014/main" id="{0F2FADEE-1C1D-440B-22E4-3F6DF05DCAB9}"/>
                      </a:ext>
                    </a:extLst>
                  </p:cNvPr>
                  <p:cNvCxnSpPr/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87" name="组合 91">
                  <a:extLst>
                    <a:ext uri="{FF2B5EF4-FFF2-40B4-BE49-F238E27FC236}">
                      <a16:creationId xmlns:a16="http://schemas.microsoft.com/office/drawing/2014/main" id="{D9BAF702-678C-BD36-6EF7-A12ABF55A2E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700000">
                  <a:off x="7958960" y="1805070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88" name="直接连接符 93">
                    <a:extLst>
                      <a:ext uri="{FF2B5EF4-FFF2-40B4-BE49-F238E27FC236}">
                        <a16:creationId xmlns:a16="http://schemas.microsoft.com/office/drawing/2014/main" id="{AE138B49-E50C-3512-D30E-628B5DBB8ED4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89" name="直接连接符 96">
                    <a:extLst>
                      <a:ext uri="{FF2B5EF4-FFF2-40B4-BE49-F238E27FC236}">
                        <a16:creationId xmlns:a16="http://schemas.microsoft.com/office/drawing/2014/main" id="{AC3CFD19-C7F9-210F-24CD-C93A6D2521D4}"/>
                      </a:ext>
                    </a:extLst>
                  </p:cNvPr>
                  <p:cNvCxnSpPr/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90" name="组合 91">
                  <a:extLst>
                    <a:ext uri="{FF2B5EF4-FFF2-40B4-BE49-F238E27FC236}">
                      <a16:creationId xmlns:a16="http://schemas.microsoft.com/office/drawing/2014/main" id="{A75EA3A6-62BA-2550-37D1-03C6E8AC8C0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700000">
                  <a:off x="7356622" y="3936655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91" name="直接连接符 93">
                    <a:extLst>
                      <a:ext uri="{FF2B5EF4-FFF2-40B4-BE49-F238E27FC236}">
                        <a16:creationId xmlns:a16="http://schemas.microsoft.com/office/drawing/2014/main" id="{01983C92-CEF4-25DF-4070-CA03870D06B8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2" name="直接连接符 96">
                    <a:extLst>
                      <a:ext uri="{FF2B5EF4-FFF2-40B4-BE49-F238E27FC236}">
                        <a16:creationId xmlns:a16="http://schemas.microsoft.com/office/drawing/2014/main" id="{4E33FA6E-CB77-8CA1-81A0-1C5A70BD0F4F}"/>
                      </a:ext>
                    </a:extLst>
                  </p:cNvPr>
                  <p:cNvCxnSpPr/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93" name="组合 91">
                  <a:extLst>
                    <a:ext uri="{FF2B5EF4-FFF2-40B4-BE49-F238E27FC236}">
                      <a16:creationId xmlns:a16="http://schemas.microsoft.com/office/drawing/2014/main" id="{BB7E76CF-6C85-1BA8-D380-B35AF0B61CC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700000">
                  <a:off x="7967769" y="3945548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94" name="直接连接符 93">
                    <a:extLst>
                      <a:ext uri="{FF2B5EF4-FFF2-40B4-BE49-F238E27FC236}">
                        <a16:creationId xmlns:a16="http://schemas.microsoft.com/office/drawing/2014/main" id="{AA05902D-45E5-821F-77B2-028C46066274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5" name="直接连接符 96">
                    <a:extLst>
                      <a:ext uri="{FF2B5EF4-FFF2-40B4-BE49-F238E27FC236}">
                        <a16:creationId xmlns:a16="http://schemas.microsoft.com/office/drawing/2014/main" id="{4DD89AB1-93F8-24FA-2A14-10EFF4F5E3C5}"/>
                      </a:ext>
                    </a:extLst>
                  </p:cNvPr>
                  <p:cNvCxnSpPr/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97" name="组合 91">
                  <a:extLst>
                    <a:ext uri="{FF2B5EF4-FFF2-40B4-BE49-F238E27FC236}">
                      <a16:creationId xmlns:a16="http://schemas.microsoft.com/office/drawing/2014/main" id="{743F7557-6044-6B92-22C7-A093331EADE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700000">
                  <a:off x="7649633" y="1568693"/>
                  <a:ext cx="72000" cy="72000"/>
                  <a:chOff x="2940437" y="2216043"/>
                  <a:chExt cx="57600" cy="57600"/>
                </a:xfrm>
              </p:grpSpPr>
              <p:cxnSp>
                <p:nvCxnSpPr>
                  <p:cNvPr id="98" name="直接连接符 93">
                    <a:extLst>
                      <a:ext uri="{FF2B5EF4-FFF2-40B4-BE49-F238E27FC236}">
                        <a16:creationId xmlns:a16="http://schemas.microsoft.com/office/drawing/2014/main" id="{8BB02BA3-45AD-63F7-16ED-F7CBB15E779F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2940437" y="2245086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9" name="直接连接符 96">
                    <a:extLst>
                      <a:ext uri="{FF2B5EF4-FFF2-40B4-BE49-F238E27FC236}">
                        <a16:creationId xmlns:a16="http://schemas.microsoft.com/office/drawing/2014/main" id="{52B84811-1A59-9344-3FE0-C4BC4E87078F}"/>
                      </a:ext>
                    </a:extLst>
                  </p:cNvPr>
                  <p:cNvCxnSpPr/>
                  <p:nvPr/>
                </p:nvCxnSpPr>
                <p:spPr bwMode="auto">
                  <a:xfrm rot="16200000">
                    <a:off x="2938089" y="2244843"/>
                    <a:ext cx="57600" cy="0"/>
                  </a:xfrm>
                  <a:prstGeom prst="line">
                    <a:avLst/>
                  </a:prstGeom>
                  <a:blipFill dpi="0" rotWithShape="0">
                    <a:blip r:embed="rId6"/>
                    <a:srcRect/>
                    <a:tile tx="0" ty="0" sx="100000" sy="100000" flip="none" algn="tl"/>
                  </a:blipFill>
                  <a:ln w="6350" cap="flat" cmpd="sng" algn="ctr">
                    <a:solidFill>
                      <a:srgbClr val="C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  <p:sp>
              <p:nvSpPr>
                <p:cNvPr id="100" name="TextBox 68">
                  <a:extLst>
                    <a:ext uri="{FF2B5EF4-FFF2-40B4-BE49-F238E27FC236}">
                      <a16:creationId xmlns:a16="http://schemas.microsoft.com/office/drawing/2014/main" id="{B3436192-7B6C-B8C7-1063-DEF51640AE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90687" y="1410378"/>
                  <a:ext cx="222052" cy="148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rPr>
                    <a:t>P1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sp>
              <p:nvSpPr>
                <p:cNvPr id="101" name="TextBox 68">
                  <a:extLst>
                    <a:ext uri="{FF2B5EF4-FFF2-40B4-BE49-F238E27FC236}">
                      <a16:creationId xmlns:a16="http://schemas.microsoft.com/office/drawing/2014/main" id="{06FC7809-3D37-54EA-F35F-09E3B8F03B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95169" y="1766197"/>
                  <a:ext cx="222052" cy="148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rPr>
                    <a:t>P1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sp>
              <p:nvSpPr>
                <p:cNvPr id="102" name="TextBox 68">
                  <a:extLst>
                    <a:ext uri="{FF2B5EF4-FFF2-40B4-BE49-F238E27FC236}">
                      <a16:creationId xmlns:a16="http://schemas.microsoft.com/office/drawing/2014/main" id="{91B02343-857D-F39C-8C1A-B7DF24CA6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974120" y="1770218"/>
                  <a:ext cx="222052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rPr>
                    <a:t>P2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sp>
              <p:nvSpPr>
                <p:cNvPr id="103" name="TextBox 68">
                  <a:extLst>
                    <a:ext uri="{FF2B5EF4-FFF2-40B4-BE49-F238E27FC236}">
                      <a16:creationId xmlns:a16="http://schemas.microsoft.com/office/drawing/2014/main" id="{31582806-AFCB-CEC4-6AFF-BF83B1A6DE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80120" y="3901330"/>
                  <a:ext cx="222052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rPr>
                    <a:t>P3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  <p:sp>
              <p:nvSpPr>
                <p:cNvPr id="104" name="TextBox 68">
                  <a:extLst>
                    <a:ext uri="{FF2B5EF4-FFF2-40B4-BE49-F238E27FC236}">
                      <a16:creationId xmlns:a16="http://schemas.microsoft.com/office/drawing/2014/main" id="{2631F33C-3E98-6DE0-24EC-0CED6EA971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974120" y="3904036"/>
                  <a:ext cx="222052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1pPr>
                  <a:lvl2pPr marL="742950" indent="-28575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2pPr>
                  <a:lvl3pPr marL="11430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3pPr>
                  <a:lvl4pPr marL="16002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4pPr>
                  <a:lvl5pPr marL="2057400" indent="-228600" eaLnBrk="0" hangingPunct="0"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300">
                      <a:solidFill>
                        <a:srgbClr val="49433E"/>
                      </a:solidFill>
                      <a:latin typeface="Bradley Hand ITC TT-Bold" charset="0"/>
                      <a:ea typeface="ヒラギノ明朝 ProN W3" charset="-128"/>
                      <a:sym typeface="Bradley Hand ITC TT-Bold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509BB"/>
                      </a:solidFill>
                      <a:effectLst/>
                      <a:uLnTx/>
                      <a:uFillTx/>
                      <a:latin typeface="Bradley Hand ITC TT-Bold" charset="0"/>
                      <a:cs typeface="Arial"/>
                      <a:sym typeface="Bradley Hand ITC TT-Bold" charset="0"/>
                    </a:rPr>
                    <a:t>P4</a:t>
                  </a:r>
                  <a:endPara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09BB"/>
                    </a:solidFill>
                    <a:effectLst/>
                    <a:uLnTx/>
                    <a:uFillTx/>
                    <a:latin typeface="Bradley Hand ITC TT-Bold" charset="0"/>
                    <a:cs typeface="Arial"/>
                    <a:sym typeface="Bradley Hand ITC TT-Bold" charset="0"/>
                  </a:endParaRPr>
                </a:p>
              </p:txBody>
            </p:sp>
          </p:grpSp>
        </p:grp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717C9ABE-5C50-E73B-ABF8-D014B9F2B8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2300" y="1819818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TextBox 68">
              <a:extLst>
                <a:ext uri="{FF2B5EF4-FFF2-40B4-BE49-F238E27FC236}">
                  <a16:creationId xmlns:a16="http://schemas.microsoft.com/office/drawing/2014/main" id="{4DC8FBEB-D9E5-C68F-5706-AC31B25F6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873" y="1881359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H1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1BB6548C-436B-AD79-2300-A8F7B6B413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62506" y="2886680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TextBox 68">
              <a:extLst>
                <a:ext uri="{FF2B5EF4-FFF2-40B4-BE49-F238E27FC236}">
                  <a16:creationId xmlns:a16="http://schemas.microsoft.com/office/drawing/2014/main" id="{434945C1-EC5B-5974-6C91-B9EC041EF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6079" y="2941397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509BB"/>
                  </a:solidFill>
                  <a:effectLst/>
                  <a:uLnTx/>
                  <a:uFillTx/>
                  <a:latin typeface="Bradley Hand ITC TT-Bold" charset="0"/>
                  <a:cs typeface="Arial"/>
                  <a:sym typeface="Bradley Hand ITC TT-Bold" charset="0"/>
                </a:rPr>
                <a:t>H2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CFC98FBA-C7BE-C20E-8FA1-D41E84118E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69233" y="3958641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TextBox 68">
              <a:extLst>
                <a:ext uri="{FF2B5EF4-FFF2-40B4-BE49-F238E27FC236}">
                  <a16:creationId xmlns:a16="http://schemas.microsoft.com/office/drawing/2014/main" id="{34AB3D86-A3EE-5763-7EDF-39FAF66F8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2806" y="3985807"/>
              <a:ext cx="207249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1pPr>
              <a:lvl2pPr marL="742950" indent="-28575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2pPr>
              <a:lvl3pPr marL="11430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3pPr>
              <a:lvl4pPr marL="16002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4pPr>
              <a:lvl5pPr marL="2057400" indent="-228600" eaLnBrk="0" hangingPunct="0"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rgbClr val="49433E"/>
                  </a:solidFill>
                  <a:latin typeface="Bradley Hand ITC TT-Bold" charset="0"/>
                  <a:ea typeface="ヒラギノ明朝 ProN W3" charset="-128"/>
                  <a:sym typeface="Bradley Hand ITC TT-Bold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altLang="zh-CN" sz="900" dirty="0">
                  <a:solidFill>
                    <a:srgbClr val="0509BB"/>
                  </a:solidFill>
                </a:rPr>
                <a:t>H3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509BB"/>
                </a:solidFill>
                <a:effectLst/>
                <a:uLnTx/>
                <a:uFillTx/>
                <a:latin typeface="Bradley Hand ITC TT-Bold" charset="0"/>
                <a:cs typeface="Arial"/>
                <a:sym typeface="Bradley Hand ITC TT-Bold" charset="0"/>
              </a:endParaRPr>
            </a:p>
          </p:txBody>
        </p:sp>
      </p:grpSp>
      <p:pic>
        <p:nvPicPr>
          <p:cNvPr id="119" name="图片 118">
            <a:extLst>
              <a:ext uri="{FF2B5EF4-FFF2-40B4-BE49-F238E27FC236}">
                <a16:creationId xmlns:a16="http://schemas.microsoft.com/office/drawing/2014/main" id="{85E2ED5C-1B47-C0F4-A66D-18DDDC52C8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378" y="4353312"/>
            <a:ext cx="932940" cy="46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C74222B-AC02-53C2-16C6-900469756CE0}"/>
              </a:ext>
            </a:extLst>
          </p:cNvPr>
          <p:cNvSpPr/>
          <p:nvPr/>
        </p:nvSpPr>
        <p:spPr>
          <a:xfrm>
            <a:off x="5584544" y="4417552"/>
            <a:ext cx="327076" cy="35146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333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02176" y="2110085"/>
            <a:ext cx="43396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</a:t>
            </a:r>
            <a:r>
              <a:rPr lang="zh-CN" altLang="en-US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r>
              <a:rPr lang="en-US" altLang="zh-CN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thanks!</a:t>
            </a:r>
            <a:endParaRPr lang="zh-TW" altLang="en-US" sz="54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008953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49433E"/>
      </a:dk1>
      <a:lt1>
        <a:srgbClr val="B6BCC1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D7DADD"/>
      </a:accent3>
      <a:accent4>
        <a:srgbClr val="3D3834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itle &amp; Bullets">
  <a:themeElements>
    <a:clrScheme name="">
      <a:dk1>
        <a:srgbClr val="49433E"/>
      </a:dk1>
      <a:lt1>
        <a:srgbClr val="B6BCC1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D7DADD"/>
      </a:accent3>
      <a:accent4>
        <a:srgbClr val="3D3834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itle &amp; Bullets">
  <a:themeElements>
    <a:clrScheme name="">
      <a:dk1>
        <a:srgbClr val="49433E"/>
      </a:dk1>
      <a:lt1>
        <a:srgbClr val="B6BCC1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D7DADD"/>
      </a:accent3>
      <a:accent4>
        <a:srgbClr val="3D3834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17935</TotalTime>
  <Words>3274</Words>
  <Application>Microsoft Office PowerPoint</Application>
  <PresentationFormat>On-screen Show (16:9)</PresentationFormat>
  <Paragraphs>1033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Bradley Hand ITC TT-Bold</vt:lpstr>
      <vt:lpstr>Gill Sans</vt:lpstr>
      <vt:lpstr>Helvetica Neue</vt:lpstr>
      <vt:lpstr>Helvetica Neue Light</vt:lpstr>
      <vt:lpstr>微软雅黑</vt:lpstr>
      <vt:lpstr>Radley</vt:lpstr>
      <vt:lpstr>华文宋体</vt:lpstr>
      <vt:lpstr>Arial</vt:lpstr>
      <vt:lpstr>Calibri</vt:lpstr>
      <vt:lpstr>Times New Roman</vt:lpstr>
      <vt:lpstr>Wingdings</vt:lpstr>
      <vt:lpstr>Title &amp; Subtitle</vt:lpstr>
      <vt:lpstr>Title &amp; Bullets</vt:lpstr>
      <vt:lpstr>1_Title &amp; Bullets</vt:lpstr>
      <vt:lpstr> Measurement Standard Operating Procedure</vt:lpstr>
      <vt:lpstr>Contents</vt:lpstr>
      <vt:lpstr>Revision History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Metrology Design</dc:title>
  <dc:creator>潘思臺</dc:creator>
  <cp:lastModifiedBy>潘思臺</cp:lastModifiedBy>
  <cp:revision>4149</cp:revision>
  <cp:lastPrinted>2025-02-27T09:11:28Z</cp:lastPrinted>
  <dcterms:modified xsi:type="dcterms:W3CDTF">2026-06-06T02:53:33Z</dcterms:modified>
</cp:coreProperties>
</file>
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1.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2.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notesSlides/notesSlide3.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notesSlides/notesSlide4.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notesSlides/notesSlide5.xml" ContentType="application/vnd.openxmlformats-officedocument.presentationml.notesSlide+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notesSlides/notesSlide6.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notesSlides/notesSlide7.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notesSlides/notesSlide8.xml" ContentType="application/vnd.openxmlformats-officedocument.presentationml.notesSlide+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notesSlides/notesSlide9.xml" ContentType="application/vnd.openxmlformats-officedocument.presentationml.notesSlide+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notesSlides/notesSlide10.xml" ContentType="application/vnd.openxmlformats-officedocument.presentationml.notesSlide+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notesSlides/notesSlide11.xml" ContentType="application/vnd.openxmlformats-officedocument.presentationml.notesSlide+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notesSlides/notesSlide12.xml" ContentType="application/vnd.openxmlformats-officedocument.presentationml.notesSlide+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notesSlides/notesSlide13.xml" ContentType="application/vnd.openxmlformats-officedocument.presentationml.notesSlide+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notesSlides/notesSlide14.xml" ContentType="application/vnd.openxmlformats-officedocument.presentationml.notesSlide+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notesSlides/notesSlide15.xml" ContentType="application/vnd.openxmlformats-officedocument.presentationml.notesSlide+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notesSlides/notesSlide16.xml" ContentType="application/vnd.openxmlformats-officedocument.presentationml.notesSlide+xml"/>
  <Override PartName="/ppt/tags/tag205.xml" ContentType="application/vnd.openxmlformats-officedocument.presentationml.tags+xml"/>
  <Override PartName="/ppt/tags/tag206.xml" ContentType="application/vnd.openxmlformats-officedocument.presentationml.tags+xml"/>
  <Override PartName="/ppt/notesSlides/notesSlide17.xml" ContentType="application/vnd.openxmlformats-officedocument.presentationml.notesSlide+xml"/>
  <Override PartName="/ppt/tags/tag207.xml" ContentType="application/vnd.openxmlformats-officedocument.presentationml.tags+xml"/>
  <Override PartName="/ppt/tags/tag208.xml" ContentType="application/vnd.openxmlformats-officedocument.presentationml.tags+xml"/>
  <Override PartName="/ppt/notesSlides/notesSlide18.xml" ContentType="application/vnd.openxmlformats-officedocument.presentationml.notesSlide+xml"/>
  <Override PartName="/ppt/tags/tag209.xml" ContentType="application/vnd.openxmlformats-officedocument.presentationml.tags+xml"/>
  <Override PartName="/ppt/tags/tag210.xml" ContentType="application/vnd.openxmlformats-officedocument.presentationml.tags+xml"/>
  <Override PartName="/ppt/notesSlides/notesSlide19.xml" ContentType="application/vnd.openxmlformats-officedocument.presentationml.notesSlide+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notesSlides/notesSlide20.xml" ContentType="application/vnd.openxmlformats-officedocument.presentationml.notesSlide+xml"/>
  <Override PartName="/ppt/tags/tag223.xml" ContentType="application/vnd.openxmlformats-officedocument.presentationml.tags+xml"/>
  <Override PartName="/ppt/tags/tag224.xml" ContentType="application/vnd.openxmlformats-officedocument.presentationml.tags+xml"/>
  <Override PartName="/ppt/notesSlides/notesSlide21.xml" ContentType="application/vnd.openxmlformats-officedocument.presentationml.notesSlide+xml"/>
  <Override PartName="/ppt/tags/tag225.xml" ContentType="application/vnd.openxmlformats-officedocument.presentationml.tags+xml"/>
  <Override PartName="/ppt/tags/tag226.xml" ContentType="application/vnd.openxmlformats-officedocument.presentationml.tags+xml"/>
  <Override PartName="/ppt/notesSlides/notesSlide22.xml" ContentType="application/vnd.openxmlformats-officedocument.presentationml.notesSlide+xml"/>
  <Override PartName="/ppt/tags/tag227.xml" ContentType="application/vnd.openxmlformats-officedocument.presentationml.tags+xml"/>
  <Override PartName="/ppt/notesSlides/notesSlide23.xml" ContentType="application/vnd.openxmlformats-officedocument.presentationml.notesSlide+xml"/>
  <Override PartName="/ppt/tags/tag22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28"/>
  </p:notesMasterIdLst>
  <p:handoutMasterIdLst>
    <p:handoutMasterId r:id="rId29"/>
  </p:handoutMasterIdLst>
  <p:sldIdLst>
    <p:sldId id="276" r:id="rId2"/>
    <p:sldId id="944" r:id="rId3"/>
    <p:sldId id="891" r:id="rId4"/>
    <p:sldId id="933" r:id="rId5"/>
    <p:sldId id="738" r:id="rId6"/>
    <p:sldId id="591" r:id="rId7"/>
    <p:sldId id="741" r:id="rId8"/>
    <p:sldId id="934" r:id="rId9"/>
    <p:sldId id="744" r:id="rId10"/>
    <p:sldId id="764" r:id="rId11"/>
    <p:sldId id="765" r:id="rId12"/>
    <p:sldId id="936" r:id="rId13"/>
    <p:sldId id="937" r:id="rId14"/>
    <p:sldId id="938" r:id="rId15"/>
    <p:sldId id="939" r:id="rId16"/>
    <p:sldId id="768" r:id="rId17"/>
    <p:sldId id="942" r:id="rId18"/>
    <p:sldId id="943" r:id="rId19"/>
    <p:sldId id="796" r:id="rId20"/>
    <p:sldId id="940" r:id="rId21"/>
    <p:sldId id="941" r:id="rId22"/>
    <p:sldId id="824" r:id="rId23"/>
    <p:sldId id="828" r:id="rId24"/>
    <p:sldId id="829" r:id="rId25"/>
    <p:sldId id="831" r:id="rId26"/>
    <p:sldId id="277" r:id="rId27"/>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92" userDrawn="1">
          <p15:clr>
            <a:srgbClr val="A4A3A4"/>
          </p15:clr>
        </p15:guide>
        <p15:guide id="2" pos="385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用户" initials="W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D00034"/>
    <a:srgbClr val="99CCFF"/>
    <a:srgbClr val="9933FF"/>
    <a:srgbClr val="F1C7BC"/>
    <a:srgbClr val="002F75"/>
    <a:srgbClr val="002F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5" autoAdjust="0"/>
    <p:restoredTop sz="92989" autoAdjust="0"/>
  </p:normalViewPr>
  <p:slideViewPr>
    <p:cSldViewPr snapToGrid="0" showGuides="1">
      <p:cViewPr varScale="1">
        <p:scale>
          <a:sx n="81" d="100"/>
          <a:sy n="81" d="100"/>
        </p:scale>
        <p:origin x="662" y="72"/>
      </p:cViewPr>
      <p:guideLst>
        <p:guide orient="horz" pos="1892"/>
        <p:guide pos="385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9" d="100"/>
          <a:sy n="89" d="100"/>
        </p:scale>
        <p:origin x="3172" y="5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2026/2/12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BC47B5-ADAF-41B0-8E25-798150F70C66}" type="datetimeFigureOut">
              <a:rPr lang="zh-CN" altLang="en-US" smtClean="0"/>
              <a:t>2026/2/12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B33EC7-D770-4470-B266-BEBD01C7444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tags" Target="../tags/tag12.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9.xml"/><Relationship Id="rId1" Type="http://schemas.openxmlformats.org/officeDocument/2006/relationships/tags" Target="../tags/tag18.xml"/></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tags" Target="../tags/tag20.xml"/></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5.xml"/><Relationship Id="rId1" Type="http://schemas.openxmlformats.org/officeDocument/2006/relationships/tags" Target="../tags/tag24.xm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tags" Target="../tags/tag26.xml"/></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tags" Target="../tags/tag28.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1.xml"/><Relationship Id="rId1" Type="http://schemas.openxmlformats.org/officeDocument/2006/relationships/tags" Target="../tags/tag30.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cstate="email">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dirty="0">
                <a:solidFill>
                  <a:srgbClr val="002F75"/>
                </a:solidFill>
                <a:latin typeface="微软雅黑" panose="020B0503020204020204" pitchFamily="34" charset="-122"/>
                <a:ea typeface="微软雅黑" panose="020B0503020204020204" pitchFamily="34" charset="-122"/>
              </a:rPr>
              <a:t>主标题</a:t>
            </a:r>
            <a:r>
              <a:rPr kumimoji="1" lang="en-US" altLang="zh-CN" sz="3600" b="1" dirty="0">
                <a:solidFill>
                  <a:srgbClr val="002F75"/>
                </a:solidFill>
                <a:latin typeface="微软雅黑" panose="020B0503020204020204" pitchFamily="34" charset="-122"/>
                <a:ea typeface="微软雅黑" panose="020B0503020204020204" pitchFamily="34" charset="-122"/>
              </a:rPr>
              <a:t>-</a:t>
            </a:r>
            <a:r>
              <a:rPr kumimoji="1" lang="zh-CN" altLang="en-US" sz="3600" b="1" dirty="0">
                <a:solidFill>
                  <a:srgbClr val="002F75"/>
                </a:solidFill>
                <a:latin typeface="微软雅黑" panose="020B0503020204020204" pitchFamily="34" charset="-122"/>
                <a:ea typeface="微软雅黑" panose="020B0503020204020204" pitchFamily="34" charset="-122"/>
              </a:rPr>
              <a:t>字号</a:t>
            </a:r>
            <a:r>
              <a:rPr kumimoji="1" lang="en-US" altLang="zh-CN" sz="3600" b="1" dirty="0">
                <a:solidFill>
                  <a:srgbClr val="002F75"/>
                </a:solidFill>
                <a:latin typeface="微软雅黑" panose="020B0503020204020204" pitchFamily="34" charset="-122"/>
                <a:ea typeface="微软雅黑" panose="020B0503020204020204" pitchFamily="34" charset="-122"/>
              </a:rPr>
              <a:t>30-36</a:t>
            </a:r>
            <a:endParaRPr kumimoji="1" lang="zh-TW" altLang="en-US" sz="3600" b="1" dirty="0">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dirty="0">
                <a:latin typeface="+mj-ea"/>
                <a:ea typeface="+mj-ea"/>
                <a:sym typeface="等线" panose="02010600030101010101" charset="-122"/>
              </a:rPr>
              <a:t>正文内容</a:t>
            </a:r>
            <a:r>
              <a:rPr kumimoji="1" lang="en-US" altLang="zh-CN" sz="1600" dirty="0">
                <a:latin typeface="+mj-ea"/>
                <a:ea typeface="+mj-ea"/>
                <a:sym typeface="等线" panose="02010600030101010101" charset="-122"/>
              </a:rPr>
              <a:t>-</a:t>
            </a:r>
            <a:r>
              <a:rPr kumimoji="1" lang="zh-CN" altLang="en-US" sz="1600" dirty="0">
                <a:latin typeface="+mj-ea"/>
                <a:ea typeface="+mj-ea"/>
                <a:sym typeface="等线" panose="02010600030101010101" charset="-122"/>
              </a:rPr>
              <a:t>字号</a:t>
            </a:r>
            <a:r>
              <a:rPr kumimoji="1" lang="en-US" altLang="zh-CN" sz="1600" dirty="0">
                <a:latin typeface="+mj-ea"/>
                <a:ea typeface="+mj-ea"/>
                <a:sym typeface="等线" panose="02010600030101010101" charset="-122"/>
              </a:rPr>
              <a:t>12-18</a:t>
            </a:r>
            <a:endParaRPr lang="zh-CN" altLang="en-US" dirty="0"/>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t>‹#›</a:t>
            </a:fld>
            <a:r>
              <a:rPr lang="en-US" altLang="zh-CN"/>
              <a:t>/N</a:t>
            </a:r>
            <a:endParaRPr lang="en-US" altLang="zh-CN" dirty="0"/>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dirty="0"/>
              <a:t>单击此处编辑母版标题样式</a:t>
            </a:r>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dirty="0"/>
              <a:t>主标题文本样式</a:t>
            </a:r>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dirty="0"/>
              <a:t>副标题文本样式</a:t>
            </a:r>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dirty="0"/>
              <a:t>正文文本样式</a:t>
            </a:r>
            <a:r>
              <a:rPr lang="en-US" altLang="zh-CN" dirty="0"/>
              <a:t>——</a:t>
            </a:r>
          </a:p>
          <a:p>
            <a:pPr lvl="0"/>
            <a:r>
              <a:rPr lang="zh-CN" altLang="en-US" dirty="0"/>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dirty="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訂版面配置">
    <p:bg>
      <p:bgPr>
        <a:blipFill dpi="0" rotWithShape="1">
          <a:blip r:embed="rId2" cstate="email">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標題投影片">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A36B8C5-9D3D-4C15-8389-DC33031D634D}" type="datetime1">
              <a:rPr kumimoji="0" lang="zh-TW" altLang="en-US" sz="18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rPr>
              <a:t>2026/2/12</a:t>
            </a:fld>
            <a:endParaRPr kumimoji="0" lang="zh-TW" altLang="en-US" sz="18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a:xfrm>
            <a:off x="9185275" y="6381750"/>
            <a:ext cx="27432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95898A6-19C1-4AA1-870C-54A18F18E107}" type="slidenum">
              <a:rPr kumimoji="0" lang="zh-TW" altLang="en-US" sz="18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TW" altLang="en-US" sz="18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78471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LIDE 1">
    <p:spTree>
      <p:nvGrpSpPr>
        <p:cNvPr id="1" name=""/>
        <p:cNvGrpSpPr/>
        <p:nvPr/>
      </p:nvGrpSpPr>
      <p:grpSpPr>
        <a:xfrm>
          <a:off x="0" y="0"/>
          <a:ext cx="0" cy="0"/>
          <a:chOff x="0" y="0"/>
          <a:chExt cx="0" cy="0"/>
        </a:xfrm>
      </p:grpSpPr>
      <p:sp>
        <p:nvSpPr>
          <p:cNvPr id="22" name="Titel 1"/>
          <p:cNvSpPr>
            <a:spLocks noGrp="1"/>
          </p:cNvSpPr>
          <p:nvPr>
            <p:ph type="title" hasCustomPrompt="1"/>
          </p:nvPr>
        </p:nvSpPr>
        <p:spPr>
          <a:xfrm>
            <a:off x="516321" y="410831"/>
            <a:ext cx="11135859" cy="565714"/>
          </a:xfrm>
          <a:prstGeom prst="rect">
            <a:avLst/>
          </a:prstGeom>
        </p:spPr>
        <p:txBody>
          <a:bodyPr vert="horz" lIns="0" tIns="0" rIns="0" bIns="0" rtlCol="0" anchor="t" anchorCtr="0">
            <a:normAutofit/>
          </a:bodyPr>
          <a:lstStyle>
            <a:lvl1pPr>
              <a:defRPr lang="en-US" dirty="0"/>
            </a:lvl1pPr>
          </a:lstStyle>
          <a:p>
            <a:pPr lvl="0"/>
            <a:r>
              <a:rPr lang="de-DE" dirty="0"/>
              <a:t>TITELMASTERFORMAT DURCH KLICKEN BEARBEITEN</a:t>
            </a:r>
            <a:endParaRPr lang="en-US" dirty="0"/>
          </a:p>
        </p:txBody>
      </p:sp>
      <p:sp>
        <p:nvSpPr>
          <p:cNvPr id="15" name="Foliennummernplatzhalter 5"/>
          <p:cNvSpPr>
            <a:spLocks noGrp="1"/>
          </p:cNvSpPr>
          <p:nvPr>
            <p:ph type="sldNum" sz="quarter" idx="4"/>
          </p:nvPr>
        </p:nvSpPr>
        <p:spPr>
          <a:xfrm>
            <a:off x="516330" y="6525087"/>
            <a:ext cx="914426" cy="224424"/>
          </a:xfrm>
          <a:prstGeom prst="rect">
            <a:avLst/>
          </a:prstGeom>
        </p:spPr>
        <p:txBody>
          <a:bodyPr vert="horz" lIns="0" tIns="0" rIns="0" bIns="0" rtlCol="0" anchor="b" anchorCtr="0"/>
          <a:lstStyle>
            <a:lvl1pPr algn="l">
              <a:lnSpc>
                <a:spcPct val="90000"/>
              </a:lnSpc>
              <a:spcAft>
                <a:spcPts val="980"/>
              </a:spcAft>
              <a:defRPr sz="1000" b="1">
                <a:solidFill>
                  <a:schemeClr val="tx1"/>
                </a:solidFill>
              </a:defRPr>
            </a:lvl1pPr>
          </a:lstStyle>
          <a:p>
            <a:r>
              <a:rPr lang="en-US">
                <a:solidFill>
                  <a:prstClr val="black"/>
                </a:solidFill>
              </a:rPr>
              <a:t>-</a:t>
            </a:r>
            <a:fld id="{75A4F164-3A46-4CEE-A25C-CA523D5E42F3}" type="slidenum">
              <a:rPr lang="en-US" smtClean="0">
                <a:solidFill>
                  <a:prstClr val="black"/>
                </a:solidFill>
              </a:rPr>
              <a:t>‹#›</a:t>
            </a:fld>
            <a:r>
              <a:rPr lang="en-US">
                <a:solidFill>
                  <a:prstClr val="black"/>
                </a:solidFill>
              </a:rPr>
              <a:t>-</a:t>
            </a:r>
            <a:endParaRPr lang="en-US" dirty="0">
              <a:solidFill>
                <a:prstClr val="black"/>
              </a:solidFill>
            </a:endParaRPr>
          </a:p>
        </p:txBody>
      </p:sp>
      <p:sp>
        <p:nvSpPr>
          <p:cNvPr id="17" name="Inhaltsplatzhalter 2"/>
          <p:cNvSpPr>
            <a:spLocks noGrp="1"/>
          </p:cNvSpPr>
          <p:nvPr>
            <p:ph idx="1" hasCustomPrompt="1"/>
          </p:nvPr>
        </p:nvSpPr>
        <p:spPr>
          <a:xfrm>
            <a:off x="516326" y="1154098"/>
            <a:ext cx="4096208" cy="1720984"/>
          </a:xfrm>
          <a:prstGeom prst="rect">
            <a:avLst/>
          </a:prstGeom>
          <a:noFill/>
        </p:spPr>
        <p:txBody>
          <a:bodyPr/>
          <a:lstStyle>
            <a:lvl1pPr>
              <a:lnSpc>
                <a:spcPct val="100000"/>
              </a:lnSpc>
              <a:spcAft>
                <a:spcPts val="0"/>
              </a:spcAft>
              <a:defRPr sz="2200">
                <a:solidFill>
                  <a:schemeClr val="tx1"/>
                </a:solidFill>
              </a:defRPr>
            </a:lvl1pPr>
            <a:lvl2pPr>
              <a:lnSpc>
                <a:spcPct val="100000"/>
              </a:lnSpc>
              <a:spcAft>
                <a:spcPts val="0"/>
              </a:spcAft>
              <a:defRPr sz="2000">
                <a:solidFill>
                  <a:schemeClr val="tx1"/>
                </a:solidFill>
              </a:defRPr>
            </a:lvl2pPr>
            <a:lvl3pPr>
              <a:lnSpc>
                <a:spcPct val="100000"/>
              </a:lnSpc>
              <a:spcAft>
                <a:spcPts val="0"/>
              </a:spcAft>
              <a:defRPr sz="1800">
                <a:solidFill>
                  <a:schemeClr val="tx1"/>
                </a:solidFill>
              </a:defRPr>
            </a:lvl3pPr>
            <a:lvl4pPr>
              <a:lnSpc>
                <a:spcPct val="100000"/>
              </a:lnSpc>
              <a:spcAft>
                <a:spcPts val="0"/>
              </a:spcAft>
              <a:defRPr sz="1600">
                <a:solidFill>
                  <a:schemeClr val="tx1"/>
                </a:solidFill>
              </a:defRPr>
            </a:lvl4pPr>
            <a:lvl5pPr>
              <a:lnSpc>
                <a:spcPct val="100000"/>
              </a:lnSpc>
              <a:spcAft>
                <a:spcPts val="0"/>
              </a:spcAft>
              <a:defRPr sz="1600">
                <a:solidFill>
                  <a:schemeClr val="tx1"/>
                </a:solidFill>
              </a:defRPr>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2"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a:xfrm>
            <a:off x="609664" y="6356172"/>
            <a:ext cx="2845096" cy="365024"/>
          </a:xfrm>
        </p:spPr>
        <p:txBody>
          <a:bodyPr/>
          <a:lstStyle/>
          <a:p>
            <a:pPr marL="0" marR="0" lvl="0" indent="0" algn="l" defTabSz="1088390" rtl="0" eaLnBrk="1" fontAlgn="auto" latinLnBrk="0" hangingPunct="1">
              <a:lnSpc>
                <a:spcPct val="100000"/>
              </a:lnSpc>
              <a:spcBef>
                <a:spcPts val="0"/>
              </a:spcBef>
              <a:spcAft>
                <a:spcPts val="0"/>
              </a:spcAft>
              <a:buClrTx/>
              <a:buSzTx/>
              <a:buFontTx/>
              <a:buNone/>
              <a:defRPr/>
            </a:pPr>
            <a:fld id="{92BAA3EF-8CCB-4922-96E9-BC0976D55C0C}" type="datetimeFigureOut">
              <a:rPr kumimoji="0" lang="zh-CN" altLang="en-US" sz="1400" b="0" i="0" u="none" strike="noStrike" kern="1200" cap="none" spc="0" normalizeH="0" baseline="0" noProof="0">
                <a:ln>
                  <a:noFill/>
                </a:ln>
                <a:solidFill>
                  <a:schemeClr val="tx1">
                    <a:tint val="75000"/>
                  </a:schemeClr>
                </a:solidFill>
                <a:effectLst/>
                <a:uLnTx/>
                <a:uFillTx/>
                <a:latin typeface="+mn-lt"/>
                <a:ea typeface="+mn-ea"/>
                <a:cs typeface="+mn-cs"/>
              </a:rPr>
              <a:t>2026/2/12</a:t>
            </a:fld>
            <a:endParaRPr kumimoji="0" lang="zh-CN" altLang="en-US" sz="14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a:xfrm>
            <a:off x="4166034" y="6356172"/>
            <a:ext cx="3859615" cy="365024"/>
          </a:xfrm>
        </p:spPr>
        <p:txBody>
          <a:bodyPr/>
          <a:lstStyle/>
          <a:p>
            <a:pPr marL="0" marR="0" lvl="0" indent="0" algn="ctr" defTabSz="108839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a:xfrm>
            <a:off x="8736923" y="6356172"/>
            <a:ext cx="2845096" cy="365024"/>
          </a:xfrm>
        </p:spPr>
        <p:txBody>
          <a:bodyPr/>
          <a:lstStyle/>
          <a:p>
            <a:pPr lvl="0" eaLnBrk="1" hangingPunct="1">
              <a:buNone/>
            </a:pPr>
            <a:fld id="{9A0DB2DC-4C9A-4742-B13C-FB6460FD3503}" type="slidenum">
              <a:rPr lang="en-US" altLang="en-US" dirty="0">
                <a:latin typeface="Calibri" panose="020F0502020204030204" charset="0"/>
              </a:rPr>
              <a:t>‹#›</a:t>
            </a:fld>
            <a:endParaRPr lang="en-US" altLang="en-US" dirty="0">
              <a:latin typeface="Calibri" panose="020F0502020204030204" charset="0"/>
            </a:endParaRPr>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_標題投影片">
  <p:cSld name="2_標題投影片">
    <p:spTree>
      <p:nvGrpSpPr>
        <p:cNvPr id="1" name="Shape 31"/>
        <p:cNvGrpSpPr/>
        <p:nvPr/>
      </p:nvGrpSpPr>
      <p:grpSpPr>
        <a:xfrm>
          <a:off x="0" y="0"/>
          <a:ext cx="0" cy="0"/>
          <a:chOff x="0" y="0"/>
          <a:chExt cx="0" cy="0"/>
        </a:xfrm>
      </p:grpSpPr>
      <p:sp>
        <p:nvSpPr>
          <p:cNvPr id="32" name="Google Shape;32;p9"/>
          <p:cNvSpPr txBox="1">
            <a:spLocks noGrp="1"/>
          </p:cNvSpPr>
          <p:nvPr>
            <p:ph type="title"/>
          </p:nvPr>
        </p:nvSpPr>
        <p:spPr>
          <a:xfrm>
            <a:off x="285752" y="95251"/>
            <a:ext cx="11906291" cy="666731"/>
          </a:xfrm>
          <a:prstGeom prst="rect">
            <a:avLst/>
          </a:prstGeom>
          <a:noFill/>
          <a:ln>
            <a:noFill/>
          </a:ln>
        </p:spPr>
        <p:txBody>
          <a:bodyPr spcFirstLastPara="1" lIns="121897" tIns="60932" rIns="121897" bIns="60932" anchor="t">
            <a:noAutofit/>
          </a:bodyPr>
          <a:lstStyle>
            <a:lvl1pPr marR="0" lvl="0" algn="l" rtl="0">
              <a:spcBef>
                <a:spcPts val="0"/>
              </a:spcBef>
              <a:spcAft>
                <a:spcPts val="0"/>
              </a:spcAft>
              <a:buSzPts val="1400"/>
              <a:buNone/>
              <a:defRPr sz="3700" b="1" i="1" u="none" strike="noStrike" cap="none">
                <a:solidFill>
                  <a:srgbClr val="00B050"/>
                </a:solidFill>
                <a:latin typeface="Calibri" panose="020F0502020204030204"/>
                <a:ea typeface="Calibri" panose="020F0502020204030204"/>
                <a:cs typeface="Calibri" panose="020F0502020204030204"/>
                <a:sym typeface="Calibri" panose="020F0502020204030204"/>
              </a:defRPr>
            </a:lvl1pPr>
            <a:lvl2pPr marR="0" lvl="1"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bg1"/>
        </a:solidFill>
        <a:effectLst/>
      </p:bgPr>
    </p:bg>
    <p:spTree>
      <p:nvGrpSpPr>
        <p:cNvPr id="1" name=""/>
        <p:cNvGrpSpPr/>
        <p:nvPr/>
      </p:nvGrpSpPr>
      <p:grpSpPr>
        <a:xfrm>
          <a:off x="0" y="0"/>
          <a:ext cx="0" cy="0"/>
          <a:chOff x="0" y="0"/>
          <a:chExt cx="0" cy="0"/>
        </a:xfrm>
      </p:grpSpPr>
      <p:sp>
        <p:nvSpPr>
          <p:cNvPr id="6146" name="Text Box 3"/>
          <p:cNvSpPr txBox="1"/>
          <p:nvPr/>
        </p:nvSpPr>
        <p:spPr>
          <a:xfrm>
            <a:off x="11137900" y="6451600"/>
            <a:ext cx="903288" cy="230188"/>
          </a:xfrm>
          <a:prstGeom prst="rect">
            <a:avLst/>
          </a:prstGeom>
          <a:noFill/>
          <a:ln w="9525">
            <a:noFill/>
          </a:ln>
        </p:spPr>
        <p:txBody>
          <a:bodyPr anchor="t" anchorCtr="0">
            <a:spAutoFit/>
          </a:bodyPr>
          <a:lstStyle/>
          <a:p>
            <a:pPr lvl="0">
              <a:spcBef>
                <a:spcPct val="50000"/>
              </a:spcBef>
            </a:pPr>
            <a:r>
              <a:rPr lang="en-US" altLang="en-US" sz="900" dirty="0">
                <a:solidFill>
                  <a:srgbClr val="7F7F7F"/>
                </a:solidFill>
                <a:latin typeface="Calibri" panose="020F0502020204030204" charset="0"/>
              </a:rPr>
              <a:t>slide </a:t>
            </a:r>
            <a:fld id="{9A0DB2DC-4C9A-4742-B13C-FB6460FD3503}" type="slidenum">
              <a:rPr lang="en-US" altLang="en-US" sz="900" dirty="0">
                <a:solidFill>
                  <a:srgbClr val="7F7F7F"/>
                </a:solidFill>
                <a:latin typeface="Calibri" panose="020F0502020204030204" charset="0"/>
              </a:rPr>
              <a:t>‹#›</a:t>
            </a:fld>
            <a:endParaRPr lang="en-US" altLang="en-US" sz="900" dirty="0">
              <a:solidFill>
                <a:srgbClr val="7F7F7F"/>
              </a:solidFill>
              <a:latin typeface="Calibri" panose="020F0502020204030204" charset="0"/>
            </a:endParaRPr>
          </a:p>
        </p:txBody>
      </p:sp>
      <p:sp>
        <p:nvSpPr>
          <p:cNvPr id="8" name="Text Box 3"/>
          <p:cNvSpPr txBox="1">
            <a:spLocks noChangeArrowheads="1"/>
          </p:cNvSpPr>
          <p:nvPr/>
        </p:nvSpPr>
        <p:spPr bwMode="auto">
          <a:xfrm>
            <a:off x="6115050" y="6451600"/>
            <a:ext cx="5029200" cy="230188"/>
          </a:xfrm>
          <a:prstGeom prst="rect">
            <a:avLst/>
          </a:prstGeom>
          <a:no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auto" latinLnBrk="0" hangingPunct="0">
              <a:lnSpc>
                <a:spcPct val="100000"/>
              </a:lnSpc>
              <a:spcBef>
                <a:spcPct val="50000"/>
              </a:spcBef>
              <a:spcAft>
                <a:spcPts val="0"/>
              </a:spcAft>
              <a:buClrTx/>
              <a:buSzTx/>
              <a:buFontTx/>
              <a:buNone/>
              <a:defRPr/>
            </a:pPr>
            <a:r>
              <a:rPr kumimoji="0" lang="en-US" sz="900" b="0" i="0" u="none" strike="noStrike" kern="1200" cap="none" spc="0" normalizeH="0" baseline="0" noProof="0" dirty="0">
                <a:ln>
                  <a:noFill/>
                </a:ln>
                <a:solidFill>
                  <a:srgbClr val="7F7F7F"/>
                </a:solidFill>
                <a:effectLst/>
                <a:uLnTx/>
                <a:uFillTx/>
                <a:latin typeface="Arial" panose="020B0604020202020204" pitchFamily="34" charset="0"/>
                <a:ea typeface="+mn-ea"/>
                <a:cs typeface="+mn-cs"/>
              </a:rPr>
              <a:t>confidential and restricted</a:t>
            </a:r>
          </a:p>
        </p:txBody>
      </p:sp>
      <p:cxnSp>
        <p:nvCxnSpPr>
          <p:cNvPr id="9" name="Straight Connector 13"/>
          <p:cNvCxnSpPr/>
          <p:nvPr/>
        </p:nvCxnSpPr>
        <p:spPr>
          <a:xfrm rot="5400000">
            <a:off x="11023600" y="6567488"/>
            <a:ext cx="228600" cy="0"/>
          </a:xfrm>
          <a:prstGeom prst="line">
            <a:avLst/>
          </a:prstGeom>
          <a:ln w="9525">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6149" name="Picture 15" descr="amazon_lab_02.png"/>
          <p:cNvPicPr>
            <a:picLocks noChangeAspect="1"/>
          </p:cNvPicPr>
          <p:nvPr/>
        </p:nvPicPr>
        <p:blipFill>
          <a:blip r:embed="rId2"/>
          <a:stretch>
            <a:fillRect/>
          </a:stretch>
        </p:blipFill>
        <p:spPr>
          <a:xfrm>
            <a:off x="241300" y="6386513"/>
            <a:ext cx="1320800" cy="388937"/>
          </a:xfrm>
          <a:prstGeom prst="rect">
            <a:avLst/>
          </a:prstGeom>
          <a:noFill/>
          <a:ln w="9525">
            <a:noFill/>
          </a:ln>
        </p:spPr>
      </p:pic>
      <p:sp>
        <p:nvSpPr>
          <p:cNvPr id="52226" name="Rectangle 2"/>
          <p:cNvSpPr>
            <a:spLocks noGrp="1" noChangeArrowheads="1"/>
          </p:cNvSpPr>
          <p:nvPr>
            <p:ph type="ctrTitle"/>
          </p:nvPr>
        </p:nvSpPr>
        <p:spPr>
          <a:xfrm>
            <a:off x="914400" y="3429000"/>
            <a:ext cx="10363200" cy="1447800"/>
          </a:xfrm>
        </p:spPr>
        <p:txBody>
          <a:bodyPr/>
          <a:lstStyle>
            <a:lvl1pPr>
              <a:defRPr/>
            </a:lvl1pPr>
          </a:lstStyle>
          <a:p>
            <a:pPr fontAlgn="base"/>
            <a:r>
              <a:rPr lang="en-US" strike="noStrike" noProof="1"/>
              <a:t>Click to edit Master title style</a:t>
            </a:r>
          </a:p>
        </p:txBody>
      </p:sp>
      <p:sp>
        <p:nvSpPr>
          <p:cNvPr id="11" name="日期占位符 1"/>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6371D1EC-7F65-4EDF-A0F5-36798F556863}" type="datetimeFigureOut">
              <a:rPr kumimoji="0" lang="en-US" altLang="zh-CN" sz="12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rPr>
              <a:t>2/12/2026</a:t>
            </a:fld>
            <a:endParaRPr kumimoji="0" lang="en-US" altLang="zh-CN" sz="12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12" name="页脚占位符 2"/>
          <p:cNvSpPr>
            <a:spLocks noGrp="1"/>
          </p:cNvSpPr>
          <p:nvPr>
            <p:ph type="ftr" sz="quarter" idx="3"/>
          </p:nvPr>
        </p:nvSpPr>
        <p:spPr>
          <a:xfrm>
            <a:off x="4038600" y="6356350"/>
            <a:ext cx="4114800" cy="365125"/>
          </a:xfrm>
          <a:prstGeom prst="rect">
            <a:avLst/>
          </a:prstGeom>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13" name="灯片编号占位符 3"/>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p>
            <a:pPr algn="r" fontAlgn="base">
              <a:buNone/>
            </a:pPr>
            <a:fld id="{9A0DB2DC-4C9A-4742-B13C-FB6460FD3503}" type="slidenum">
              <a:rPr lang="en-US" altLang="zh-CN" strike="noStrike" noProof="1" dirty="0">
                <a:latin typeface="Calibri" panose="020F0502020204030204" charset="0"/>
                <a:ea typeface="宋体" panose="02010600030101010101" pitchFamily="2" charset="-122"/>
                <a:cs typeface="+mn-cs"/>
              </a:rPr>
              <a:t>‹#›</a:t>
            </a:fld>
            <a:endParaRPr lang="en-US" altLang="zh-CN" strike="noStrike" noProof="1">
              <a:ea typeface="宋体" panose="0201060003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0" cstate="email">
            <a:lum/>
          </a:blip>
          <a:srcRect/>
          <a:stretch>
            <a:fillRect/>
          </a:stretch>
        </a:blipFill>
        <a:effectLst/>
      </p:bgPr>
    </p:bg>
    <p:spTree>
      <p:nvGrpSpPr>
        <p:cNvPr id="1" name=""/>
        <p:cNvGrpSpPr/>
        <p:nvPr/>
      </p:nvGrpSpPr>
      <p:grpSpPr>
        <a:xfrm>
          <a:off x="0" y="0"/>
          <a:ext cx="0" cy="0"/>
          <a:chOff x="0" y="0"/>
          <a:chExt cx="0" cy="0"/>
        </a:xfrm>
      </p:grpSpPr>
      <p:sp>
        <p:nvSpPr>
          <p:cNvPr id="5" name="标题占位符 4"/>
          <p:cNvSpPr>
            <a:spLocks noGrp="1"/>
          </p:cNvSpPr>
          <p:nvPr>
            <p:ph type="title"/>
          </p:nvPr>
        </p:nvSpPr>
        <p:spPr>
          <a:xfrm>
            <a:off x="848411" y="461817"/>
            <a:ext cx="9341963" cy="791947"/>
          </a:xfrm>
          <a:prstGeom prst="rect">
            <a:avLst/>
          </a:prstGeom>
        </p:spPr>
        <p:txBody>
          <a:bodyPr vert="horz" lIns="91440" tIns="45720" rIns="91440" bIns="45720" rtlCol="0" anchor="ctr">
            <a:normAutofit/>
          </a:bodyPr>
          <a:lstStyle/>
          <a:p>
            <a:pPr>
              <a:defRPr/>
            </a:pPr>
            <a:r>
              <a:rPr kumimoji="1" lang="zh-CN" altLang="en-US" sz="3600" b="1" dirty="0">
                <a:solidFill>
                  <a:srgbClr val="002F75"/>
                </a:solidFill>
                <a:latin typeface="微软雅黑" panose="020B0503020204020204" pitchFamily="34" charset="-122"/>
                <a:ea typeface="微软雅黑" panose="020B0503020204020204" pitchFamily="34" charset="-122"/>
              </a:rPr>
              <a:t>主标题</a:t>
            </a:r>
            <a:r>
              <a:rPr kumimoji="1" lang="en-US" altLang="zh-CN" sz="3600" b="1" dirty="0">
                <a:solidFill>
                  <a:srgbClr val="002F75"/>
                </a:solidFill>
                <a:latin typeface="微软雅黑" panose="020B0503020204020204" pitchFamily="34" charset="-122"/>
                <a:ea typeface="微软雅黑" panose="020B0503020204020204" pitchFamily="34" charset="-122"/>
              </a:rPr>
              <a:t>-</a:t>
            </a:r>
            <a:r>
              <a:rPr kumimoji="1" lang="zh-CN" altLang="en-US" sz="3600" b="1" dirty="0">
                <a:solidFill>
                  <a:srgbClr val="002F75"/>
                </a:solidFill>
                <a:latin typeface="微软雅黑" panose="020B0503020204020204" pitchFamily="34" charset="-122"/>
                <a:ea typeface="微软雅黑" panose="020B0503020204020204" pitchFamily="34" charset="-122"/>
              </a:rPr>
              <a:t>字号</a:t>
            </a:r>
            <a:r>
              <a:rPr kumimoji="1" lang="en-US" altLang="zh-CN" sz="3600" b="1" dirty="0">
                <a:solidFill>
                  <a:srgbClr val="002F75"/>
                </a:solidFill>
                <a:latin typeface="微软雅黑" panose="020B0503020204020204" pitchFamily="34" charset="-122"/>
                <a:ea typeface="微软雅黑" panose="020B0503020204020204" pitchFamily="34" charset="-122"/>
              </a:rPr>
              <a:t>30-36</a:t>
            </a:r>
            <a:endParaRPr kumimoji="1" lang="zh-TW" altLang="en-US" sz="3600" b="1" dirty="0">
              <a:solidFill>
                <a:srgbClr val="002F75"/>
              </a:solidFill>
              <a:latin typeface="微软雅黑" panose="020B0503020204020204" pitchFamily="34" charset="-122"/>
              <a:ea typeface="微软雅黑" panose="020B0503020204020204" pitchFamily="34" charset="-122"/>
            </a:endParaRPr>
          </a:p>
        </p:txBody>
      </p:sp>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zh-CN" altLang="en-US" dirty="0"/>
              <a:t>第三级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hdr="0" ftr="0" dt="0"/>
  <p:txStyles>
    <p:titleStyle>
      <a:lvl1pPr algn="l" defTabSz="914400" rtl="0" eaLnBrk="1" latinLnBrk="0" hangingPunct="1">
        <a:lnSpc>
          <a:spcPct val="90000"/>
        </a:lnSpc>
        <a:spcBef>
          <a:spcPct val="0"/>
        </a:spcBef>
        <a:buNone/>
        <a:defRPr sz="3600" b="1" kern="1200">
          <a:solidFill>
            <a:schemeClr val="tx1"/>
          </a:solidFill>
          <a:latin typeface="思源黑体 CN Heavy" panose="020B0A00000000000000" pitchFamily="34" charset="-122"/>
          <a:ea typeface="思源黑体 CN Heavy" panose="020B0A00000000000000" pitchFamily="34" charset="-122"/>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思源黑体 CN Normal" panose="020B0400000000000000" pitchFamily="34" charset="-122"/>
          <a:ea typeface="思源黑体 CN Normal" panose="020B04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2.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35.xml"/><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slideLayout" Target="../slideLayouts/slideLayout7.xml"/><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37.xml"/><Relationship Id="rId1" Type="http://schemas.openxmlformats.org/officeDocument/2006/relationships/tags" Target="../tags/tag36.xml"/><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8" Type="http://schemas.openxmlformats.org/officeDocument/2006/relationships/tags" Target="../tags/tag45.xml"/><Relationship Id="rId13" Type="http://schemas.openxmlformats.org/officeDocument/2006/relationships/tags" Target="../tags/tag50.xml"/><Relationship Id="rId18" Type="http://schemas.openxmlformats.org/officeDocument/2006/relationships/slideLayout" Target="../slideLayouts/slideLayout15.xml"/><Relationship Id="rId3" Type="http://schemas.openxmlformats.org/officeDocument/2006/relationships/tags" Target="../tags/tag40.xml"/><Relationship Id="rId21" Type="http://schemas.openxmlformats.org/officeDocument/2006/relationships/image" Target="../media/image14.png"/><Relationship Id="rId7" Type="http://schemas.openxmlformats.org/officeDocument/2006/relationships/tags" Target="../tags/tag44.xml"/><Relationship Id="rId12" Type="http://schemas.openxmlformats.org/officeDocument/2006/relationships/tags" Target="../tags/tag49.xml"/><Relationship Id="rId17" Type="http://schemas.openxmlformats.org/officeDocument/2006/relationships/tags" Target="../tags/tag54.xml"/><Relationship Id="rId2" Type="http://schemas.openxmlformats.org/officeDocument/2006/relationships/tags" Target="../tags/tag39.xml"/><Relationship Id="rId16" Type="http://schemas.openxmlformats.org/officeDocument/2006/relationships/tags" Target="../tags/tag53.xml"/><Relationship Id="rId20" Type="http://schemas.openxmlformats.org/officeDocument/2006/relationships/image" Target="../media/image13.png"/><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tags" Target="../tags/tag48.xml"/><Relationship Id="rId5" Type="http://schemas.openxmlformats.org/officeDocument/2006/relationships/tags" Target="../tags/tag42.xml"/><Relationship Id="rId15" Type="http://schemas.openxmlformats.org/officeDocument/2006/relationships/tags" Target="../tags/tag52.xml"/><Relationship Id="rId10" Type="http://schemas.openxmlformats.org/officeDocument/2006/relationships/tags" Target="../tags/tag47.xml"/><Relationship Id="rId19" Type="http://schemas.openxmlformats.org/officeDocument/2006/relationships/notesSlide" Target="../notesSlides/notesSlide2.xml"/><Relationship Id="rId4" Type="http://schemas.openxmlformats.org/officeDocument/2006/relationships/tags" Target="../tags/tag41.xml"/><Relationship Id="rId9" Type="http://schemas.openxmlformats.org/officeDocument/2006/relationships/tags" Target="../tags/tag46.xml"/><Relationship Id="rId14" Type="http://schemas.openxmlformats.org/officeDocument/2006/relationships/tags" Target="../tags/tag5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image" Target="../media/image17.pn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3" Type="http://schemas.openxmlformats.org/officeDocument/2006/relationships/tags" Target="../tags/tag69.xml"/><Relationship Id="rId18" Type="http://schemas.openxmlformats.org/officeDocument/2006/relationships/tags" Target="../tags/tag74.xml"/><Relationship Id="rId26" Type="http://schemas.openxmlformats.org/officeDocument/2006/relationships/tags" Target="../tags/tag82.xml"/><Relationship Id="rId39" Type="http://schemas.openxmlformats.org/officeDocument/2006/relationships/tags" Target="../tags/tag95.xml"/><Relationship Id="rId21" Type="http://schemas.openxmlformats.org/officeDocument/2006/relationships/tags" Target="../tags/tag77.xml"/><Relationship Id="rId34" Type="http://schemas.openxmlformats.org/officeDocument/2006/relationships/tags" Target="../tags/tag90.xml"/><Relationship Id="rId42" Type="http://schemas.openxmlformats.org/officeDocument/2006/relationships/tags" Target="../tags/tag98.xml"/><Relationship Id="rId7" Type="http://schemas.openxmlformats.org/officeDocument/2006/relationships/tags" Target="../tags/tag63.xml"/><Relationship Id="rId2" Type="http://schemas.openxmlformats.org/officeDocument/2006/relationships/tags" Target="../tags/tag58.xml"/><Relationship Id="rId16" Type="http://schemas.openxmlformats.org/officeDocument/2006/relationships/tags" Target="../tags/tag72.xml"/><Relationship Id="rId29" Type="http://schemas.openxmlformats.org/officeDocument/2006/relationships/tags" Target="../tags/tag85.xml"/><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tags" Target="../tags/tag67.xml"/><Relationship Id="rId24" Type="http://schemas.openxmlformats.org/officeDocument/2006/relationships/tags" Target="../tags/tag80.xml"/><Relationship Id="rId32" Type="http://schemas.openxmlformats.org/officeDocument/2006/relationships/tags" Target="../tags/tag88.xml"/><Relationship Id="rId37" Type="http://schemas.openxmlformats.org/officeDocument/2006/relationships/tags" Target="../tags/tag93.xml"/><Relationship Id="rId40" Type="http://schemas.openxmlformats.org/officeDocument/2006/relationships/tags" Target="../tags/tag96.xml"/><Relationship Id="rId45" Type="http://schemas.openxmlformats.org/officeDocument/2006/relationships/image" Target="../media/image18.png"/><Relationship Id="rId5" Type="http://schemas.openxmlformats.org/officeDocument/2006/relationships/tags" Target="../tags/tag61.xml"/><Relationship Id="rId15" Type="http://schemas.openxmlformats.org/officeDocument/2006/relationships/tags" Target="../tags/tag71.xml"/><Relationship Id="rId23" Type="http://schemas.openxmlformats.org/officeDocument/2006/relationships/tags" Target="../tags/tag79.xml"/><Relationship Id="rId28" Type="http://schemas.openxmlformats.org/officeDocument/2006/relationships/tags" Target="../tags/tag84.xml"/><Relationship Id="rId36" Type="http://schemas.openxmlformats.org/officeDocument/2006/relationships/tags" Target="../tags/tag92.xml"/><Relationship Id="rId10" Type="http://schemas.openxmlformats.org/officeDocument/2006/relationships/tags" Target="../tags/tag66.xml"/><Relationship Id="rId19" Type="http://schemas.openxmlformats.org/officeDocument/2006/relationships/tags" Target="../tags/tag75.xml"/><Relationship Id="rId31" Type="http://schemas.openxmlformats.org/officeDocument/2006/relationships/tags" Target="../tags/tag87.xml"/><Relationship Id="rId44" Type="http://schemas.openxmlformats.org/officeDocument/2006/relationships/notesSlide" Target="../notesSlides/notesSlide4.xml"/><Relationship Id="rId4" Type="http://schemas.openxmlformats.org/officeDocument/2006/relationships/tags" Target="../tags/tag60.xml"/><Relationship Id="rId9" Type="http://schemas.openxmlformats.org/officeDocument/2006/relationships/tags" Target="../tags/tag65.xml"/><Relationship Id="rId14" Type="http://schemas.openxmlformats.org/officeDocument/2006/relationships/tags" Target="../tags/tag70.xml"/><Relationship Id="rId22" Type="http://schemas.openxmlformats.org/officeDocument/2006/relationships/tags" Target="../tags/tag78.xml"/><Relationship Id="rId27" Type="http://schemas.openxmlformats.org/officeDocument/2006/relationships/tags" Target="../tags/tag83.xml"/><Relationship Id="rId30" Type="http://schemas.openxmlformats.org/officeDocument/2006/relationships/tags" Target="../tags/tag86.xml"/><Relationship Id="rId35" Type="http://schemas.openxmlformats.org/officeDocument/2006/relationships/tags" Target="../tags/tag91.xml"/><Relationship Id="rId43" Type="http://schemas.openxmlformats.org/officeDocument/2006/relationships/slideLayout" Target="../slideLayouts/slideLayout15.xml"/><Relationship Id="rId8" Type="http://schemas.openxmlformats.org/officeDocument/2006/relationships/tags" Target="../tags/tag64.xml"/><Relationship Id="rId3" Type="http://schemas.openxmlformats.org/officeDocument/2006/relationships/tags" Target="../tags/tag59.xml"/><Relationship Id="rId12" Type="http://schemas.openxmlformats.org/officeDocument/2006/relationships/tags" Target="../tags/tag68.xml"/><Relationship Id="rId17" Type="http://schemas.openxmlformats.org/officeDocument/2006/relationships/tags" Target="../tags/tag73.xml"/><Relationship Id="rId25" Type="http://schemas.openxmlformats.org/officeDocument/2006/relationships/tags" Target="../tags/tag81.xml"/><Relationship Id="rId33" Type="http://schemas.openxmlformats.org/officeDocument/2006/relationships/tags" Target="../tags/tag89.xml"/><Relationship Id="rId38" Type="http://schemas.openxmlformats.org/officeDocument/2006/relationships/tags" Target="../tags/tag94.xml"/><Relationship Id="rId20" Type="http://schemas.openxmlformats.org/officeDocument/2006/relationships/tags" Target="../tags/tag76.xml"/><Relationship Id="rId41" Type="http://schemas.openxmlformats.org/officeDocument/2006/relationships/tags" Target="../tags/tag97.xml"/></Relationships>
</file>

<file path=ppt/slides/_rels/slide7.xml.rels><?xml version="1.0" encoding="UTF-8" standalone="yes"?>
<Relationships xmlns="http://schemas.openxmlformats.org/package/2006/relationships"><Relationship Id="rId8" Type="http://schemas.openxmlformats.org/officeDocument/2006/relationships/tags" Target="../tags/tag106.xml"/><Relationship Id="rId13" Type="http://schemas.openxmlformats.org/officeDocument/2006/relationships/tags" Target="../tags/tag111.xml"/><Relationship Id="rId18" Type="http://schemas.openxmlformats.org/officeDocument/2006/relationships/image" Target="../media/image19.png"/><Relationship Id="rId3" Type="http://schemas.openxmlformats.org/officeDocument/2006/relationships/tags" Target="../tags/tag101.xml"/><Relationship Id="rId21" Type="http://schemas.openxmlformats.org/officeDocument/2006/relationships/image" Target="../media/image22.png"/><Relationship Id="rId7" Type="http://schemas.openxmlformats.org/officeDocument/2006/relationships/tags" Target="../tags/tag105.xml"/><Relationship Id="rId12" Type="http://schemas.openxmlformats.org/officeDocument/2006/relationships/tags" Target="../tags/tag110.xml"/><Relationship Id="rId17" Type="http://schemas.openxmlformats.org/officeDocument/2006/relationships/notesSlide" Target="../notesSlides/notesSlide5.xml"/><Relationship Id="rId2" Type="http://schemas.openxmlformats.org/officeDocument/2006/relationships/tags" Target="../tags/tag100.xml"/><Relationship Id="rId16" Type="http://schemas.openxmlformats.org/officeDocument/2006/relationships/slideLayout" Target="../slideLayouts/slideLayout15.xml"/><Relationship Id="rId20" Type="http://schemas.openxmlformats.org/officeDocument/2006/relationships/image" Target="../media/image21.png"/><Relationship Id="rId1" Type="http://schemas.openxmlformats.org/officeDocument/2006/relationships/tags" Target="../tags/tag99.xml"/><Relationship Id="rId6" Type="http://schemas.openxmlformats.org/officeDocument/2006/relationships/tags" Target="../tags/tag104.xml"/><Relationship Id="rId11" Type="http://schemas.openxmlformats.org/officeDocument/2006/relationships/tags" Target="../tags/tag109.xml"/><Relationship Id="rId5" Type="http://schemas.openxmlformats.org/officeDocument/2006/relationships/tags" Target="../tags/tag103.xml"/><Relationship Id="rId15" Type="http://schemas.openxmlformats.org/officeDocument/2006/relationships/tags" Target="../tags/tag113.xml"/><Relationship Id="rId23" Type="http://schemas.openxmlformats.org/officeDocument/2006/relationships/image" Target="../media/image24.png"/><Relationship Id="rId10" Type="http://schemas.openxmlformats.org/officeDocument/2006/relationships/tags" Target="../tags/tag108.xml"/><Relationship Id="rId19" Type="http://schemas.openxmlformats.org/officeDocument/2006/relationships/image" Target="../media/image20.png"/><Relationship Id="rId4" Type="http://schemas.openxmlformats.org/officeDocument/2006/relationships/tags" Target="../tags/tag102.xml"/><Relationship Id="rId9" Type="http://schemas.openxmlformats.org/officeDocument/2006/relationships/tags" Target="../tags/tag107.xml"/><Relationship Id="rId14" Type="http://schemas.openxmlformats.org/officeDocument/2006/relationships/tags" Target="../tags/tag112.xml"/><Relationship Id="rId22"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tags" Target="../tags/tag116.xml"/><Relationship Id="rId7" Type="http://schemas.openxmlformats.org/officeDocument/2006/relationships/notesSlide" Target="../notesSlides/notesSlide6.xm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slideLayout" Target="../slideLayouts/slideLayout15.xml"/><Relationship Id="rId5" Type="http://schemas.openxmlformats.org/officeDocument/2006/relationships/tags" Target="../tags/tag118.xml"/><Relationship Id="rId4" Type="http://schemas.openxmlformats.org/officeDocument/2006/relationships/tags" Target="../tags/tag117.xml"/><Relationship Id="rId9"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tags" Target="../tags/tag126.xml"/><Relationship Id="rId3" Type="http://schemas.openxmlformats.org/officeDocument/2006/relationships/tags" Target="../tags/tag121.xml"/><Relationship Id="rId7" Type="http://schemas.openxmlformats.org/officeDocument/2006/relationships/tags" Target="../tags/tag125.xml"/><Relationship Id="rId12" Type="http://schemas.openxmlformats.org/officeDocument/2006/relationships/image" Target="../media/image27.png"/><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tags" Target="../tags/tag124.xml"/><Relationship Id="rId11" Type="http://schemas.openxmlformats.org/officeDocument/2006/relationships/image" Target="../media/image26.png"/><Relationship Id="rId5" Type="http://schemas.openxmlformats.org/officeDocument/2006/relationships/tags" Target="../tags/tag123.xml"/><Relationship Id="rId10" Type="http://schemas.openxmlformats.org/officeDocument/2006/relationships/notesSlide" Target="../notesSlides/notesSlide7.xml"/><Relationship Id="rId4" Type="http://schemas.openxmlformats.org/officeDocument/2006/relationships/tags" Target="../tags/tag122.xml"/><Relationship Id="rId9"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8" Type="http://schemas.openxmlformats.org/officeDocument/2006/relationships/tags" Target="../tags/tag134.xml"/><Relationship Id="rId13" Type="http://schemas.openxmlformats.org/officeDocument/2006/relationships/tags" Target="../tags/tag139.xml"/><Relationship Id="rId18" Type="http://schemas.openxmlformats.org/officeDocument/2006/relationships/notesSlide" Target="../notesSlides/notesSlide8.xml"/><Relationship Id="rId3" Type="http://schemas.openxmlformats.org/officeDocument/2006/relationships/tags" Target="../tags/tag129.xml"/><Relationship Id="rId7" Type="http://schemas.openxmlformats.org/officeDocument/2006/relationships/tags" Target="../tags/tag133.xml"/><Relationship Id="rId12" Type="http://schemas.openxmlformats.org/officeDocument/2006/relationships/tags" Target="../tags/tag138.xml"/><Relationship Id="rId17" Type="http://schemas.openxmlformats.org/officeDocument/2006/relationships/slideLayout" Target="../slideLayouts/slideLayout15.xml"/><Relationship Id="rId2" Type="http://schemas.openxmlformats.org/officeDocument/2006/relationships/tags" Target="../tags/tag128.xml"/><Relationship Id="rId16" Type="http://schemas.openxmlformats.org/officeDocument/2006/relationships/tags" Target="../tags/tag142.xml"/><Relationship Id="rId20" Type="http://schemas.openxmlformats.org/officeDocument/2006/relationships/image" Target="../media/image29.png"/><Relationship Id="rId1" Type="http://schemas.openxmlformats.org/officeDocument/2006/relationships/tags" Target="../tags/tag127.xml"/><Relationship Id="rId6" Type="http://schemas.openxmlformats.org/officeDocument/2006/relationships/tags" Target="../tags/tag132.xml"/><Relationship Id="rId11" Type="http://schemas.openxmlformats.org/officeDocument/2006/relationships/tags" Target="../tags/tag137.xml"/><Relationship Id="rId5" Type="http://schemas.openxmlformats.org/officeDocument/2006/relationships/tags" Target="../tags/tag131.xml"/><Relationship Id="rId15" Type="http://schemas.openxmlformats.org/officeDocument/2006/relationships/tags" Target="../tags/tag141.xml"/><Relationship Id="rId10" Type="http://schemas.openxmlformats.org/officeDocument/2006/relationships/tags" Target="../tags/tag136.xml"/><Relationship Id="rId19" Type="http://schemas.openxmlformats.org/officeDocument/2006/relationships/image" Target="../media/image28.png"/><Relationship Id="rId4" Type="http://schemas.openxmlformats.org/officeDocument/2006/relationships/tags" Target="../tags/tag130.xml"/><Relationship Id="rId9" Type="http://schemas.openxmlformats.org/officeDocument/2006/relationships/tags" Target="../tags/tag135.xml"/><Relationship Id="rId14" Type="http://schemas.openxmlformats.org/officeDocument/2006/relationships/tags" Target="../tags/tag140.xml"/></Relationships>
</file>

<file path=ppt/slides/_rels/slide11.xml.rels><?xml version="1.0" encoding="UTF-8" standalone="yes"?>
<Relationships xmlns="http://schemas.openxmlformats.org/package/2006/relationships"><Relationship Id="rId8" Type="http://schemas.openxmlformats.org/officeDocument/2006/relationships/tags" Target="../tags/tag150.xml"/><Relationship Id="rId13" Type="http://schemas.openxmlformats.org/officeDocument/2006/relationships/notesSlide" Target="../notesSlides/notesSlide9.xml"/><Relationship Id="rId18" Type="http://schemas.openxmlformats.org/officeDocument/2006/relationships/image" Target="../media/image34.png"/><Relationship Id="rId3" Type="http://schemas.openxmlformats.org/officeDocument/2006/relationships/tags" Target="../tags/tag145.xml"/><Relationship Id="rId7" Type="http://schemas.openxmlformats.org/officeDocument/2006/relationships/tags" Target="../tags/tag149.xml"/><Relationship Id="rId12" Type="http://schemas.openxmlformats.org/officeDocument/2006/relationships/slideLayout" Target="../slideLayouts/slideLayout15.xml"/><Relationship Id="rId17" Type="http://schemas.openxmlformats.org/officeDocument/2006/relationships/image" Target="../media/image33.png"/><Relationship Id="rId2" Type="http://schemas.openxmlformats.org/officeDocument/2006/relationships/tags" Target="../tags/tag144.xml"/><Relationship Id="rId16" Type="http://schemas.openxmlformats.org/officeDocument/2006/relationships/image" Target="../media/image32.png"/><Relationship Id="rId1" Type="http://schemas.openxmlformats.org/officeDocument/2006/relationships/tags" Target="../tags/tag143.xml"/><Relationship Id="rId6" Type="http://schemas.openxmlformats.org/officeDocument/2006/relationships/tags" Target="../tags/tag148.xml"/><Relationship Id="rId11" Type="http://schemas.openxmlformats.org/officeDocument/2006/relationships/tags" Target="../tags/tag153.xml"/><Relationship Id="rId5" Type="http://schemas.openxmlformats.org/officeDocument/2006/relationships/tags" Target="../tags/tag147.xml"/><Relationship Id="rId15" Type="http://schemas.openxmlformats.org/officeDocument/2006/relationships/image" Target="../media/image31.png"/><Relationship Id="rId10" Type="http://schemas.openxmlformats.org/officeDocument/2006/relationships/tags" Target="../tags/tag152.xml"/><Relationship Id="rId4" Type="http://schemas.openxmlformats.org/officeDocument/2006/relationships/tags" Target="../tags/tag146.xml"/><Relationship Id="rId9" Type="http://schemas.openxmlformats.org/officeDocument/2006/relationships/tags" Target="../tags/tag151.xml"/><Relationship Id="rId1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tags" Target="../tags/tag156.xml"/><Relationship Id="rId7" Type="http://schemas.openxmlformats.org/officeDocument/2006/relationships/image" Target="../media/image36.png"/><Relationship Id="rId2" Type="http://schemas.openxmlformats.org/officeDocument/2006/relationships/tags" Target="../tags/tag155.xml"/><Relationship Id="rId1" Type="http://schemas.openxmlformats.org/officeDocument/2006/relationships/tags" Target="../tags/tag154.xml"/><Relationship Id="rId6" Type="http://schemas.openxmlformats.org/officeDocument/2006/relationships/image" Target="../media/image35.png"/><Relationship Id="rId5" Type="http://schemas.openxmlformats.org/officeDocument/2006/relationships/notesSlide" Target="../notesSlides/notesSlide10.xml"/><Relationship Id="rId4"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8" Type="http://schemas.openxmlformats.org/officeDocument/2006/relationships/tags" Target="../tags/tag164.xml"/><Relationship Id="rId13" Type="http://schemas.openxmlformats.org/officeDocument/2006/relationships/tags" Target="../tags/tag169.xml"/><Relationship Id="rId18" Type="http://schemas.openxmlformats.org/officeDocument/2006/relationships/tags" Target="../tags/tag174.xml"/><Relationship Id="rId26" Type="http://schemas.openxmlformats.org/officeDocument/2006/relationships/notesSlide" Target="../notesSlides/notesSlide11.xml"/><Relationship Id="rId3" Type="http://schemas.openxmlformats.org/officeDocument/2006/relationships/tags" Target="../tags/tag159.xml"/><Relationship Id="rId21" Type="http://schemas.openxmlformats.org/officeDocument/2006/relationships/tags" Target="../tags/tag177.xml"/><Relationship Id="rId7" Type="http://schemas.openxmlformats.org/officeDocument/2006/relationships/tags" Target="../tags/tag163.xml"/><Relationship Id="rId12" Type="http://schemas.openxmlformats.org/officeDocument/2006/relationships/tags" Target="../tags/tag168.xml"/><Relationship Id="rId17" Type="http://schemas.openxmlformats.org/officeDocument/2006/relationships/tags" Target="../tags/tag173.xml"/><Relationship Id="rId25" Type="http://schemas.openxmlformats.org/officeDocument/2006/relationships/slideLayout" Target="../slideLayouts/slideLayout15.xml"/><Relationship Id="rId2" Type="http://schemas.openxmlformats.org/officeDocument/2006/relationships/tags" Target="../tags/tag158.xml"/><Relationship Id="rId16" Type="http://schemas.openxmlformats.org/officeDocument/2006/relationships/tags" Target="../tags/tag172.xml"/><Relationship Id="rId20" Type="http://schemas.openxmlformats.org/officeDocument/2006/relationships/tags" Target="../tags/tag176.xml"/><Relationship Id="rId29" Type="http://schemas.openxmlformats.org/officeDocument/2006/relationships/image" Target="../media/image35.png"/><Relationship Id="rId1" Type="http://schemas.openxmlformats.org/officeDocument/2006/relationships/tags" Target="../tags/tag157.xml"/><Relationship Id="rId6" Type="http://schemas.openxmlformats.org/officeDocument/2006/relationships/tags" Target="../tags/tag162.xml"/><Relationship Id="rId11" Type="http://schemas.openxmlformats.org/officeDocument/2006/relationships/tags" Target="../tags/tag167.xml"/><Relationship Id="rId24" Type="http://schemas.openxmlformats.org/officeDocument/2006/relationships/tags" Target="../tags/tag180.xml"/><Relationship Id="rId5" Type="http://schemas.openxmlformats.org/officeDocument/2006/relationships/tags" Target="../tags/tag161.xml"/><Relationship Id="rId15" Type="http://schemas.openxmlformats.org/officeDocument/2006/relationships/tags" Target="../tags/tag171.xml"/><Relationship Id="rId23" Type="http://schemas.openxmlformats.org/officeDocument/2006/relationships/tags" Target="../tags/tag179.xml"/><Relationship Id="rId28" Type="http://schemas.openxmlformats.org/officeDocument/2006/relationships/image" Target="../media/image38.png"/><Relationship Id="rId10" Type="http://schemas.openxmlformats.org/officeDocument/2006/relationships/tags" Target="../tags/tag166.xml"/><Relationship Id="rId19" Type="http://schemas.openxmlformats.org/officeDocument/2006/relationships/tags" Target="../tags/tag175.xml"/><Relationship Id="rId4" Type="http://schemas.openxmlformats.org/officeDocument/2006/relationships/tags" Target="../tags/tag160.xml"/><Relationship Id="rId9" Type="http://schemas.openxmlformats.org/officeDocument/2006/relationships/tags" Target="../tags/tag165.xml"/><Relationship Id="rId14" Type="http://schemas.openxmlformats.org/officeDocument/2006/relationships/tags" Target="../tags/tag170.xml"/><Relationship Id="rId22" Type="http://schemas.openxmlformats.org/officeDocument/2006/relationships/tags" Target="../tags/tag178.xml"/><Relationship Id="rId27" Type="http://schemas.openxmlformats.org/officeDocument/2006/relationships/image" Target="../media/image37.png"/><Relationship Id="rId30" Type="http://schemas.openxmlformats.org/officeDocument/2006/relationships/image" Target="../media/image39.png"/></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tags" Target="../tags/tag183.xml"/><Relationship Id="rId7" Type="http://schemas.openxmlformats.org/officeDocument/2006/relationships/tags" Target="../tags/tag187.xml"/><Relationship Id="rId12" Type="http://schemas.openxmlformats.org/officeDocument/2006/relationships/image" Target="../media/image42.png"/><Relationship Id="rId2" Type="http://schemas.openxmlformats.org/officeDocument/2006/relationships/tags" Target="../tags/tag182.xml"/><Relationship Id="rId1" Type="http://schemas.openxmlformats.org/officeDocument/2006/relationships/tags" Target="../tags/tag181.xml"/><Relationship Id="rId6" Type="http://schemas.openxmlformats.org/officeDocument/2006/relationships/tags" Target="../tags/tag186.xml"/><Relationship Id="rId11" Type="http://schemas.openxmlformats.org/officeDocument/2006/relationships/image" Target="../media/image41.png"/><Relationship Id="rId5" Type="http://schemas.openxmlformats.org/officeDocument/2006/relationships/tags" Target="../tags/tag185.xml"/><Relationship Id="rId10" Type="http://schemas.openxmlformats.org/officeDocument/2006/relationships/image" Target="../media/image40.png"/><Relationship Id="rId4" Type="http://schemas.openxmlformats.org/officeDocument/2006/relationships/tags" Target="../tags/tag184.xml"/><Relationship Id="rId9"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image" Target="../media/image46.png"/><Relationship Id="rId3" Type="http://schemas.openxmlformats.org/officeDocument/2006/relationships/tags" Target="../tags/tag190.xml"/><Relationship Id="rId7" Type="http://schemas.openxmlformats.org/officeDocument/2006/relationships/tags" Target="../tags/tag194.xml"/><Relationship Id="rId12" Type="http://schemas.openxmlformats.org/officeDocument/2006/relationships/image" Target="../media/image45.png"/><Relationship Id="rId2" Type="http://schemas.openxmlformats.org/officeDocument/2006/relationships/tags" Target="../tags/tag189.xml"/><Relationship Id="rId1" Type="http://schemas.openxmlformats.org/officeDocument/2006/relationships/tags" Target="../tags/tag188.xml"/><Relationship Id="rId6" Type="http://schemas.openxmlformats.org/officeDocument/2006/relationships/tags" Target="../tags/tag193.xml"/><Relationship Id="rId11" Type="http://schemas.openxmlformats.org/officeDocument/2006/relationships/image" Target="../media/image44.png"/><Relationship Id="rId5" Type="http://schemas.openxmlformats.org/officeDocument/2006/relationships/tags" Target="../tags/tag192.xml"/><Relationship Id="rId10" Type="http://schemas.openxmlformats.org/officeDocument/2006/relationships/image" Target="../media/image43.png"/><Relationship Id="rId4" Type="http://schemas.openxmlformats.org/officeDocument/2006/relationships/tags" Target="../tags/tag191.xml"/><Relationship Id="rId9"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tags" Target="../tags/tag197.xml"/><Relationship Id="rId7" Type="http://schemas.openxmlformats.org/officeDocument/2006/relationships/image" Target="../media/image47.png"/><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notesSlide" Target="../notesSlides/notesSlide14.xml"/><Relationship Id="rId5" Type="http://schemas.openxmlformats.org/officeDocument/2006/relationships/slideLayout" Target="../slideLayouts/slideLayout15.xml"/><Relationship Id="rId4" Type="http://schemas.openxmlformats.org/officeDocument/2006/relationships/tags" Target="../tags/tag198.xml"/><Relationship Id="rId9" Type="http://schemas.openxmlformats.org/officeDocument/2006/relationships/image" Target="../media/image41.png"/></Relationships>
</file>

<file path=ppt/slides/_rels/slide17.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tags" Target="../tags/tag201.xml"/><Relationship Id="rId7" Type="http://schemas.openxmlformats.org/officeDocument/2006/relationships/image" Target="../media/image50.jpeg"/><Relationship Id="rId2" Type="http://schemas.openxmlformats.org/officeDocument/2006/relationships/tags" Target="../tags/tag200.xml"/><Relationship Id="rId1" Type="http://schemas.openxmlformats.org/officeDocument/2006/relationships/tags" Target="../tags/tag199.xml"/><Relationship Id="rId6" Type="http://schemas.openxmlformats.org/officeDocument/2006/relationships/image" Target="../media/image49.jpeg"/><Relationship Id="rId5" Type="http://schemas.openxmlformats.org/officeDocument/2006/relationships/notesSlide" Target="../notesSlides/notesSlide15.xml"/><Relationship Id="rId4"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tags" Target="../tags/tag204.xml"/><Relationship Id="rId7" Type="http://schemas.openxmlformats.org/officeDocument/2006/relationships/image" Target="../media/image53.jpeg"/><Relationship Id="rId2" Type="http://schemas.openxmlformats.org/officeDocument/2006/relationships/tags" Target="../tags/tag203.xml"/><Relationship Id="rId1" Type="http://schemas.openxmlformats.org/officeDocument/2006/relationships/tags" Target="../tags/tag202.xml"/><Relationship Id="rId6" Type="http://schemas.openxmlformats.org/officeDocument/2006/relationships/image" Target="../media/image52.jpeg"/><Relationship Id="rId5" Type="http://schemas.openxmlformats.org/officeDocument/2006/relationships/notesSlide" Target="../notesSlides/notesSlide16.xml"/><Relationship Id="rId4"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image" Target="../media/image57.png"/><Relationship Id="rId2" Type="http://schemas.openxmlformats.org/officeDocument/2006/relationships/tags" Target="../tags/tag206.xml"/><Relationship Id="rId1" Type="http://schemas.openxmlformats.org/officeDocument/2006/relationships/tags" Target="../tags/tag205.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image" Target="../media/image60.png"/><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image" Target="../media/image63.png"/><Relationship Id="rId2" Type="http://schemas.openxmlformats.org/officeDocument/2006/relationships/tags" Target="../tags/tag210.xml"/><Relationship Id="rId1" Type="http://schemas.openxmlformats.org/officeDocument/2006/relationships/tags" Target="../tags/tag209.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8" Type="http://schemas.openxmlformats.org/officeDocument/2006/relationships/tags" Target="../tags/tag218.xml"/><Relationship Id="rId13" Type="http://schemas.openxmlformats.org/officeDocument/2006/relationships/slideLayout" Target="../slideLayouts/slideLayout15.xml"/><Relationship Id="rId18" Type="http://schemas.openxmlformats.org/officeDocument/2006/relationships/image" Target="../media/image67.png"/><Relationship Id="rId3" Type="http://schemas.openxmlformats.org/officeDocument/2006/relationships/tags" Target="../tags/tag213.xml"/><Relationship Id="rId21" Type="http://schemas.openxmlformats.org/officeDocument/2006/relationships/image" Target="../media/image70.png"/><Relationship Id="rId7" Type="http://schemas.openxmlformats.org/officeDocument/2006/relationships/tags" Target="../tags/tag217.xml"/><Relationship Id="rId12" Type="http://schemas.openxmlformats.org/officeDocument/2006/relationships/tags" Target="../tags/tag222.xml"/><Relationship Id="rId17" Type="http://schemas.openxmlformats.org/officeDocument/2006/relationships/image" Target="../media/image66.png"/><Relationship Id="rId2" Type="http://schemas.openxmlformats.org/officeDocument/2006/relationships/tags" Target="../tags/tag212.xml"/><Relationship Id="rId16" Type="http://schemas.openxmlformats.org/officeDocument/2006/relationships/image" Target="../media/image65.png"/><Relationship Id="rId20" Type="http://schemas.openxmlformats.org/officeDocument/2006/relationships/image" Target="../media/image69.png"/><Relationship Id="rId1" Type="http://schemas.openxmlformats.org/officeDocument/2006/relationships/tags" Target="../tags/tag211.xml"/><Relationship Id="rId6" Type="http://schemas.openxmlformats.org/officeDocument/2006/relationships/tags" Target="../tags/tag216.xml"/><Relationship Id="rId11" Type="http://schemas.openxmlformats.org/officeDocument/2006/relationships/tags" Target="../tags/tag221.xml"/><Relationship Id="rId5" Type="http://schemas.openxmlformats.org/officeDocument/2006/relationships/tags" Target="../tags/tag215.xml"/><Relationship Id="rId15" Type="http://schemas.openxmlformats.org/officeDocument/2006/relationships/image" Target="../media/image64.png"/><Relationship Id="rId10" Type="http://schemas.openxmlformats.org/officeDocument/2006/relationships/tags" Target="../tags/tag220.xml"/><Relationship Id="rId19" Type="http://schemas.openxmlformats.org/officeDocument/2006/relationships/image" Target="../media/image68.png"/><Relationship Id="rId4" Type="http://schemas.openxmlformats.org/officeDocument/2006/relationships/tags" Target="../tags/tag214.xml"/><Relationship Id="rId9" Type="http://schemas.openxmlformats.org/officeDocument/2006/relationships/tags" Target="../tags/tag219.xml"/><Relationship Id="rId14" Type="http://schemas.openxmlformats.org/officeDocument/2006/relationships/notesSlide" Target="../notesSlides/notesSlide20.xml"/><Relationship Id="rId22" Type="http://schemas.openxmlformats.org/officeDocument/2006/relationships/image" Target="../media/image71.png"/></Relationships>
</file>

<file path=ppt/slides/_rels/slide23.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png"/><Relationship Id="rId3" Type="http://schemas.openxmlformats.org/officeDocument/2006/relationships/slideLayout" Target="../slideLayouts/slideLayout15.xml"/><Relationship Id="rId7" Type="http://schemas.openxmlformats.org/officeDocument/2006/relationships/image" Target="../media/image74.png"/><Relationship Id="rId12" Type="http://schemas.openxmlformats.org/officeDocument/2006/relationships/image" Target="../media/image79.png"/><Relationship Id="rId2" Type="http://schemas.openxmlformats.org/officeDocument/2006/relationships/tags" Target="../tags/tag224.xml"/><Relationship Id="rId16" Type="http://schemas.openxmlformats.org/officeDocument/2006/relationships/image" Target="../media/image83.png"/><Relationship Id="rId1" Type="http://schemas.openxmlformats.org/officeDocument/2006/relationships/tags" Target="../tags/tag223.xml"/><Relationship Id="rId6" Type="http://schemas.openxmlformats.org/officeDocument/2006/relationships/image" Target="../media/image73.png"/><Relationship Id="rId11" Type="http://schemas.openxmlformats.org/officeDocument/2006/relationships/image" Target="../media/image78.png"/><Relationship Id="rId5" Type="http://schemas.openxmlformats.org/officeDocument/2006/relationships/image" Target="../media/image72.png"/><Relationship Id="rId15" Type="http://schemas.openxmlformats.org/officeDocument/2006/relationships/image" Target="../media/image82.png"/><Relationship Id="rId10" Type="http://schemas.openxmlformats.org/officeDocument/2006/relationships/image" Target="../media/image77.png"/><Relationship Id="rId4" Type="http://schemas.openxmlformats.org/officeDocument/2006/relationships/notesSlide" Target="../notesSlides/notesSlide21.xml"/><Relationship Id="rId9" Type="http://schemas.openxmlformats.org/officeDocument/2006/relationships/image" Target="../media/image76.png"/><Relationship Id="rId14" Type="http://schemas.openxmlformats.org/officeDocument/2006/relationships/image" Target="../media/image81.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image" Target="../media/image86.png"/><Relationship Id="rId2" Type="http://schemas.openxmlformats.org/officeDocument/2006/relationships/tags" Target="../tags/tag226.xml"/><Relationship Id="rId1" Type="http://schemas.openxmlformats.org/officeDocument/2006/relationships/tags" Target="../tags/tag225.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5.xml"/><Relationship Id="rId1" Type="http://schemas.openxmlformats.org/officeDocument/2006/relationships/tags" Target="../tags/tag227.xml"/><Relationship Id="rId4" Type="http://schemas.openxmlformats.org/officeDocument/2006/relationships/image" Target="../media/image87.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6"/>
          <p:cNvSpPr txBox="1"/>
          <p:nvPr/>
        </p:nvSpPr>
        <p:spPr>
          <a:xfrm>
            <a:off x="722630" y="1049020"/>
            <a:ext cx="10881360" cy="2584450"/>
          </a:xfrm>
          <a:prstGeom prst="rect">
            <a:avLst/>
          </a:prstGeom>
          <a:noFill/>
        </p:spPr>
        <p:txBody>
          <a:bodyPr wrap="square" rtlCol="0">
            <a:spAutoFit/>
          </a:bodyPr>
          <a:lstStyle/>
          <a:p>
            <a:r>
              <a:rPr lang="en-US" sz="5400" b="1" dirty="0">
                <a:solidFill>
                  <a:schemeClr val="bg1"/>
                </a:solidFill>
                <a:latin typeface="Times New Roman" panose="02020603050405020304" pitchFamily="18" charset="0"/>
                <a:ea typeface="DFKai-SB" pitchFamily="65" charset="-120"/>
                <a:sym typeface="+mn-ea"/>
              </a:rPr>
              <a:t>CBD Ca</a:t>
            </a:r>
            <a:r>
              <a:rPr lang="en-US" altLang="zh-CN" sz="5400" b="1" dirty="0">
                <a:solidFill>
                  <a:schemeClr val="bg1"/>
                </a:solidFill>
                <a:latin typeface="Times New Roman" panose="02020603050405020304" pitchFamily="18" charset="0"/>
                <a:ea typeface="DFKai-SB" pitchFamily="65" charset="-120"/>
                <a:sym typeface="+mn-ea"/>
              </a:rPr>
              <a:t>lla</a:t>
            </a:r>
            <a:r>
              <a:rPr lang="en-US" sz="5400" b="1" dirty="0">
                <a:solidFill>
                  <a:schemeClr val="bg1"/>
                </a:solidFill>
                <a:latin typeface="Times New Roman" panose="02020603050405020304" pitchFamily="18" charset="0"/>
                <a:ea typeface="DFKai-SB" pitchFamily="65" charset="-120"/>
                <a:sym typeface="+mn-ea"/>
              </a:rPr>
              <a:t> Housing Automatic assembly line---</a:t>
            </a:r>
          </a:p>
          <a:p>
            <a:r>
              <a:rPr lang="en-US" sz="5400" b="1" dirty="0">
                <a:solidFill>
                  <a:schemeClr val="bg1"/>
                </a:solidFill>
                <a:latin typeface="Times New Roman" panose="02020603050405020304" pitchFamily="18" charset="0"/>
                <a:ea typeface="DFKai-SB" pitchFamily="65" charset="-120"/>
                <a:sym typeface="+mn-ea"/>
              </a:rPr>
              <a:t> Back housing assembly Machine</a:t>
            </a:r>
            <a:r>
              <a:rPr lang="en-US" altLang="zh-CN" sz="5400" b="1" dirty="0">
                <a:solidFill>
                  <a:schemeClr val="bg1"/>
                </a:solidFill>
                <a:latin typeface="Times New Roman" panose="02020603050405020304" pitchFamily="18" charset="0"/>
                <a:ea typeface="DFKai-SB" pitchFamily="65" charset="-120"/>
                <a:sym typeface="+mn-ea"/>
              </a:rPr>
              <a:t> </a:t>
            </a:r>
            <a:endParaRPr lang="zh-TW" altLang="en-US" sz="5400" b="1" dirty="0">
              <a:solidFill>
                <a:schemeClr val="bg1"/>
              </a:solidFill>
              <a:latin typeface="Times New Roman" panose="02020603050405020304" pitchFamily="18" charset="0"/>
              <a:ea typeface="DFKai-SB" pitchFamily="65" charset="-120"/>
            </a:endParaRPr>
          </a:p>
        </p:txBody>
      </p:sp>
      <p:sp>
        <p:nvSpPr>
          <p:cNvPr id="5" name="文本框 9"/>
          <p:cNvSpPr txBox="1"/>
          <p:nvPr>
            <p:custDataLst>
              <p:tags r:id="rId1"/>
            </p:custDataLst>
          </p:nvPr>
        </p:nvSpPr>
        <p:spPr>
          <a:xfrm>
            <a:off x="870698" y="5384499"/>
            <a:ext cx="4746169" cy="368300"/>
          </a:xfrm>
          <a:prstGeom prst="rect">
            <a:avLst/>
          </a:prstGeom>
          <a:noFill/>
        </p:spPr>
        <p:txBody>
          <a:bodyPr wrap="square" rtlCol="0">
            <a:spAutoFit/>
          </a:bodyPr>
          <a:lstStyle/>
          <a:p>
            <a:pPr hangingPunct="0"/>
            <a:r>
              <a:rPr lang="en-US" altLang="zh-TW" dirty="0">
                <a:solidFill>
                  <a:schemeClr val="bg1"/>
                </a:solidFill>
                <a:latin typeface="思源黑体 CN Normal" panose="020B0400000000000000" pitchFamily="34" charset="-122"/>
                <a:ea typeface="思源黑体 CN Normal" panose="020B0400000000000000" pitchFamily="34" charset="-122"/>
                <a:sym typeface="等线" panose="02010600030101010101" charset="-122"/>
              </a:rPr>
              <a:t>2026/01/22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3"/>
          <p:cNvSpPr>
            <a:spLocks noGrp="1" noChangeArrowheads="1"/>
          </p:cNvSpPr>
          <p:nvPr>
            <p:custDataLst>
              <p:tags r:id="rId1"/>
            </p:custDataLst>
          </p:nvPr>
        </p:nvSpPr>
        <p:spPr bwMode="auto">
          <a:xfrm>
            <a:off x="11662954" y="628628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pPr algn="ctr"/>
            <a:fld id="{4DBA7082-35D1-4E75-A057-BA9AC6C42710}" type="slidenum">
              <a:rPr altLang="en-US" sz="1400" smtClean="0">
                <a:solidFill>
                  <a:srgbClr val="898989"/>
                </a:solidFill>
                <a:ea typeface="微软雅黑" panose="020B0503020204020204" pitchFamily="34" charset="-122"/>
                <a:cs typeface="Calibri" panose="020F0502020204030204" charset="0"/>
              </a:rPr>
              <a:t>1</a:t>
            </a:fld>
            <a:endParaRPr lang="zh-TW" altLang="en-US" sz="1400" dirty="0">
              <a:solidFill>
                <a:srgbClr val="898989"/>
              </a:solidFill>
              <a:ea typeface="微软雅黑" panose="020B0503020204020204" pitchFamily="34" charset="-122"/>
              <a:cs typeface="Calibri" panose="020F0502020204030204" charset="0"/>
            </a:endParaRPr>
          </a:p>
        </p:txBody>
      </p:sp>
      <p:pic>
        <p:nvPicPr>
          <p:cNvPr id="53" name="图片 12"/>
          <p:cNvPicPr>
            <a:picLocks noChangeAspect="1"/>
          </p:cNvPicPr>
          <p:nvPr/>
        </p:nvPicPr>
        <p:blipFill>
          <a:blip r:embed="rId5"/>
          <a:stretch>
            <a:fillRect/>
          </a:stretch>
        </p:blipFill>
        <p:spPr>
          <a:xfrm>
            <a:off x="2218690" y="1532890"/>
            <a:ext cx="8269605" cy="2347595"/>
          </a:xfrm>
          <a:prstGeom prst="rect">
            <a:avLst/>
          </a:prstGeom>
        </p:spPr>
      </p:pic>
      <p:sp>
        <p:nvSpPr>
          <p:cNvPr id="54" name="灯片编号占位符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r>
              <a:rPr lang="en-US" altLang="zh-CN">
                <a:solidFill>
                  <a:srgbClr val="898989"/>
                </a:solidFill>
                <a:latin typeface="Arial" panose="020B0604020202020204" pitchFamily="34" charset="0"/>
                <a:ea typeface="微软雅黑" panose="020B0503020204020204" pitchFamily="34" charset="-122"/>
              </a:rPr>
              <a:t>3</a:t>
            </a:r>
          </a:p>
        </p:txBody>
      </p:sp>
      <p:sp>
        <p:nvSpPr>
          <p:cNvPr id="56" name="TextBox 45"/>
          <p:cNvSpPr txBox="1">
            <a:spLocks noChangeArrowheads="1"/>
          </p:cNvSpPr>
          <p:nvPr/>
        </p:nvSpPr>
        <p:spPr bwMode="auto">
          <a:xfrm>
            <a:off x="0" y="520700"/>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eaLnBrk="1" hangingPunct="1"/>
            <a:r>
              <a:rPr lang="zh-CN" altLang="en-US" b="1" u="sng" dirty="0">
                <a:latin typeface="宋体" panose="02010600030101010101" pitchFamily="2" charset="-122"/>
              </a:rPr>
              <a:t>整體</a:t>
            </a:r>
            <a:r>
              <a:rPr lang="en-US" altLang="zh-CN" b="1" u="sng" dirty="0">
                <a:latin typeface="宋体" panose="02010600030101010101" pitchFamily="2" charset="-122"/>
              </a:rPr>
              <a:t>Layout</a:t>
            </a:r>
            <a:r>
              <a:rPr lang="zh-CN" altLang="en-US" b="1" u="sng" dirty="0">
                <a:latin typeface="宋体" panose="02010600030101010101" pitchFamily="2" charset="-122"/>
              </a:rPr>
              <a:t>示</a:t>
            </a:r>
            <a:r>
              <a:rPr lang="zh-CN" altLang="en-US" b="1" u="sng" dirty="0" smtClean="0">
                <a:latin typeface="宋体" panose="02010600030101010101" pitchFamily="2" charset="-122"/>
              </a:rPr>
              <a:t>意</a:t>
            </a:r>
            <a:r>
              <a:rPr lang="en-US" altLang="zh-CN" dirty="0"/>
              <a:t>Overall Layout Diagram</a:t>
            </a:r>
            <a:endParaRPr lang="zh-CN" altLang="en-US" b="1" u="sng" dirty="0">
              <a:latin typeface="宋体" panose="02010600030101010101" pitchFamily="2" charset="-122"/>
            </a:endParaRPr>
          </a:p>
          <a:p>
            <a:pPr algn="ctr" eaLnBrk="1" hangingPunct="1"/>
            <a:endParaRPr lang="zh-CN" altLang="en-US" b="1" u="sng" dirty="0">
              <a:latin typeface="宋体" panose="02010600030101010101" pitchFamily="2" charset="-122"/>
            </a:endParaRPr>
          </a:p>
        </p:txBody>
      </p:sp>
      <p:sp>
        <p:nvSpPr>
          <p:cNvPr id="58" name="Rectangle 17"/>
          <p:cNvSpPr>
            <a:spLocks noChangeArrowheads="1"/>
          </p:cNvSpPr>
          <p:nvPr/>
        </p:nvSpPr>
        <p:spPr bwMode="auto">
          <a:xfrm>
            <a:off x="6721475" y="6343650"/>
            <a:ext cx="358775" cy="184150"/>
          </a:xfrm>
          <a:prstGeom prst="rect">
            <a:avLst/>
          </a:prstGeom>
          <a:solidFill>
            <a:schemeClr val="accent4">
              <a:lumMod val="40000"/>
              <a:lumOff val="60000"/>
            </a:schemeClr>
          </a:solidFill>
          <a:ln w="9525">
            <a:solidFill>
              <a:schemeClr val="tx1"/>
            </a:solidFill>
            <a:miter lim="800000"/>
          </a:ln>
        </p:spPr>
        <p:txBody>
          <a:bodyPr anchor="ctr"/>
          <a:lstStyle/>
          <a:p>
            <a:pPr algn="ctr"/>
            <a:endParaRPr lang="en-US" altLang="zh-CN" sz="1000"/>
          </a:p>
        </p:txBody>
      </p:sp>
      <p:sp>
        <p:nvSpPr>
          <p:cNvPr id="60" name="Rectangle 17"/>
          <p:cNvSpPr>
            <a:spLocks noChangeArrowheads="1"/>
          </p:cNvSpPr>
          <p:nvPr/>
        </p:nvSpPr>
        <p:spPr bwMode="auto">
          <a:xfrm>
            <a:off x="8668063" y="6343650"/>
            <a:ext cx="358775" cy="184150"/>
          </a:xfrm>
          <a:prstGeom prst="rect">
            <a:avLst/>
          </a:prstGeom>
          <a:solidFill>
            <a:schemeClr val="accent6">
              <a:lumMod val="60000"/>
              <a:lumOff val="40000"/>
            </a:schemeClr>
          </a:solidFill>
          <a:ln w="9525">
            <a:solidFill>
              <a:schemeClr val="tx1"/>
            </a:solidFill>
            <a:miter lim="800000"/>
          </a:ln>
        </p:spPr>
        <p:txBody>
          <a:bodyPr anchor="ct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pPr algn="ctr">
              <a:defRPr/>
            </a:pPr>
            <a:endParaRPr lang="en-US" altLang="zh-CN" sz="1000"/>
          </a:p>
        </p:txBody>
      </p:sp>
      <p:sp>
        <p:nvSpPr>
          <p:cNvPr id="62" name="Rectangle 17"/>
          <p:cNvSpPr>
            <a:spLocks noChangeArrowheads="1"/>
          </p:cNvSpPr>
          <p:nvPr/>
        </p:nvSpPr>
        <p:spPr bwMode="auto">
          <a:xfrm>
            <a:off x="10564670" y="6357155"/>
            <a:ext cx="358775" cy="184150"/>
          </a:xfrm>
          <a:prstGeom prst="rect">
            <a:avLst/>
          </a:prstGeom>
          <a:solidFill>
            <a:schemeClr val="accent5">
              <a:lumMod val="60000"/>
              <a:lumOff val="40000"/>
            </a:schemeClr>
          </a:solidFill>
          <a:ln w="9525">
            <a:solidFill>
              <a:schemeClr val="tx1"/>
            </a:solidFill>
            <a:miter lim="800000"/>
          </a:ln>
        </p:spPr>
        <p:txBody>
          <a:bodyPr anchor="ct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pPr algn="ctr">
              <a:defRPr/>
            </a:pPr>
            <a:endParaRPr lang="en-US" altLang="zh-CN" sz="1000"/>
          </a:p>
        </p:txBody>
      </p:sp>
      <p:cxnSp>
        <p:nvCxnSpPr>
          <p:cNvPr id="63" name="直接连接符 7"/>
          <p:cNvCxnSpPr/>
          <p:nvPr/>
        </p:nvCxnSpPr>
        <p:spPr>
          <a:xfrm flipH="1">
            <a:off x="9206097" y="3539992"/>
            <a:ext cx="1" cy="5237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1"/>
          <p:cNvCxnSpPr/>
          <p:nvPr/>
        </p:nvCxnSpPr>
        <p:spPr>
          <a:xfrm>
            <a:off x="6663360" y="3505231"/>
            <a:ext cx="0" cy="5533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2"/>
          <p:cNvCxnSpPr/>
          <p:nvPr/>
        </p:nvCxnSpPr>
        <p:spPr>
          <a:xfrm flipH="1">
            <a:off x="5916965" y="3557213"/>
            <a:ext cx="1" cy="5237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3"/>
          <p:cNvCxnSpPr/>
          <p:nvPr/>
        </p:nvCxnSpPr>
        <p:spPr>
          <a:xfrm flipH="1">
            <a:off x="5450920" y="3308507"/>
            <a:ext cx="1" cy="7652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4"/>
          <p:cNvCxnSpPr/>
          <p:nvPr/>
        </p:nvCxnSpPr>
        <p:spPr>
          <a:xfrm flipH="1">
            <a:off x="4601254" y="2992162"/>
            <a:ext cx="1" cy="10956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5"/>
          <p:cNvCxnSpPr/>
          <p:nvPr/>
        </p:nvCxnSpPr>
        <p:spPr>
          <a:xfrm>
            <a:off x="3747729" y="3479514"/>
            <a:ext cx="0" cy="6014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6"/>
          <p:cNvCxnSpPr/>
          <p:nvPr/>
        </p:nvCxnSpPr>
        <p:spPr>
          <a:xfrm flipH="1">
            <a:off x="2267087" y="3352253"/>
            <a:ext cx="1" cy="7893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箭头连接符 21"/>
          <p:cNvCxnSpPr/>
          <p:nvPr/>
        </p:nvCxnSpPr>
        <p:spPr>
          <a:xfrm>
            <a:off x="2249503" y="4029160"/>
            <a:ext cx="1498226"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1"/>
          <p:cNvCxnSpPr/>
          <p:nvPr/>
        </p:nvCxnSpPr>
        <p:spPr>
          <a:xfrm>
            <a:off x="3747057" y="4029160"/>
            <a:ext cx="854197"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3"/>
          <p:cNvCxnSpPr/>
          <p:nvPr/>
        </p:nvCxnSpPr>
        <p:spPr>
          <a:xfrm flipV="1">
            <a:off x="4601254" y="4027102"/>
            <a:ext cx="849666" cy="2058"/>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4"/>
          <p:cNvCxnSpPr/>
          <p:nvPr/>
        </p:nvCxnSpPr>
        <p:spPr>
          <a:xfrm>
            <a:off x="5459041" y="4014672"/>
            <a:ext cx="457925" cy="232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5"/>
          <p:cNvCxnSpPr/>
          <p:nvPr/>
        </p:nvCxnSpPr>
        <p:spPr>
          <a:xfrm>
            <a:off x="5969529" y="4027102"/>
            <a:ext cx="693831"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7"/>
          <p:cNvCxnSpPr/>
          <p:nvPr/>
        </p:nvCxnSpPr>
        <p:spPr>
          <a:xfrm>
            <a:off x="8106057" y="4022996"/>
            <a:ext cx="1100040"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6" name="文本框 28"/>
          <p:cNvSpPr txBox="1"/>
          <p:nvPr/>
        </p:nvSpPr>
        <p:spPr>
          <a:xfrm>
            <a:off x="3928863" y="3768984"/>
            <a:ext cx="565785" cy="306705"/>
          </a:xfrm>
          <a:prstGeom prst="rect">
            <a:avLst/>
          </a:prstGeom>
          <a:noFill/>
        </p:spPr>
        <p:txBody>
          <a:bodyPr wrap="none" rtlCol="0">
            <a:spAutoFit/>
          </a:bodyPr>
          <a:lstStyle/>
          <a:p>
            <a:r>
              <a:rPr lang="en-US" altLang="zh-CN" sz="1400" dirty="0"/>
              <a:t>1100</a:t>
            </a:r>
            <a:endParaRPr lang="zh-CN" altLang="en-US" sz="1400" dirty="0"/>
          </a:p>
        </p:txBody>
      </p:sp>
      <p:sp>
        <p:nvSpPr>
          <p:cNvPr id="78" name="文本框 82"/>
          <p:cNvSpPr txBox="1"/>
          <p:nvPr/>
        </p:nvSpPr>
        <p:spPr>
          <a:xfrm>
            <a:off x="4771403" y="3753912"/>
            <a:ext cx="565785" cy="306705"/>
          </a:xfrm>
          <a:prstGeom prst="rect">
            <a:avLst/>
          </a:prstGeom>
          <a:noFill/>
        </p:spPr>
        <p:txBody>
          <a:bodyPr wrap="none" rtlCol="0">
            <a:spAutoFit/>
          </a:bodyPr>
          <a:lstStyle/>
          <a:p>
            <a:r>
              <a:rPr lang="en-US" altLang="zh-CN" sz="1400" dirty="0"/>
              <a:t>1100</a:t>
            </a:r>
            <a:endParaRPr lang="zh-CN" altLang="en-US" sz="1400" dirty="0"/>
          </a:p>
        </p:txBody>
      </p:sp>
      <p:sp>
        <p:nvSpPr>
          <p:cNvPr id="79" name="文本框 83"/>
          <p:cNvSpPr txBox="1"/>
          <p:nvPr/>
        </p:nvSpPr>
        <p:spPr>
          <a:xfrm>
            <a:off x="5450144" y="3777351"/>
            <a:ext cx="480060" cy="306705"/>
          </a:xfrm>
          <a:prstGeom prst="rect">
            <a:avLst/>
          </a:prstGeom>
          <a:noFill/>
        </p:spPr>
        <p:txBody>
          <a:bodyPr wrap="none" rtlCol="0">
            <a:spAutoFit/>
          </a:bodyPr>
          <a:lstStyle/>
          <a:p>
            <a:r>
              <a:rPr lang="en-US" altLang="zh-CN" sz="1400" dirty="0"/>
              <a:t>600</a:t>
            </a:r>
            <a:endParaRPr lang="zh-CN" altLang="en-US" sz="1400" dirty="0"/>
          </a:p>
        </p:txBody>
      </p:sp>
      <p:sp>
        <p:nvSpPr>
          <p:cNvPr id="80" name="文本框 84"/>
          <p:cNvSpPr txBox="1"/>
          <p:nvPr/>
        </p:nvSpPr>
        <p:spPr>
          <a:xfrm>
            <a:off x="6113093" y="3781596"/>
            <a:ext cx="579120" cy="306705"/>
          </a:xfrm>
          <a:prstGeom prst="rect">
            <a:avLst/>
          </a:prstGeom>
          <a:noFill/>
        </p:spPr>
        <p:txBody>
          <a:bodyPr wrap="none" rtlCol="0">
            <a:spAutoFit/>
          </a:bodyPr>
          <a:lstStyle/>
          <a:p>
            <a:r>
              <a:rPr lang="en-US" altLang="zh-CN" sz="1400" dirty="0"/>
              <a:t>1000</a:t>
            </a:r>
            <a:endParaRPr lang="zh-CN" altLang="en-US" sz="1400" dirty="0"/>
          </a:p>
        </p:txBody>
      </p:sp>
      <p:sp>
        <p:nvSpPr>
          <p:cNvPr id="81" name="文本框 85"/>
          <p:cNvSpPr txBox="1"/>
          <p:nvPr/>
        </p:nvSpPr>
        <p:spPr>
          <a:xfrm>
            <a:off x="2625246" y="3697673"/>
            <a:ext cx="579120" cy="306705"/>
          </a:xfrm>
          <a:prstGeom prst="rect">
            <a:avLst/>
          </a:prstGeom>
          <a:noFill/>
        </p:spPr>
        <p:txBody>
          <a:bodyPr wrap="none" rtlCol="0">
            <a:spAutoFit/>
          </a:bodyPr>
          <a:lstStyle/>
          <a:p>
            <a:r>
              <a:rPr lang="en-US" altLang="zh-CN" sz="1400" dirty="0"/>
              <a:t>1870</a:t>
            </a:r>
            <a:endParaRPr lang="zh-CN" altLang="en-US" sz="1400" dirty="0"/>
          </a:p>
        </p:txBody>
      </p:sp>
      <p:sp>
        <p:nvSpPr>
          <p:cNvPr id="82" name="文本框 86"/>
          <p:cNvSpPr txBox="1"/>
          <p:nvPr/>
        </p:nvSpPr>
        <p:spPr>
          <a:xfrm>
            <a:off x="8366098" y="3761037"/>
            <a:ext cx="579120" cy="306705"/>
          </a:xfrm>
          <a:prstGeom prst="rect">
            <a:avLst/>
          </a:prstGeom>
          <a:noFill/>
        </p:spPr>
        <p:txBody>
          <a:bodyPr wrap="none" rtlCol="0">
            <a:spAutoFit/>
          </a:bodyPr>
          <a:lstStyle/>
          <a:p>
            <a:r>
              <a:rPr lang="en-US" altLang="zh-CN" sz="1400" dirty="0"/>
              <a:t>1400</a:t>
            </a:r>
            <a:endParaRPr lang="zh-CN" altLang="en-US" sz="1400" dirty="0"/>
          </a:p>
        </p:txBody>
      </p:sp>
      <p:pic>
        <p:nvPicPr>
          <p:cNvPr id="83" name="图片 30"/>
          <p:cNvPicPr>
            <a:picLocks noChangeAspect="1"/>
          </p:cNvPicPr>
          <p:nvPr/>
        </p:nvPicPr>
        <p:blipFill>
          <a:blip r:embed="rId6" cstate="screen"/>
          <a:stretch>
            <a:fillRect/>
          </a:stretch>
        </p:blipFill>
        <p:spPr>
          <a:xfrm>
            <a:off x="8806144" y="1277766"/>
            <a:ext cx="341458" cy="319395"/>
          </a:xfrm>
          <a:prstGeom prst="rect">
            <a:avLst/>
          </a:prstGeom>
        </p:spPr>
      </p:pic>
      <p:cxnSp>
        <p:nvCxnSpPr>
          <p:cNvPr id="85" name="直接连接符 68"/>
          <p:cNvCxnSpPr/>
          <p:nvPr/>
        </p:nvCxnSpPr>
        <p:spPr>
          <a:xfrm>
            <a:off x="7369316" y="3503571"/>
            <a:ext cx="0" cy="5533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箭头连接符 69"/>
          <p:cNvCxnSpPr/>
          <p:nvPr/>
        </p:nvCxnSpPr>
        <p:spPr>
          <a:xfrm>
            <a:off x="6688739" y="4022996"/>
            <a:ext cx="679557"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7" name="文本框 70"/>
          <p:cNvSpPr txBox="1"/>
          <p:nvPr/>
        </p:nvSpPr>
        <p:spPr>
          <a:xfrm>
            <a:off x="6787106" y="3768984"/>
            <a:ext cx="480060" cy="306705"/>
          </a:xfrm>
          <a:prstGeom prst="rect">
            <a:avLst/>
          </a:prstGeom>
          <a:noFill/>
        </p:spPr>
        <p:txBody>
          <a:bodyPr wrap="none" rtlCol="0">
            <a:spAutoFit/>
          </a:bodyPr>
          <a:lstStyle/>
          <a:p>
            <a:r>
              <a:rPr lang="en-US" altLang="zh-CN" sz="1400" dirty="0"/>
              <a:t>900</a:t>
            </a:r>
            <a:endParaRPr lang="zh-CN" altLang="en-US" sz="1400" dirty="0"/>
          </a:p>
        </p:txBody>
      </p:sp>
      <p:cxnSp>
        <p:nvCxnSpPr>
          <p:cNvPr id="88" name="直接连接符 72"/>
          <p:cNvCxnSpPr/>
          <p:nvPr/>
        </p:nvCxnSpPr>
        <p:spPr>
          <a:xfrm>
            <a:off x="8089339" y="3531390"/>
            <a:ext cx="0" cy="5533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箭头连接符 76"/>
          <p:cNvCxnSpPr/>
          <p:nvPr/>
        </p:nvCxnSpPr>
        <p:spPr>
          <a:xfrm flipV="1">
            <a:off x="7373833" y="4014672"/>
            <a:ext cx="715506" cy="856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0" name="文本框 78"/>
          <p:cNvSpPr txBox="1"/>
          <p:nvPr/>
        </p:nvSpPr>
        <p:spPr>
          <a:xfrm>
            <a:off x="7484774" y="3771813"/>
            <a:ext cx="480060" cy="306705"/>
          </a:xfrm>
          <a:prstGeom prst="rect">
            <a:avLst/>
          </a:prstGeom>
          <a:noFill/>
        </p:spPr>
        <p:txBody>
          <a:bodyPr wrap="none" rtlCol="0">
            <a:spAutoFit/>
          </a:bodyPr>
          <a:lstStyle/>
          <a:p>
            <a:r>
              <a:rPr lang="en-US" altLang="zh-CN" sz="1400" dirty="0"/>
              <a:t>900</a:t>
            </a:r>
            <a:endParaRPr lang="zh-CN" altLang="en-US" sz="1400" dirty="0"/>
          </a:p>
        </p:txBody>
      </p:sp>
      <p:cxnSp>
        <p:nvCxnSpPr>
          <p:cNvPr id="91" name="直接连接符 88"/>
          <p:cNvCxnSpPr/>
          <p:nvPr/>
        </p:nvCxnSpPr>
        <p:spPr>
          <a:xfrm flipH="1">
            <a:off x="10432000" y="3565233"/>
            <a:ext cx="1" cy="5237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箭头连接符 89"/>
          <p:cNvCxnSpPr/>
          <p:nvPr/>
        </p:nvCxnSpPr>
        <p:spPr>
          <a:xfrm>
            <a:off x="9215622" y="4022996"/>
            <a:ext cx="1206853"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3" name="文本框 90"/>
          <p:cNvSpPr txBox="1"/>
          <p:nvPr/>
        </p:nvSpPr>
        <p:spPr>
          <a:xfrm>
            <a:off x="9503797" y="3781792"/>
            <a:ext cx="579120" cy="306705"/>
          </a:xfrm>
          <a:prstGeom prst="rect">
            <a:avLst/>
          </a:prstGeom>
          <a:noFill/>
        </p:spPr>
        <p:txBody>
          <a:bodyPr wrap="none" rtlCol="0">
            <a:spAutoFit/>
          </a:bodyPr>
          <a:lstStyle/>
          <a:p>
            <a:r>
              <a:rPr lang="en-US" altLang="zh-CN" sz="1400" dirty="0"/>
              <a:t>1600</a:t>
            </a:r>
            <a:endParaRPr lang="zh-CN" altLang="en-US" sz="1400" dirty="0"/>
          </a:p>
        </p:txBody>
      </p:sp>
      <p:pic>
        <p:nvPicPr>
          <p:cNvPr id="95" name="图片 38"/>
          <p:cNvPicPr>
            <a:picLocks noChangeAspect="1"/>
          </p:cNvPicPr>
          <p:nvPr/>
        </p:nvPicPr>
        <p:blipFill>
          <a:blip r:embed="rId7" cstate="screen"/>
          <a:stretch>
            <a:fillRect/>
          </a:stretch>
        </p:blipFill>
        <p:spPr>
          <a:xfrm>
            <a:off x="1140270" y="865316"/>
            <a:ext cx="1048917" cy="867656"/>
          </a:xfrm>
          <a:prstGeom prst="rect">
            <a:avLst/>
          </a:prstGeom>
        </p:spPr>
      </p:pic>
      <p:pic>
        <p:nvPicPr>
          <p:cNvPr id="96" name="图片 92"/>
          <p:cNvPicPr>
            <a:picLocks noChangeAspect="1"/>
          </p:cNvPicPr>
          <p:nvPr/>
        </p:nvPicPr>
        <p:blipFill>
          <a:blip r:embed="rId7" cstate="screen"/>
          <a:stretch>
            <a:fillRect/>
          </a:stretch>
        </p:blipFill>
        <p:spPr>
          <a:xfrm>
            <a:off x="9897624" y="788277"/>
            <a:ext cx="1048917" cy="867656"/>
          </a:xfrm>
          <a:prstGeom prst="rect">
            <a:avLst/>
          </a:prstGeom>
        </p:spPr>
      </p:pic>
      <p:grpSp>
        <p:nvGrpSpPr>
          <p:cNvPr id="7" name="群組 6"/>
          <p:cNvGrpSpPr/>
          <p:nvPr/>
        </p:nvGrpSpPr>
        <p:grpSpPr>
          <a:xfrm>
            <a:off x="3562985" y="934720"/>
            <a:ext cx="805815" cy="495300"/>
            <a:chOff x="919113" y="1998052"/>
            <a:chExt cx="1374123" cy="764543"/>
          </a:xfrm>
        </p:grpSpPr>
        <p:pic>
          <p:nvPicPr>
            <p:cNvPr id="4" name="圖片 3"/>
            <p:cNvPicPr>
              <a:picLocks noChangeAspect="1"/>
            </p:cNvPicPr>
            <p:nvPr/>
          </p:nvPicPr>
          <p:blipFill>
            <a:blip r:embed="rId8" cstate="screen"/>
            <a:stretch>
              <a:fillRect/>
            </a:stretch>
          </p:blipFill>
          <p:spPr>
            <a:xfrm>
              <a:off x="919113" y="1998052"/>
              <a:ext cx="1374123" cy="764543"/>
            </a:xfrm>
            <a:prstGeom prst="rect">
              <a:avLst/>
            </a:prstGeom>
          </p:spPr>
        </p:pic>
        <p:cxnSp>
          <p:nvCxnSpPr>
            <p:cNvPr id="6" name="直線單箭頭接點 5"/>
            <p:cNvCxnSpPr/>
            <p:nvPr/>
          </p:nvCxnSpPr>
          <p:spPr>
            <a:xfrm>
              <a:off x="1431636" y="2235200"/>
              <a:ext cx="0" cy="2309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pic>
        <p:nvPicPr>
          <p:cNvPr id="9" name="圖片 8"/>
          <p:cNvPicPr>
            <a:picLocks noChangeAspect="1"/>
          </p:cNvPicPr>
          <p:nvPr/>
        </p:nvPicPr>
        <p:blipFill>
          <a:blip r:embed="rId9" cstate="screen"/>
          <a:stretch>
            <a:fillRect/>
          </a:stretch>
        </p:blipFill>
        <p:spPr>
          <a:xfrm>
            <a:off x="2555240" y="1144270"/>
            <a:ext cx="1007745" cy="546100"/>
          </a:xfrm>
          <a:prstGeom prst="rect">
            <a:avLst/>
          </a:prstGeom>
        </p:spPr>
      </p:pic>
      <p:grpSp>
        <p:nvGrpSpPr>
          <p:cNvPr id="14" name="群組 13"/>
          <p:cNvGrpSpPr/>
          <p:nvPr/>
        </p:nvGrpSpPr>
        <p:grpSpPr>
          <a:xfrm>
            <a:off x="4617085" y="1347470"/>
            <a:ext cx="723265" cy="385445"/>
            <a:chOff x="4503652" y="1992327"/>
            <a:chExt cx="1410113" cy="788045"/>
          </a:xfrm>
        </p:grpSpPr>
        <p:pic>
          <p:nvPicPr>
            <p:cNvPr id="13" name="圖片 12"/>
            <p:cNvPicPr>
              <a:picLocks noChangeAspect="1"/>
            </p:cNvPicPr>
            <p:nvPr/>
          </p:nvPicPr>
          <p:blipFill>
            <a:blip r:embed="rId10" cstate="screen"/>
            <a:stretch>
              <a:fillRect/>
            </a:stretch>
          </p:blipFill>
          <p:spPr>
            <a:xfrm>
              <a:off x="4503652" y="1992327"/>
              <a:ext cx="1410113" cy="788045"/>
            </a:xfrm>
            <a:prstGeom prst="rect">
              <a:avLst/>
            </a:prstGeom>
          </p:spPr>
        </p:pic>
        <p:sp>
          <p:nvSpPr>
            <p:cNvPr id="38" name="箭號: 向下 37"/>
            <p:cNvSpPr/>
            <p:nvPr/>
          </p:nvSpPr>
          <p:spPr>
            <a:xfrm>
              <a:off x="5014808" y="2119299"/>
              <a:ext cx="203200" cy="231802"/>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22" name="群組 21"/>
          <p:cNvGrpSpPr/>
          <p:nvPr/>
        </p:nvGrpSpPr>
        <p:grpSpPr>
          <a:xfrm>
            <a:off x="5920740" y="1256665"/>
            <a:ext cx="742315" cy="342900"/>
            <a:chOff x="6352572" y="1962032"/>
            <a:chExt cx="1410112" cy="800563"/>
          </a:xfrm>
        </p:grpSpPr>
        <p:pic>
          <p:nvPicPr>
            <p:cNvPr id="16" name="圖片 15"/>
            <p:cNvPicPr>
              <a:picLocks noChangeAspect="1"/>
            </p:cNvPicPr>
            <p:nvPr/>
          </p:nvPicPr>
          <p:blipFill>
            <a:blip r:embed="rId11" cstate="screen"/>
            <a:stretch>
              <a:fillRect/>
            </a:stretch>
          </p:blipFill>
          <p:spPr>
            <a:xfrm>
              <a:off x="6352572" y="1962032"/>
              <a:ext cx="1410112" cy="800563"/>
            </a:xfrm>
            <a:prstGeom prst="rect">
              <a:avLst/>
            </a:prstGeom>
          </p:spPr>
        </p:pic>
        <p:sp>
          <p:nvSpPr>
            <p:cNvPr id="46" name="箭號: 向下 45"/>
            <p:cNvSpPr/>
            <p:nvPr/>
          </p:nvSpPr>
          <p:spPr>
            <a:xfrm rot="3452139">
              <a:off x="6684077" y="1991017"/>
              <a:ext cx="176393" cy="326942"/>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29" name="群組 28"/>
          <p:cNvGrpSpPr/>
          <p:nvPr/>
        </p:nvGrpSpPr>
        <p:grpSpPr>
          <a:xfrm>
            <a:off x="7145020" y="1144270"/>
            <a:ext cx="760730" cy="376555"/>
            <a:chOff x="8212789" y="1930768"/>
            <a:chExt cx="1496999" cy="861381"/>
          </a:xfrm>
        </p:grpSpPr>
        <p:pic>
          <p:nvPicPr>
            <p:cNvPr id="25" name="圖片 24"/>
            <p:cNvPicPr>
              <a:picLocks noChangeAspect="1"/>
            </p:cNvPicPr>
            <p:nvPr/>
          </p:nvPicPr>
          <p:blipFill>
            <a:blip r:embed="rId12" cstate="screen"/>
            <a:stretch>
              <a:fillRect/>
            </a:stretch>
          </p:blipFill>
          <p:spPr>
            <a:xfrm>
              <a:off x="8212789" y="1930768"/>
              <a:ext cx="1496999" cy="861381"/>
            </a:xfrm>
            <a:prstGeom prst="rect">
              <a:avLst/>
            </a:prstGeom>
          </p:spPr>
        </p:pic>
        <p:cxnSp>
          <p:nvCxnSpPr>
            <p:cNvPr id="50" name="直線單箭頭接點 49"/>
            <p:cNvCxnSpPr/>
            <p:nvPr/>
          </p:nvCxnSpPr>
          <p:spPr>
            <a:xfrm>
              <a:off x="8899236" y="2235200"/>
              <a:ext cx="0" cy="2309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5" name="直線單箭頭接點 49"/>
          <p:cNvCxnSpPr/>
          <p:nvPr/>
        </p:nvCxnSpPr>
        <p:spPr>
          <a:xfrm>
            <a:off x="8899525" y="2235200"/>
            <a:ext cx="0" cy="2311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9" name="標題 1"/>
          <p:cNvSpPr txBox="1">
            <a:spLocks noChangeArrowheads="1"/>
          </p:cNvSpPr>
          <p:nvPr/>
        </p:nvSpPr>
        <p:spPr bwMode="auto">
          <a:xfrm>
            <a:off x="0" y="-6350"/>
            <a:ext cx="121920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7254" tIns="58627" rIns="117254" bIns="58627" anchor="ctr"/>
          <a:lstStyle>
            <a:lvl1pPr defTabSz="1171575" eaLnBrk="0" hangingPunct="0">
              <a:defRPr>
                <a:solidFill>
                  <a:schemeClr val="tx1"/>
                </a:solidFill>
                <a:latin typeface="Calibri" panose="020F0502020204030204" charset="0"/>
                <a:ea typeface="宋体" panose="02010600030101010101" pitchFamily="2" charset="-122"/>
              </a:defRPr>
            </a:lvl1pPr>
            <a:lvl2pPr marL="742950" indent="-285750" defTabSz="1171575" eaLnBrk="0" hangingPunct="0">
              <a:defRPr>
                <a:solidFill>
                  <a:schemeClr val="tx1"/>
                </a:solidFill>
                <a:latin typeface="Calibri" panose="020F0502020204030204" charset="0"/>
                <a:ea typeface="宋体" panose="02010600030101010101" pitchFamily="2" charset="-122"/>
              </a:defRPr>
            </a:lvl2pPr>
            <a:lvl3pPr marL="1143000" indent="-228600" defTabSz="1171575" eaLnBrk="0" hangingPunct="0">
              <a:defRPr>
                <a:solidFill>
                  <a:schemeClr val="tx1"/>
                </a:solidFill>
                <a:latin typeface="Calibri" panose="020F0502020204030204" charset="0"/>
                <a:ea typeface="宋体" panose="02010600030101010101" pitchFamily="2" charset="-122"/>
              </a:defRPr>
            </a:lvl3pPr>
            <a:lvl4pPr marL="1600200" indent="-228600" defTabSz="1171575" eaLnBrk="0" hangingPunct="0">
              <a:defRPr>
                <a:solidFill>
                  <a:schemeClr val="tx1"/>
                </a:solidFill>
                <a:latin typeface="Calibri" panose="020F0502020204030204" charset="0"/>
                <a:ea typeface="宋体" panose="02010600030101010101" pitchFamily="2" charset="-122"/>
              </a:defRPr>
            </a:lvl4pPr>
            <a:lvl5pPr marL="2057400" indent="-228600" defTabSz="1171575" eaLnBrk="0" hangingPunct="0">
              <a:defRPr>
                <a:solidFill>
                  <a:schemeClr val="tx1"/>
                </a:solidFill>
                <a:latin typeface="Calibri" panose="020F0502020204030204" charset="0"/>
                <a:ea typeface="宋体" panose="02010600030101010101" pitchFamily="2" charset="-122"/>
              </a:defRPr>
            </a:lvl5pPr>
            <a:lvl6pPr marL="2514600" indent="-228600" defTabSz="117157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defTabSz="117157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defTabSz="117157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defTabSz="117157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a:r>
              <a:rPr lang="en-US" altLang="zh-CN" b="1" dirty="0"/>
              <a:t>Upper and Lower Cover Automatic Assembly Line – LH-Cony Existing Machine Retrofit </a:t>
            </a:r>
            <a:r>
              <a:rPr lang="zh-CN" altLang="zh-TW" b="1" dirty="0" smtClean="0">
                <a:latin typeface="宋体" panose="02010600030101010101" pitchFamily="2" charset="-122"/>
                <a:sym typeface="宋体" panose="02010600030101010101" pitchFamily="2" charset="-122"/>
              </a:rPr>
              <a:t>）</a:t>
            </a:r>
            <a:endParaRPr lang="zh-CN" altLang="zh-TW" b="1" dirty="0">
              <a:latin typeface="宋体" panose="02010600030101010101" pitchFamily="2" charset="-122"/>
              <a:sym typeface="宋体" panose="02010600030101010101" pitchFamily="2" charset="-122"/>
            </a:endParaRPr>
          </a:p>
        </p:txBody>
      </p:sp>
      <p:sp>
        <p:nvSpPr>
          <p:cNvPr id="100" name="文本框 114"/>
          <p:cNvSpPr txBox="1">
            <a:spLocks noChangeArrowheads="1"/>
          </p:cNvSpPr>
          <p:nvPr/>
        </p:nvSpPr>
        <p:spPr bwMode="auto">
          <a:xfrm>
            <a:off x="11112109" y="893558"/>
            <a:ext cx="10445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r>
              <a:rPr lang="en-US" altLang="zh-CN" sz="1000" dirty="0"/>
              <a:t>Unit</a:t>
            </a:r>
            <a:r>
              <a:rPr lang="zh-CN" altLang="en-US" sz="1000" b="1" dirty="0" smtClean="0">
                <a:latin typeface="Microsoft JhengHei" panose="020B0604030504040204" charset="-120"/>
                <a:ea typeface="Microsoft JhengHei" panose="020B0604030504040204" charset="-120"/>
              </a:rPr>
              <a:t>單</a:t>
            </a:r>
            <a:r>
              <a:rPr lang="zh-CN" altLang="en-US" sz="1000" b="1" dirty="0">
                <a:latin typeface="Microsoft JhengHei" panose="020B0604030504040204" charset="-120"/>
                <a:ea typeface="Microsoft JhengHei" panose="020B0604030504040204" charset="-120"/>
              </a:rPr>
              <a:t>位</a:t>
            </a:r>
            <a:r>
              <a:rPr lang="en-US" altLang="zh-CN" sz="1400" b="1" dirty="0">
                <a:latin typeface="Microsoft JhengHei" panose="020B0604030504040204" charset="-120"/>
                <a:ea typeface="Microsoft JhengHei" panose="020B0604030504040204" charset="-120"/>
              </a:rPr>
              <a:t>:mm</a:t>
            </a:r>
            <a:endParaRPr lang="zh-CN" altLang="en-US" sz="1400" b="1" dirty="0">
              <a:latin typeface="Microsoft JhengHei" panose="020B0604030504040204" charset="-120"/>
              <a:ea typeface="Microsoft JhengHei" panose="020B0604030504040204" charset="-120"/>
            </a:endParaRPr>
          </a:p>
        </p:txBody>
      </p:sp>
      <p:sp>
        <p:nvSpPr>
          <p:cNvPr id="101" name="右箭头 266"/>
          <p:cNvSpPr/>
          <p:nvPr/>
        </p:nvSpPr>
        <p:spPr>
          <a:xfrm>
            <a:off x="307818" y="2583120"/>
            <a:ext cx="1941685" cy="612753"/>
          </a:xfrm>
          <a:prstGeom prst="rightArrow">
            <a:avLst>
              <a:gd name="adj1" fmla="val 50000"/>
              <a:gd name="adj2" fmla="val 115543"/>
            </a:avLst>
          </a:prstGeom>
          <a:solidFill>
            <a:srgbClr val="FF0000">
              <a:alpha val="75000"/>
            </a:srgbClr>
          </a:solidFill>
          <a:ln>
            <a:solidFill>
              <a:srgbClr val="FF0000"/>
            </a:solidFill>
          </a:ln>
        </p:spPr>
        <p:style>
          <a:lnRef idx="2">
            <a:schemeClr val="dk1"/>
          </a:lnRef>
          <a:fillRef idx="1">
            <a:schemeClr val="lt1"/>
          </a:fillRef>
          <a:effectRef idx="0">
            <a:schemeClr val="dk1"/>
          </a:effectRef>
          <a:fontRef idx="minor">
            <a:schemeClr val="dk1"/>
          </a:fontRef>
        </p:style>
        <p:txBody>
          <a:bodyPr anchor="ctr"/>
          <a:lstStyle/>
          <a:p>
            <a:pPr algn="ctr"/>
            <a:r>
              <a:rPr lang="en-US" altLang="zh-CN" sz="1400" dirty="0"/>
              <a:t>Line Direction</a:t>
            </a:r>
            <a:endParaRPr lang="zh-CN" altLang="en-US" sz="1400" b="1" dirty="0">
              <a:solidFill>
                <a:srgbClr val="000000"/>
              </a:solidFill>
              <a:latin typeface="Microsoft JhengHei" panose="020B0604030504040204" charset="-120"/>
              <a:ea typeface="Microsoft JhengHei" panose="020B0604030504040204" charset="-120"/>
            </a:endParaRPr>
          </a:p>
        </p:txBody>
      </p:sp>
      <p:sp>
        <p:nvSpPr>
          <p:cNvPr id="102" name="TextBox 142"/>
          <p:cNvSpPr txBox="1">
            <a:spLocks noChangeArrowheads="1"/>
          </p:cNvSpPr>
          <p:nvPr/>
        </p:nvSpPr>
        <p:spPr bwMode="auto">
          <a:xfrm>
            <a:off x="42487" y="6078378"/>
            <a:ext cx="6362700" cy="532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800" b="1" dirty="0"/>
              <a:t>Automatic Assembly Line UPH </a:t>
            </a:r>
            <a:r>
              <a:rPr lang="zh-CN" altLang="en-US" sz="800" b="1" dirty="0" smtClean="0">
                <a:latin typeface="Microsoft JhengHei" panose="020B0604030504040204" charset="-120"/>
                <a:ea typeface="Microsoft JhengHei" panose="020B0604030504040204" charset="-120"/>
              </a:rPr>
              <a:t>：</a:t>
            </a:r>
            <a:r>
              <a:rPr lang="en-US" altLang="zh-CN" sz="800" b="1" dirty="0">
                <a:solidFill>
                  <a:srgbClr val="0000FF"/>
                </a:solidFill>
                <a:latin typeface="Microsoft JhengHei" panose="020B0604030504040204" charset="-120"/>
                <a:ea typeface="Microsoft JhengHei" panose="020B0604030504040204" charset="-120"/>
              </a:rPr>
              <a:t>900PCS/H</a:t>
            </a:r>
          </a:p>
          <a:p>
            <a:pPr>
              <a:lnSpc>
                <a:spcPct val="130000"/>
              </a:lnSpc>
            </a:pPr>
            <a:r>
              <a:rPr lang="en-US" altLang="zh-CN" sz="800" dirty="0"/>
              <a:t>Automatic Line Dimensions </a:t>
            </a:r>
            <a:r>
              <a:rPr lang="zh-CN" altLang="en-US" sz="1400" b="1" dirty="0" smtClean="0">
                <a:latin typeface="Microsoft JhengHei" panose="020B0604030504040204" charset="-120"/>
                <a:ea typeface="Microsoft JhengHei" panose="020B0604030504040204" charset="-120"/>
              </a:rPr>
              <a:t>：</a:t>
            </a:r>
            <a:r>
              <a:rPr lang="en-US" altLang="zh-CN" sz="1400" b="1" dirty="0" smtClean="0">
                <a:latin typeface="Microsoft JhengHei" panose="020B0604030504040204" charset="-120"/>
                <a:ea typeface="Microsoft JhengHei" panose="020B0604030504040204" charset="-120"/>
              </a:rPr>
              <a:t> </a:t>
            </a:r>
            <a:r>
              <a:rPr lang="en-US" altLang="zh-CN" sz="900" b="1" dirty="0">
                <a:solidFill>
                  <a:srgbClr val="0000FF"/>
                </a:solidFill>
                <a:latin typeface="Microsoft JhengHei" panose="020B0604030504040204" charset="-120"/>
                <a:ea typeface="Microsoft JhengHei" panose="020B0604030504040204" charset="-120"/>
              </a:rPr>
              <a:t>L 10500mm * W 2600mm * H 1700mm (</a:t>
            </a:r>
            <a:r>
              <a:rPr lang="zh-CN" altLang="en-US" sz="900" b="1" dirty="0">
                <a:solidFill>
                  <a:srgbClr val="0000FF"/>
                </a:solidFill>
                <a:latin typeface="Microsoft JhengHei" panose="020B0604030504040204" charset="-120"/>
                <a:ea typeface="Microsoft JhengHei" panose="020B0604030504040204" charset="-120"/>
              </a:rPr>
              <a:t>供參考，依實際為準</a:t>
            </a:r>
            <a:r>
              <a:rPr lang="en-US" altLang="zh-CN" sz="900" b="1" dirty="0">
                <a:solidFill>
                  <a:srgbClr val="0000FF"/>
                </a:solidFill>
                <a:latin typeface="Microsoft JhengHei" panose="020B0604030504040204" charset="-120"/>
                <a:ea typeface="Microsoft JhengHei" panose="020B0604030504040204" charset="-120"/>
              </a:rPr>
              <a:t>)</a:t>
            </a:r>
          </a:p>
        </p:txBody>
      </p:sp>
      <p:sp>
        <p:nvSpPr>
          <p:cNvPr id="103" name="TextBox 121"/>
          <p:cNvSpPr txBox="1">
            <a:spLocks noChangeArrowheads="1"/>
          </p:cNvSpPr>
          <p:nvPr/>
        </p:nvSpPr>
        <p:spPr bwMode="auto">
          <a:xfrm>
            <a:off x="7078663" y="6281738"/>
            <a:ext cx="17272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r>
              <a:rPr lang="en-US" altLang="zh-CN" sz="1400" dirty="0"/>
              <a:t>New Build</a:t>
            </a:r>
            <a:endParaRPr lang="zh-CN" altLang="en-US" sz="1400" b="1" dirty="0">
              <a:latin typeface="Microsoft JhengHei" panose="020B0604030504040204" charset="-120"/>
              <a:ea typeface="Microsoft JhengHei" panose="020B0604030504040204" charset="-120"/>
            </a:endParaRPr>
          </a:p>
        </p:txBody>
      </p:sp>
      <p:sp>
        <p:nvSpPr>
          <p:cNvPr id="104" name="TextBox 121"/>
          <p:cNvSpPr txBox="1">
            <a:spLocks noChangeArrowheads="1"/>
          </p:cNvSpPr>
          <p:nvPr/>
        </p:nvSpPr>
        <p:spPr bwMode="auto">
          <a:xfrm>
            <a:off x="9025250" y="6281738"/>
            <a:ext cx="17272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r>
              <a:rPr lang="en-US" altLang="zh-CN" sz="1400" b="1" dirty="0"/>
              <a:t>Retrofit</a:t>
            </a:r>
            <a:endParaRPr lang="zh-CN" altLang="en-US" sz="1400" b="1" dirty="0">
              <a:latin typeface="Microsoft JhengHei" panose="020B0604030504040204" charset="-120"/>
              <a:ea typeface="Microsoft JhengHei" panose="020B0604030504040204" charset="-120"/>
            </a:endParaRPr>
          </a:p>
        </p:txBody>
      </p:sp>
      <p:sp>
        <p:nvSpPr>
          <p:cNvPr id="105" name="TextBox 121"/>
          <p:cNvSpPr txBox="1">
            <a:spLocks noChangeArrowheads="1"/>
          </p:cNvSpPr>
          <p:nvPr/>
        </p:nvSpPr>
        <p:spPr bwMode="auto">
          <a:xfrm>
            <a:off x="10921857" y="6295243"/>
            <a:ext cx="9902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r>
              <a:rPr lang="en-US" altLang="zh-CN" sz="900" b="1" dirty="0"/>
              <a:t>Customer Supplied</a:t>
            </a:r>
            <a:endParaRPr lang="zh-CN" altLang="en-US" sz="900" b="1" dirty="0">
              <a:latin typeface="Microsoft JhengHei" panose="020B0604030504040204" charset="-120"/>
              <a:ea typeface="Microsoft JhengHei" panose="020B0604030504040204" charset="-120"/>
            </a:endParaRPr>
          </a:p>
        </p:txBody>
      </p:sp>
      <p:graphicFrame>
        <p:nvGraphicFramePr>
          <p:cNvPr id="107" name="Table 106"/>
          <p:cNvGraphicFramePr>
            <a:graphicFrameLocks noGrp="1"/>
          </p:cNvGraphicFramePr>
          <p:nvPr>
            <p:extLst>
              <p:ext uri="{D42A27DB-BD31-4B8C-83A1-F6EECF244321}">
                <p14:modId xmlns:p14="http://schemas.microsoft.com/office/powerpoint/2010/main" val="1950125202"/>
              </p:ext>
            </p:extLst>
          </p:nvPr>
        </p:nvGraphicFramePr>
        <p:xfrm>
          <a:off x="2272419" y="4119723"/>
          <a:ext cx="8233460" cy="2221344"/>
        </p:xfrm>
        <a:graphic>
          <a:graphicData uri="http://schemas.openxmlformats.org/drawingml/2006/table">
            <a:tbl>
              <a:tblPr/>
              <a:tblGrid>
                <a:gridCol w="651849">
                  <a:extLst>
                    <a:ext uri="{9D8B030D-6E8A-4147-A177-3AD203B41FA5}">
                      <a16:colId xmlns:a16="http://schemas.microsoft.com/office/drawing/2014/main" val="26411789"/>
                    </a:ext>
                  </a:extLst>
                </a:gridCol>
                <a:gridCol w="751439">
                  <a:extLst>
                    <a:ext uri="{9D8B030D-6E8A-4147-A177-3AD203B41FA5}">
                      <a16:colId xmlns:a16="http://schemas.microsoft.com/office/drawing/2014/main" val="1383393281"/>
                    </a:ext>
                  </a:extLst>
                </a:gridCol>
                <a:gridCol w="778598">
                  <a:extLst>
                    <a:ext uri="{9D8B030D-6E8A-4147-A177-3AD203B41FA5}">
                      <a16:colId xmlns:a16="http://schemas.microsoft.com/office/drawing/2014/main" val="3274304268"/>
                    </a:ext>
                  </a:extLst>
                </a:gridCol>
                <a:gridCol w="977773">
                  <a:extLst>
                    <a:ext uri="{9D8B030D-6E8A-4147-A177-3AD203B41FA5}">
                      <a16:colId xmlns:a16="http://schemas.microsoft.com/office/drawing/2014/main" val="3736459862"/>
                    </a:ext>
                  </a:extLst>
                </a:gridCol>
                <a:gridCol w="525101">
                  <a:extLst>
                    <a:ext uri="{9D8B030D-6E8A-4147-A177-3AD203B41FA5}">
                      <a16:colId xmlns:a16="http://schemas.microsoft.com/office/drawing/2014/main" val="2411838259"/>
                    </a:ext>
                  </a:extLst>
                </a:gridCol>
                <a:gridCol w="733331">
                  <a:extLst>
                    <a:ext uri="{9D8B030D-6E8A-4147-A177-3AD203B41FA5}">
                      <a16:colId xmlns:a16="http://schemas.microsoft.com/office/drawing/2014/main" val="686994875"/>
                    </a:ext>
                  </a:extLst>
                </a:gridCol>
                <a:gridCol w="697117">
                  <a:extLst>
                    <a:ext uri="{9D8B030D-6E8A-4147-A177-3AD203B41FA5}">
                      <a16:colId xmlns:a16="http://schemas.microsoft.com/office/drawing/2014/main" val="1003412852"/>
                    </a:ext>
                  </a:extLst>
                </a:gridCol>
                <a:gridCol w="715223">
                  <a:extLst>
                    <a:ext uri="{9D8B030D-6E8A-4147-A177-3AD203B41FA5}">
                      <a16:colId xmlns:a16="http://schemas.microsoft.com/office/drawing/2014/main" val="884592111"/>
                    </a:ext>
                  </a:extLst>
                </a:gridCol>
                <a:gridCol w="1104523">
                  <a:extLst>
                    <a:ext uri="{9D8B030D-6E8A-4147-A177-3AD203B41FA5}">
                      <a16:colId xmlns:a16="http://schemas.microsoft.com/office/drawing/2014/main" val="2101825093"/>
                    </a:ext>
                  </a:extLst>
                </a:gridCol>
                <a:gridCol w="1298506">
                  <a:extLst>
                    <a:ext uri="{9D8B030D-6E8A-4147-A177-3AD203B41FA5}">
                      <a16:colId xmlns:a16="http://schemas.microsoft.com/office/drawing/2014/main" val="876312935"/>
                    </a:ext>
                  </a:extLst>
                </a:gridCol>
              </a:tblGrid>
              <a:tr h="177150">
                <a:tc>
                  <a:txBody>
                    <a:bodyPr/>
                    <a:lstStyle/>
                    <a:p>
                      <a:r>
                        <a:rPr lang="en-US" sz="800" dirty="0"/>
                        <a:t>Item</a:t>
                      </a:r>
                    </a:p>
                  </a:txBody>
                  <a:tcPr marL="65424" marR="65424" marT="32712" marB="32712" anchor="ctr">
                    <a:lnL>
                      <a:noFill/>
                    </a:lnL>
                    <a:lnR>
                      <a:noFill/>
                    </a:lnR>
                    <a:lnT>
                      <a:noFill/>
                    </a:lnT>
                    <a:lnB>
                      <a:noFill/>
                    </a:lnB>
                  </a:tcPr>
                </a:tc>
                <a:tc>
                  <a:txBody>
                    <a:bodyPr/>
                    <a:lstStyle/>
                    <a:p>
                      <a:pPr algn="ctr"/>
                      <a:r>
                        <a:rPr lang="en-US" altLang="zh-CN" sz="800" dirty="0"/>
                        <a:t>1</a:t>
                      </a:r>
                    </a:p>
                  </a:txBody>
                  <a:tcPr marL="65424" marR="65424" marT="32712" marB="32712" anchor="ctr">
                    <a:lnL>
                      <a:noFill/>
                    </a:lnL>
                    <a:lnR>
                      <a:noFill/>
                    </a:lnR>
                    <a:lnT>
                      <a:noFill/>
                    </a:lnT>
                    <a:lnB>
                      <a:noFill/>
                    </a:lnB>
                    <a:solidFill>
                      <a:schemeClr val="accent1">
                        <a:lumMod val="75000"/>
                      </a:schemeClr>
                    </a:solidFill>
                  </a:tcPr>
                </a:tc>
                <a:tc>
                  <a:txBody>
                    <a:bodyPr/>
                    <a:lstStyle/>
                    <a:p>
                      <a:pPr algn="ctr"/>
                      <a:r>
                        <a:rPr lang="en-US" altLang="zh-CN" sz="800" dirty="0"/>
                        <a:t>2</a:t>
                      </a:r>
                    </a:p>
                  </a:txBody>
                  <a:tcPr marL="65424" marR="65424" marT="32712" marB="32712" anchor="ctr">
                    <a:lnL>
                      <a:noFill/>
                    </a:lnL>
                    <a:lnR>
                      <a:noFill/>
                    </a:lnR>
                    <a:lnT>
                      <a:noFill/>
                    </a:lnT>
                    <a:lnB>
                      <a:noFill/>
                    </a:lnB>
                    <a:solidFill>
                      <a:schemeClr val="accent1">
                        <a:lumMod val="75000"/>
                      </a:schemeClr>
                    </a:solidFill>
                  </a:tcPr>
                </a:tc>
                <a:tc>
                  <a:txBody>
                    <a:bodyPr/>
                    <a:lstStyle/>
                    <a:p>
                      <a:pPr algn="ctr"/>
                      <a:r>
                        <a:rPr lang="en-US" altLang="zh-CN" sz="800" dirty="0"/>
                        <a:t>3</a:t>
                      </a:r>
                    </a:p>
                  </a:txBody>
                  <a:tcPr marL="65424" marR="65424" marT="32712" marB="32712" anchor="ctr">
                    <a:lnL>
                      <a:noFill/>
                    </a:lnL>
                    <a:lnR>
                      <a:noFill/>
                    </a:lnR>
                    <a:lnT>
                      <a:noFill/>
                    </a:lnT>
                    <a:lnB>
                      <a:noFill/>
                    </a:lnB>
                    <a:solidFill>
                      <a:schemeClr val="accent6">
                        <a:lumMod val="60000"/>
                        <a:lumOff val="40000"/>
                      </a:schemeClr>
                    </a:solidFill>
                  </a:tcPr>
                </a:tc>
                <a:tc>
                  <a:txBody>
                    <a:bodyPr/>
                    <a:lstStyle/>
                    <a:p>
                      <a:pPr algn="ctr"/>
                      <a:r>
                        <a:rPr lang="en-US" altLang="zh-CN" sz="800"/>
                        <a:t>4</a:t>
                      </a:r>
                    </a:p>
                  </a:txBody>
                  <a:tcPr marL="65424" marR="65424" marT="32712" marB="32712" anchor="ctr">
                    <a:lnL>
                      <a:noFill/>
                    </a:lnL>
                    <a:lnR>
                      <a:noFill/>
                    </a:lnR>
                    <a:lnT>
                      <a:noFill/>
                    </a:lnT>
                    <a:lnB>
                      <a:noFill/>
                    </a:lnB>
                    <a:solidFill>
                      <a:schemeClr val="accent1">
                        <a:lumMod val="75000"/>
                      </a:schemeClr>
                    </a:solidFill>
                  </a:tcPr>
                </a:tc>
                <a:tc>
                  <a:txBody>
                    <a:bodyPr/>
                    <a:lstStyle/>
                    <a:p>
                      <a:pPr algn="ctr"/>
                      <a:r>
                        <a:rPr lang="en-US" altLang="zh-CN" sz="800" dirty="0"/>
                        <a:t>5</a:t>
                      </a:r>
                    </a:p>
                  </a:txBody>
                  <a:tcPr marL="65424" marR="65424" marT="32712" marB="32712" anchor="ctr">
                    <a:lnL>
                      <a:noFill/>
                    </a:lnL>
                    <a:lnR>
                      <a:noFill/>
                    </a:lnR>
                    <a:lnT>
                      <a:noFill/>
                    </a:lnT>
                    <a:lnB>
                      <a:noFill/>
                    </a:lnB>
                    <a:solidFill>
                      <a:schemeClr val="accent6">
                        <a:lumMod val="60000"/>
                        <a:lumOff val="40000"/>
                      </a:schemeClr>
                    </a:solidFill>
                  </a:tcPr>
                </a:tc>
                <a:tc>
                  <a:txBody>
                    <a:bodyPr/>
                    <a:lstStyle/>
                    <a:p>
                      <a:pPr algn="ctr"/>
                      <a:r>
                        <a:rPr lang="en-US" altLang="zh-CN" sz="800"/>
                        <a:t>7</a:t>
                      </a:r>
                    </a:p>
                  </a:txBody>
                  <a:tcPr marL="65424" marR="65424" marT="32712" marB="32712" anchor="ctr">
                    <a:lnL>
                      <a:noFill/>
                    </a:lnL>
                    <a:lnR>
                      <a:noFill/>
                    </a:lnR>
                    <a:lnT>
                      <a:noFill/>
                    </a:lnT>
                    <a:lnB>
                      <a:noFill/>
                    </a:lnB>
                    <a:solidFill>
                      <a:schemeClr val="accent6">
                        <a:lumMod val="60000"/>
                        <a:lumOff val="40000"/>
                      </a:schemeClr>
                    </a:solidFill>
                  </a:tcPr>
                </a:tc>
                <a:tc>
                  <a:txBody>
                    <a:bodyPr/>
                    <a:lstStyle/>
                    <a:p>
                      <a:pPr algn="ctr"/>
                      <a:r>
                        <a:rPr lang="en-US" altLang="zh-CN" sz="800" dirty="0"/>
                        <a:t>8</a:t>
                      </a:r>
                    </a:p>
                  </a:txBody>
                  <a:tcPr marL="65424" marR="65424" marT="32712" marB="32712" anchor="ctr">
                    <a:lnL>
                      <a:noFill/>
                    </a:lnL>
                    <a:lnR>
                      <a:noFill/>
                    </a:lnR>
                    <a:lnT>
                      <a:noFill/>
                    </a:lnT>
                    <a:lnB>
                      <a:noFill/>
                    </a:lnB>
                    <a:solidFill>
                      <a:schemeClr val="accent6">
                        <a:lumMod val="60000"/>
                        <a:lumOff val="40000"/>
                      </a:schemeClr>
                    </a:solidFill>
                  </a:tcPr>
                </a:tc>
                <a:tc>
                  <a:txBody>
                    <a:bodyPr/>
                    <a:lstStyle/>
                    <a:p>
                      <a:pPr algn="ctr"/>
                      <a:r>
                        <a:rPr lang="en-US" altLang="zh-CN" sz="800"/>
                        <a:t>9</a:t>
                      </a:r>
                    </a:p>
                  </a:txBody>
                  <a:tcPr marL="65424" marR="65424" marT="32712" marB="32712" anchor="ctr">
                    <a:lnL>
                      <a:noFill/>
                    </a:lnL>
                    <a:lnR>
                      <a:noFill/>
                    </a:lnR>
                    <a:lnT>
                      <a:noFill/>
                    </a:lnT>
                    <a:lnB>
                      <a:noFill/>
                    </a:lnB>
                    <a:solidFill>
                      <a:schemeClr val="accent6">
                        <a:lumMod val="60000"/>
                        <a:lumOff val="40000"/>
                      </a:schemeClr>
                    </a:solidFill>
                  </a:tcPr>
                </a:tc>
                <a:tc>
                  <a:txBody>
                    <a:bodyPr/>
                    <a:lstStyle/>
                    <a:p>
                      <a:pPr algn="ctr"/>
                      <a:r>
                        <a:rPr lang="en-US" altLang="zh-CN" sz="800"/>
                        <a:t>10</a:t>
                      </a:r>
                    </a:p>
                  </a:txBody>
                  <a:tcPr marL="65424" marR="65424" marT="32712" marB="32712" anchor="ctr">
                    <a:lnL>
                      <a:noFill/>
                    </a:lnL>
                    <a:lnR>
                      <a:noFill/>
                    </a:lnR>
                    <a:lnT>
                      <a:noFill/>
                    </a:lnT>
                    <a:lnB>
                      <a:noFill/>
                    </a:lnB>
                    <a:solidFill>
                      <a:schemeClr val="accent6">
                        <a:lumMod val="60000"/>
                        <a:lumOff val="40000"/>
                      </a:schemeClr>
                    </a:solidFill>
                  </a:tcPr>
                </a:tc>
                <a:extLst>
                  <a:ext uri="{0D108BD9-81ED-4DB2-BD59-A6C34878D82A}">
                    <a16:rowId xmlns:a16="http://schemas.microsoft.com/office/drawing/2014/main" val="876845426"/>
                  </a:ext>
                </a:extLst>
              </a:tr>
              <a:tr h="292436">
                <a:tc>
                  <a:txBody>
                    <a:bodyPr/>
                    <a:lstStyle/>
                    <a:p>
                      <a:r>
                        <a:rPr lang="en-US" sz="800" b="1" dirty="0"/>
                        <a:t>Station No.</a:t>
                      </a:r>
                      <a:endParaRPr lang="en-US" sz="800" dirty="0"/>
                    </a:p>
                  </a:txBody>
                  <a:tcPr marL="65424" marR="65424" marT="32712" marB="32712" anchor="ctr">
                    <a:lnL>
                      <a:noFill/>
                    </a:lnL>
                    <a:lnR>
                      <a:noFill/>
                    </a:lnR>
                    <a:lnT>
                      <a:noFill/>
                    </a:lnT>
                    <a:lnB>
                      <a:noFill/>
                    </a:lnB>
                  </a:tcPr>
                </a:tc>
                <a:tc>
                  <a:txBody>
                    <a:bodyPr/>
                    <a:lstStyle/>
                    <a:p>
                      <a:pPr algn="ctr"/>
                      <a:r>
                        <a:rPr lang="en-US" altLang="zh-CN" sz="800" dirty="0"/>
                        <a:t>1</a:t>
                      </a:r>
                    </a:p>
                  </a:txBody>
                  <a:tcPr marL="65424" marR="65424" marT="32712" marB="32712" anchor="ctr">
                    <a:lnL>
                      <a:noFill/>
                    </a:lnL>
                    <a:lnR>
                      <a:noFill/>
                    </a:lnR>
                    <a:lnT>
                      <a:noFill/>
                    </a:lnT>
                    <a:lnB>
                      <a:noFill/>
                    </a:lnB>
                    <a:solidFill>
                      <a:schemeClr val="accent1">
                        <a:lumMod val="75000"/>
                      </a:schemeClr>
                    </a:solidFill>
                  </a:tcPr>
                </a:tc>
                <a:tc>
                  <a:txBody>
                    <a:bodyPr/>
                    <a:lstStyle/>
                    <a:p>
                      <a:pPr algn="ctr"/>
                      <a:r>
                        <a:rPr lang="en-US" altLang="zh-CN" sz="800" dirty="0"/>
                        <a:t>2</a:t>
                      </a:r>
                    </a:p>
                  </a:txBody>
                  <a:tcPr marL="65424" marR="65424" marT="32712" marB="32712" anchor="ctr">
                    <a:lnL>
                      <a:noFill/>
                    </a:lnL>
                    <a:lnR>
                      <a:noFill/>
                    </a:lnR>
                    <a:lnT>
                      <a:noFill/>
                    </a:lnT>
                    <a:lnB>
                      <a:noFill/>
                    </a:lnB>
                    <a:solidFill>
                      <a:schemeClr val="accent1">
                        <a:lumMod val="75000"/>
                      </a:schemeClr>
                    </a:solidFill>
                  </a:tcPr>
                </a:tc>
                <a:tc>
                  <a:txBody>
                    <a:bodyPr/>
                    <a:lstStyle/>
                    <a:p>
                      <a:pPr algn="ctr"/>
                      <a:r>
                        <a:rPr lang="en-US" altLang="zh-CN" sz="800"/>
                        <a:t>3</a:t>
                      </a:r>
                    </a:p>
                  </a:txBody>
                  <a:tcPr marL="65424" marR="65424" marT="32712" marB="32712" anchor="ctr">
                    <a:lnL>
                      <a:noFill/>
                    </a:lnL>
                    <a:lnR>
                      <a:noFill/>
                    </a:lnR>
                    <a:lnT>
                      <a:noFill/>
                    </a:lnT>
                    <a:lnB>
                      <a:noFill/>
                    </a:lnB>
                    <a:solidFill>
                      <a:schemeClr val="accent6">
                        <a:lumMod val="60000"/>
                        <a:lumOff val="40000"/>
                      </a:schemeClr>
                    </a:solidFill>
                  </a:tcPr>
                </a:tc>
                <a:tc>
                  <a:txBody>
                    <a:bodyPr/>
                    <a:lstStyle/>
                    <a:p>
                      <a:pPr algn="ctr"/>
                      <a:r>
                        <a:rPr lang="en-US" altLang="zh-CN" sz="800" dirty="0"/>
                        <a:t>4</a:t>
                      </a:r>
                    </a:p>
                  </a:txBody>
                  <a:tcPr marL="65424" marR="65424" marT="32712" marB="32712" anchor="ctr">
                    <a:lnL>
                      <a:noFill/>
                    </a:lnL>
                    <a:lnR>
                      <a:noFill/>
                    </a:lnR>
                    <a:lnT>
                      <a:noFill/>
                    </a:lnT>
                    <a:lnB>
                      <a:noFill/>
                    </a:lnB>
                    <a:solidFill>
                      <a:schemeClr val="accent1">
                        <a:lumMod val="75000"/>
                      </a:schemeClr>
                    </a:solidFill>
                  </a:tcPr>
                </a:tc>
                <a:tc>
                  <a:txBody>
                    <a:bodyPr/>
                    <a:lstStyle/>
                    <a:p>
                      <a:pPr algn="ctr"/>
                      <a:r>
                        <a:rPr lang="en-US" altLang="zh-CN" sz="800" dirty="0"/>
                        <a:t>5</a:t>
                      </a:r>
                    </a:p>
                  </a:txBody>
                  <a:tcPr marL="65424" marR="65424" marT="32712" marB="32712" anchor="ctr">
                    <a:lnL>
                      <a:noFill/>
                    </a:lnL>
                    <a:lnR>
                      <a:noFill/>
                    </a:lnR>
                    <a:lnT>
                      <a:noFill/>
                    </a:lnT>
                    <a:lnB>
                      <a:noFill/>
                    </a:lnB>
                    <a:solidFill>
                      <a:schemeClr val="accent6">
                        <a:lumMod val="60000"/>
                        <a:lumOff val="40000"/>
                      </a:schemeClr>
                    </a:solidFill>
                  </a:tcPr>
                </a:tc>
                <a:tc>
                  <a:txBody>
                    <a:bodyPr/>
                    <a:lstStyle/>
                    <a:p>
                      <a:pPr algn="ctr"/>
                      <a:r>
                        <a:rPr lang="en-US" altLang="zh-CN" sz="800" dirty="0"/>
                        <a:t>7</a:t>
                      </a:r>
                    </a:p>
                  </a:txBody>
                  <a:tcPr marL="65424" marR="65424" marT="32712" marB="32712" anchor="ctr">
                    <a:lnL>
                      <a:noFill/>
                    </a:lnL>
                    <a:lnR>
                      <a:noFill/>
                    </a:lnR>
                    <a:lnT>
                      <a:noFill/>
                    </a:lnT>
                    <a:lnB>
                      <a:noFill/>
                    </a:lnB>
                    <a:solidFill>
                      <a:schemeClr val="accent6">
                        <a:lumMod val="60000"/>
                        <a:lumOff val="40000"/>
                      </a:schemeClr>
                    </a:solidFill>
                  </a:tcPr>
                </a:tc>
                <a:tc>
                  <a:txBody>
                    <a:bodyPr/>
                    <a:lstStyle/>
                    <a:p>
                      <a:pPr algn="ctr"/>
                      <a:r>
                        <a:rPr lang="en-US" altLang="zh-CN" sz="800" dirty="0"/>
                        <a:t>8</a:t>
                      </a:r>
                    </a:p>
                  </a:txBody>
                  <a:tcPr marL="65424" marR="65424" marT="32712" marB="32712" anchor="ctr">
                    <a:lnL>
                      <a:noFill/>
                    </a:lnL>
                    <a:lnR>
                      <a:noFill/>
                    </a:lnR>
                    <a:lnT>
                      <a:noFill/>
                    </a:lnT>
                    <a:lnB>
                      <a:noFill/>
                    </a:lnB>
                    <a:solidFill>
                      <a:schemeClr val="accent6">
                        <a:lumMod val="60000"/>
                        <a:lumOff val="40000"/>
                      </a:schemeClr>
                    </a:solidFill>
                  </a:tcPr>
                </a:tc>
                <a:tc>
                  <a:txBody>
                    <a:bodyPr/>
                    <a:lstStyle/>
                    <a:p>
                      <a:pPr algn="ctr"/>
                      <a:r>
                        <a:rPr lang="en-US" altLang="zh-CN" sz="800" dirty="0"/>
                        <a:t>9</a:t>
                      </a:r>
                    </a:p>
                  </a:txBody>
                  <a:tcPr marL="65424" marR="65424" marT="32712" marB="32712" anchor="ctr">
                    <a:lnL>
                      <a:noFill/>
                    </a:lnL>
                    <a:lnR>
                      <a:noFill/>
                    </a:lnR>
                    <a:lnT>
                      <a:noFill/>
                    </a:lnT>
                    <a:lnB>
                      <a:noFill/>
                    </a:lnB>
                    <a:solidFill>
                      <a:schemeClr val="accent6">
                        <a:lumMod val="60000"/>
                        <a:lumOff val="40000"/>
                      </a:schemeClr>
                    </a:solidFill>
                  </a:tcPr>
                </a:tc>
                <a:tc>
                  <a:txBody>
                    <a:bodyPr/>
                    <a:lstStyle/>
                    <a:p>
                      <a:pPr algn="ctr"/>
                      <a:r>
                        <a:rPr lang="en-US" altLang="zh-CN" sz="800" dirty="0"/>
                        <a:t>10</a:t>
                      </a:r>
                    </a:p>
                  </a:txBody>
                  <a:tcPr marL="65424" marR="65424" marT="32712" marB="32712" anchor="ctr">
                    <a:lnL>
                      <a:noFill/>
                    </a:lnL>
                    <a:lnR>
                      <a:noFill/>
                    </a:lnR>
                    <a:lnT>
                      <a:noFill/>
                    </a:lnT>
                    <a:lnB>
                      <a:noFill/>
                    </a:lnB>
                    <a:solidFill>
                      <a:schemeClr val="accent6">
                        <a:lumMod val="60000"/>
                        <a:lumOff val="40000"/>
                      </a:schemeClr>
                    </a:solidFill>
                  </a:tcPr>
                </a:tc>
                <a:extLst>
                  <a:ext uri="{0D108BD9-81ED-4DB2-BD59-A6C34878D82A}">
                    <a16:rowId xmlns:a16="http://schemas.microsoft.com/office/drawing/2014/main" val="679327405"/>
                  </a:ext>
                </a:extLst>
              </a:tr>
              <a:tr h="638294">
                <a:tc>
                  <a:txBody>
                    <a:bodyPr/>
                    <a:lstStyle/>
                    <a:p>
                      <a:r>
                        <a:rPr lang="en-US" sz="800" b="1"/>
                        <a:t>Station Name</a:t>
                      </a:r>
                      <a:endParaRPr lang="en-US" sz="800"/>
                    </a:p>
                  </a:txBody>
                  <a:tcPr marL="65424" marR="65424" marT="32712" marB="32712" anchor="ctr">
                    <a:lnL>
                      <a:noFill/>
                    </a:lnL>
                    <a:lnR>
                      <a:noFill/>
                    </a:lnR>
                    <a:lnT>
                      <a:noFill/>
                    </a:lnT>
                    <a:lnB>
                      <a:noFill/>
                    </a:lnB>
                  </a:tcPr>
                </a:tc>
                <a:tc>
                  <a:txBody>
                    <a:bodyPr/>
                    <a:lstStyle/>
                    <a:p>
                      <a:r>
                        <a:rPr lang="en-US" sz="800" dirty="0"/>
                        <a:t>Automatic Upper Cover Metal Fitting</a:t>
                      </a:r>
                    </a:p>
                  </a:txBody>
                  <a:tcPr marL="65424" marR="65424" marT="32712" marB="32712" anchor="ctr">
                    <a:lnL>
                      <a:noFill/>
                    </a:lnL>
                    <a:lnR>
                      <a:noFill/>
                    </a:lnR>
                    <a:lnT>
                      <a:noFill/>
                    </a:lnT>
                    <a:lnB>
                      <a:noFill/>
                    </a:lnB>
                    <a:solidFill>
                      <a:schemeClr val="accent1">
                        <a:lumMod val="75000"/>
                      </a:schemeClr>
                    </a:solidFill>
                  </a:tcPr>
                </a:tc>
                <a:tc>
                  <a:txBody>
                    <a:bodyPr/>
                    <a:lstStyle/>
                    <a:p>
                      <a:r>
                        <a:rPr lang="en-US" sz="800" dirty="0"/>
                        <a:t>Automatic Lower Cover Metal Fitting</a:t>
                      </a:r>
                    </a:p>
                  </a:txBody>
                  <a:tcPr marL="65424" marR="65424" marT="32712" marB="32712" anchor="ctr">
                    <a:lnL>
                      <a:noFill/>
                    </a:lnL>
                    <a:lnR>
                      <a:noFill/>
                    </a:lnR>
                    <a:lnT>
                      <a:noFill/>
                    </a:lnT>
                    <a:lnB>
                      <a:noFill/>
                    </a:lnB>
                    <a:solidFill>
                      <a:schemeClr val="accent1">
                        <a:lumMod val="75000"/>
                      </a:schemeClr>
                    </a:solidFill>
                  </a:tcPr>
                </a:tc>
                <a:tc>
                  <a:txBody>
                    <a:bodyPr/>
                    <a:lstStyle/>
                    <a:p>
                      <a:r>
                        <a:rPr lang="en-US" sz="800" dirty="0"/>
                        <a:t>Metal Sleeve Press-Fit &amp; Upper Cover Flip</a:t>
                      </a:r>
                    </a:p>
                  </a:txBody>
                  <a:tcPr marL="65424" marR="65424" marT="32712" marB="32712" anchor="ctr">
                    <a:lnL>
                      <a:noFill/>
                    </a:lnL>
                    <a:lnR>
                      <a:noFill/>
                    </a:lnR>
                    <a:lnT>
                      <a:noFill/>
                    </a:lnT>
                    <a:lnB>
                      <a:noFill/>
                    </a:lnB>
                    <a:solidFill>
                      <a:schemeClr val="accent6">
                        <a:lumMod val="60000"/>
                        <a:lumOff val="40000"/>
                      </a:schemeClr>
                    </a:solidFill>
                  </a:tcPr>
                </a:tc>
                <a:tc>
                  <a:txBody>
                    <a:bodyPr/>
                    <a:lstStyle/>
                    <a:p>
                      <a:r>
                        <a:rPr lang="en-US" sz="800" dirty="0"/>
                        <a:t>Transfer Unit</a:t>
                      </a:r>
                    </a:p>
                  </a:txBody>
                  <a:tcPr marL="65424" marR="65424" marT="32712" marB="32712" anchor="ctr">
                    <a:lnL>
                      <a:noFill/>
                    </a:lnL>
                    <a:lnR>
                      <a:noFill/>
                    </a:lnR>
                    <a:lnT>
                      <a:noFill/>
                    </a:lnT>
                    <a:lnB>
                      <a:noFill/>
                    </a:lnB>
                    <a:solidFill>
                      <a:schemeClr val="accent1">
                        <a:lumMod val="75000"/>
                      </a:schemeClr>
                    </a:solidFill>
                  </a:tcPr>
                </a:tc>
                <a:tc>
                  <a:txBody>
                    <a:bodyPr/>
                    <a:lstStyle/>
                    <a:p>
                      <a:r>
                        <a:rPr lang="en-US" sz="800" dirty="0"/>
                        <a:t>PCB Automatic Assembly Machine</a:t>
                      </a:r>
                    </a:p>
                  </a:txBody>
                  <a:tcPr marL="65424" marR="65424" marT="32712" marB="32712" anchor="ctr">
                    <a:lnL>
                      <a:noFill/>
                    </a:lnL>
                    <a:lnR>
                      <a:noFill/>
                    </a:lnR>
                    <a:lnT>
                      <a:noFill/>
                    </a:lnT>
                    <a:lnB>
                      <a:noFill/>
                    </a:lnB>
                    <a:solidFill>
                      <a:schemeClr val="accent6">
                        <a:lumMod val="60000"/>
                        <a:lumOff val="40000"/>
                      </a:schemeClr>
                    </a:solidFill>
                  </a:tcPr>
                </a:tc>
                <a:tc>
                  <a:txBody>
                    <a:bodyPr/>
                    <a:lstStyle/>
                    <a:p>
                      <a:r>
                        <a:rPr lang="en-US" sz="800"/>
                        <a:t>Upper Cover Automatic Assembly &amp; Press-Fit</a:t>
                      </a:r>
                    </a:p>
                  </a:txBody>
                  <a:tcPr marL="65424" marR="65424" marT="32712" marB="32712" anchor="ctr">
                    <a:lnL>
                      <a:noFill/>
                    </a:lnL>
                    <a:lnR>
                      <a:noFill/>
                    </a:lnR>
                    <a:lnT>
                      <a:noFill/>
                    </a:lnT>
                    <a:lnB>
                      <a:noFill/>
                    </a:lnB>
                    <a:solidFill>
                      <a:schemeClr val="accent6">
                        <a:lumMod val="60000"/>
                        <a:lumOff val="40000"/>
                      </a:schemeClr>
                    </a:solidFill>
                  </a:tcPr>
                </a:tc>
                <a:tc>
                  <a:txBody>
                    <a:bodyPr/>
                    <a:lstStyle/>
                    <a:p>
                      <a:r>
                        <a:rPr lang="en-US" sz="800"/>
                        <a:t>Upper Cover Automatic Assembly &amp; Press-Fit</a:t>
                      </a:r>
                    </a:p>
                  </a:txBody>
                  <a:tcPr marL="65424" marR="65424" marT="32712" marB="32712" anchor="ctr">
                    <a:lnL>
                      <a:noFill/>
                    </a:lnL>
                    <a:lnR>
                      <a:noFill/>
                    </a:lnR>
                    <a:lnT>
                      <a:noFill/>
                    </a:lnT>
                    <a:lnB>
                      <a:noFill/>
                    </a:lnB>
                    <a:solidFill>
                      <a:schemeClr val="accent6">
                        <a:lumMod val="60000"/>
                        <a:lumOff val="40000"/>
                      </a:schemeClr>
                    </a:solidFill>
                  </a:tcPr>
                </a:tc>
                <a:tc>
                  <a:txBody>
                    <a:bodyPr/>
                    <a:lstStyle/>
                    <a:p>
                      <a:r>
                        <a:rPr lang="en-US" sz="800"/>
                        <a:t>USB Sub-Assembly Machine</a:t>
                      </a:r>
                    </a:p>
                  </a:txBody>
                  <a:tcPr marL="65424" marR="65424" marT="32712" marB="32712" anchor="ctr">
                    <a:lnL>
                      <a:noFill/>
                    </a:lnL>
                    <a:lnR>
                      <a:noFill/>
                    </a:lnR>
                    <a:lnT>
                      <a:noFill/>
                    </a:lnT>
                    <a:lnB>
                      <a:noFill/>
                    </a:lnB>
                    <a:solidFill>
                      <a:schemeClr val="accent6">
                        <a:lumMod val="60000"/>
                        <a:lumOff val="40000"/>
                      </a:schemeClr>
                    </a:solidFill>
                  </a:tcPr>
                </a:tc>
                <a:tc>
                  <a:txBody>
                    <a:bodyPr/>
                    <a:lstStyle/>
                    <a:p>
                      <a:r>
                        <a:rPr lang="en-US" sz="800"/>
                        <a:t>Automatic Unloading Machine</a:t>
                      </a:r>
                    </a:p>
                  </a:txBody>
                  <a:tcPr marL="65424" marR="65424" marT="32712" marB="32712" anchor="ctr">
                    <a:lnL>
                      <a:noFill/>
                    </a:lnL>
                    <a:lnR>
                      <a:noFill/>
                    </a:lnR>
                    <a:lnT>
                      <a:noFill/>
                    </a:lnT>
                    <a:lnB>
                      <a:noFill/>
                    </a:lnB>
                    <a:solidFill>
                      <a:schemeClr val="accent6">
                        <a:lumMod val="60000"/>
                        <a:lumOff val="40000"/>
                      </a:schemeClr>
                    </a:solidFill>
                  </a:tcPr>
                </a:tc>
                <a:extLst>
                  <a:ext uri="{0D108BD9-81ED-4DB2-BD59-A6C34878D82A}">
                    <a16:rowId xmlns:a16="http://schemas.microsoft.com/office/drawing/2014/main" val="4250137612"/>
                  </a:ext>
                </a:extLst>
              </a:tr>
              <a:tr h="523008">
                <a:tc>
                  <a:txBody>
                    <a:bodyPr/>
                    <a:lstStyle/>
                    <a:p>
                      <a:r>
                        <a:rPr lang="en-US" sz="800" b="1"/>
                        <a:t>New / Retrofit</a:t>
                      </a:r>
                      <a:endParaRPr lang="en-US" sz="800"/>
                    </a:p>
                  </a:txBody>
                  <a:tcPr marL="65424" marR="65424" marT="32712" marB="32712" anchor="ctr">
                    <a:lnL>
                      <a:noFill/>
                    </a:lnL>
                    <a:lnR>
                      <a:noFill/>
                    </a:lnR>
                    <a:lnT>
                      <a:noFill/>
                    </a:lnT>
                    <a:lnB>
                      <a:noFill/>
                    </a:lnB>
                  </a:tcPr>
                </a:tc>
                <a:tc>
                  <a:txBody>
                    <a:bodyPr/>
                    <a:lstStyle/>
                    <a:p>
                      <a:r>
                        <a:rPr lang="en-US" sz="800" dirty="0"/>
                        <a:t>Customer Supplied</a:t>
                      </a:r>
                    </a:p>
                  </a:txBody>
                  <a:tcPr marL="65424" marR="65424" marT="32712" marB="32712" anchor="ctr">
                    <a:lnL>
                      <a:noFill/>
                    </a:lnL>
                    <a:lnR>
                      <a:noFill/>
                    </a:lnR>
                    <a:lnT>
                      <a:noFill/>
                    </a:lnT>
                    <a:lnB>
                      <a:noFill/>
                    </a:lnB>
                    <a:solidFill>
                      <a:schemeClr val="accent1">
                        <a:lumMod val="75000"/>
                      </a:schemeClr>
                    </a:solidFill>
                  </a:tcPr>
                </a:tc>
                <a:tc>
                  <a:txBody>
                    <a:bodyPr/>
                    <a:lstStyle/>
                    <a:p>
                      <a:r>
                        <a:rPr lang="en-US" sz="800" dirty="0"/>
                        <a:t>Customer Supplied</a:t>
                      </a:r>
                    </a:p>
                  </a:txBody>
                  <a:tcPr marL="65424" marR="65424" marT="32712" marB="32712" anchor="ctr">
                    <a:lnL>
                      <a:noFill/>
                    </a:lnL>
                    <a:lnR>
                      <a:noFill/>
                    </a:lnR>
                    <a:lnT>
                      <a:noFill/>
                    </a:lnT>
                    <a:lnB>
                      <a:noFill/>
                    </a:lnB>
                    <a:solidFill>
                      <a:schemeClr val="accent1">
                        <a:lumMod val="75000"/>
                      </a:schemeClr>
                    </a:solidFill>
                  </a:tcPr>
                </a:tc>
                <a:tc>
                  <a:txBody>
                    <a:bodyPr/>
                    <a:lstStyle/>
                    <a:p>
                      <a:r>
                        <a:rPr lang="en-US" sz="800" dirty="0"/>
                        <a:t>Retrofit</a:t>
                      </a:r>
                    </a:p>
                  </a:txBody>
                  <a:tcPr marL="65424" marR="65424" marT="32712" marB="32712" anchor="ctr">
                    <a:lnL>
                      <a:noFill/>
                    </a:lnL>
                    <a:lnR>
                      <a:noFill/>
                    </a:lnR>
                    <a:lnT>
                      <a:noFill/>
                    </a:lnT>
                    <a:lnB>
                      <a:noFill/>
                    </a:lnB>
                    <a:solidFill>
                      <a:schemeClr val="accent6">
                        <a:lumMod val="60000"/>
                        <a:lumOff val="40000"/>
                      </a:schemeClr>
                    </a:solidFill>
                  </a:tcPr>
                </a:tc>
                <a:tc>
                  <a:txBody>
                    <a:bodyPr/>
                    <a:lstStyle/>
                    <a:p>
                      <a:r>
                        <a:rPr lang="en-US" sz="800" dirty="0"/>
                        <a:t>Customer Supplied</a:t>
                      </a:r>
                    </a:p>
                  </a:txBody>
                  <a:tcPr marL="65424" marR="65424" marT="32712" marB="32712" anchor="ctr">
                    <a:lnL>
                      <a:noFill/>
                    </a:lnL>
                    <a:lnR>
                      <a:noFill/>
                    </a:lnR>
                    <a:lnT>
                      <a:noFill/>
                    </a:lnT>
                    <a:lnB>
                      <a:noFill/>
                    </a:lnB>
                    <a:solidFill>
                      <a:schemeClr val="accent1">
                        <a:lumMod val="75000"/>
                      </a:schemeClr>
                    </a:solidFill>
                  </a:tcPr>
                </a:tc>
                <a:tc>
                  <a:txBody>
                    <a:bodyPr/>
                    <a:lstStyle/>
                    <a:p>
                      <a:r>
                        <a:rPr lang="en-US" sz="800" dirty="0"/>
                        <a:t>Retrofit</a:t>
                      </a:r>
                    </a:p>
                  </a:txBody>
                  <a:tcPr marL="65424" marR="65424" marT="32712" marB="32712" anchor="ctr">
                    <a:lnL>
                      <a:noFill/>
                    </a:lnL>
                    <a:lnR>
                      <a:noFill/>
                    </a:lnR>
                    <a:lnT>
                      <a:noFill/>
                    </a:lnT>
                    <a:lnB>
                      <a:noFill/>
                    </a:lnB>
                    <a:solidFill>
                      <a:schemeClr val="accent6">
                        <a:lumMod val="60000"/>
                        <a:lumOff val="40000"/>
                      </a:schemeClr>
                    </a:solidFill>
                  </a:tcPr>
                </a:tc>
                <a:tc>
                  <a:txBody>
                    <a:bodyPr/>
                    <a:lstStyle/>
                    <a:p>
                      <a:r>
                        <a:rPr lang="en-US" sz="800" dirty="0"/>
                        <a:t>Retrofit</a:t>
                      </a:r>
                    </a:p>
                  </a:txBody>
                  <a:tcPr marL="65424" marR="65424" marT="32712" marB="32712" anchor="ctr">
                    <a:lnL>
                      <a:noFill/>
                    </a:lnL>
                    <a:lnR>
                      <a:noFill/>
                    </a:lnR>
                    <a:lnT>
                      <a:noFill/>
                    </a:lnT>
                    <a:lnB>
                      <a:noFill/>
                    </a:lnB>
                    <a:solidFill>
                      <a:schemeClr val="accent6">
                        <a:lumMod val="60000"/>
                        <a:lumOff val="40000"/>
                      </a:schemeClr>
                    </a:solidFill>
                  </a:tcPr>
                </a:tc>
                <a:tc>
                  <a:txBody>
                    <a:bodyPr/>
                    <a:lstStyle/>
                    <a:p>
                      <a:r>
                        <a:rPr lang="en-US" sz="800" dirty="0"/>
                        <a:t>Retrofit</a:t>
                      </a:r>
                    </a:p>
                  </a:txBody>
                  <a:tcPr marL="65424" marR="65424" marT="32712" marB="32712" anchor="ctr">
                    <a:lnL>
                      <a:noFill/>
                    </a:lnL>
                    <a:lnR>
                      <a:noFill/>
                    </a:lnR>
                    <a:lnT>
                      <a:noFill/>
                    </a:lnT>
                    <a:lnB>
                      <a:noFill/>
                    </a:lnB>
                    <a:solidFill>
                      <a:schemeClr val="accent6">
                        <a:lumMod val="60000"/>
                        <a:lumOff val="40000"/>
                      </a:schemeClr>
                    </a:solidFill>
                  </a:tcPr>
                </a:tc>
                <a:tc>
                  <a:txBody>
                    <a:bodyPr/>
                    <a:lstStyle/>
                    <a:p>
                      <a:r>
                        <a:rPr lang="en-US" sz="800" dirty="0"/>
                        <a:t>Retrofit</a:t>
                      </a:r>
                    </a:p>
                  </a:txBody>
                  <a:tcPr marL="65424" marR="65424" marT="32712" marB="32712" anchor="ctr">
                    <a:lnL>
                      <a:noFill/>
                    </a:lnL>
                    <a:lnR>
                      <a:noFill/>
                    </a:lnR>
                    <a:lnT>
                      <a:noFill/>
                    </a:lnT>
                    <a:lnB>
                      <a:noFill/>
                    </a:lnB>
                    <a:solidFill>
                      <a:schemeClr val="accent6">
                        <a:lumMod val="60000"/>
                        <a:lumOff val="40000"/>
                      </a:schemeClr>
                    </a:solidFill>
                  </a:tcPr>
                </a:tc>
                <a:tc>
                  <a:txBody>
                    <a:bodyPr/>
                    <a:lstStyle/>
                    <a:p>
                      <a:r>
                        <a:rPr lang="en-US" sz="800"/>
                        <a:t>Retrofit</a:t>
                      </a:r>
                    </a:p>
                  </a:txBody>
                  <a:tcPr marL="65424" marR="65424" marT="32712" marB="32712" anchor="ctr">
                    <a:lnL>
                      <a:noFill/>
                    </a:lnL>
                    <a:lnR>
                      <a:noFill/>
                    </a:lnR>
                    <a:lnT>
                      <a:noFill/>
                    </a:lnT>
                    <a:lnB>
                      <a:noFill/>
                    </a:lnB>
                    <a:solidFill>
                      <a:schemeClr val="accent6">
                        <a:lumMod val="60000"/>
                        <a:lumOff val="40000"/>
                      </a:schemeClr>
                    </a:solidFill>
                  </a:tcPr>
                </a:tc>
                <a:extLst>
                  <a:ext uri="{0D108BD9-81ED-4DB2-BD59-A6C34878D82A}">
                    <a16:rowId xmlns:a16="http://schemas.microsoft.com/office/drawing/2014/main" val="2796810329"/>
                  </a:ext>
                </a:extLst>
              </a:tr>
              <a:tr h="177150">
                <a:tc>
                  <a:txBody>
                    <a:bodyPr/>
                    <a:lstStyle/>
                    <a:p>
                      <a:r>
                        <a:rPr lang="en-US" sz="800" b="1"/>
                        <a:t>CT (s)</a:t>
                      </a:r>
                      <a:endParaRPr lang="en-US" sz="800"/>
                    </a:p>
                  </a:txBody>
                  <a:tcPr marL="65424" marR="65424" marT="32712" marB="32712" anchor="ctr">
                    <a:lnL>
                      <a:noFill/>
                    </a:lnL>
                    <a:lnR>
                      <a:noFill/>
                    </a:lnR>
                    <a:lnT>
                      <a:noFill/>
                    </a:lnT>
                    <a:lnB>
                      <a:noFill/>
                    </a:lnB>
                  </a:tcPr>
                </a:tc>
                <a:tc>
                  <a:txBody>
                    <a:bodyPr/>
                    <a:lstStyle/>
                    <a:p>
                      <a:r>
                        <a:rPr lang="en-US" altLang="zh-CN" sz="800"/>
                        <a:t>/</a:t>
                      </a:r>
                    </a:p>
                  </a:txBody>
                  <a:tcPr marL="65424" marR="65424" marT="32712" marB="32712" anchor="ctr">
                    <a:lnL>
                      <a:noFill/>
                    </a:lnL>
                    <a:lnR>
                      <a:noFill/>
                    </a:lnR>
                    <a:lnT>
                      <a:noFill/>
                    </a:lnT>
                    <a:lnB>
                      <a:noFill/>
                    </a:lnB>
                    <a:solidFill>
                      <a:schemeClr val="accent1">
                        <a:lumMod val="75000"/>
                      </a:schemeClr>
                    </a:solidFill>
                  </a:tcPr>
                </a:tc>
                <a:tc>
                  <a:txBody>
                    <a:bodyPr/>
                    <a:lstStyle/>
                    <a:p>
                      <a:r>
                        <a:rPr lang="en-US" altLang="zh-CN" sz="800"/>
                        <a:t>/</a:t>
                      </a:r>
                    </a:p>
                  </a:txBody>
                  <a:tcPr marL="65424" marR="65424" marT="32712" marB="32712" anchor="ctr">
                    <a:lnL>
                      <a:noFill/>
                    </a:lnL>
                    <a:lnR>
                      <a:noFill/>
                    </a:lnR>
                    <a:lnT>
                      <a:noFill/>
                    </a:lnT>
                    <a:lnB>
                      <a:noFill/>
                    </a:lnB>
                    <a:solidFill>
                      <a:schemeClr val="accent1">
                        <a:lumMod val="75000"/>
                      </a:schemeClr>
                    </a:solidFill>
                  </a:tcPr>
                </a:tc>
                <a:tc>
                  <a:txBody>
                    <a:bodyPr/>
                    <a:lstStyle/>
                    <a:p>
                      <a:r>
                        <a:rPr lang="en-US" altLang="zh-CN" sz="800"/>
                        <a:t>3.25</a:t>
                      </a:r>
                    </a:p>
                  </a:txBody>
                  <a:tcPr marL="65424" marR="65424" marT="32712" marB="32712" anchor="ctr">
                    <a:lnL>
                      <a:noFill/>
                    </a:lnL>
                    <a:lnR>
                      <a:noFill/>
                    </a:lnR>
                    <a:lnT>
                      <a:noFill/>
                    </a:lnT>
                    <a:lnB>
                      <a:noFill/>
                    </a:lnB>
                    <a:solidFill>
                      <a:schemeClr val="accent6">
                        <a:lumMod val="60000"/>
                        <a:lumOff val="40000"/>
                      </a:schemeClr>
                    </a:solidFill>
                  </a:tcPr>
                </a:tc>
                <a:tc>
                  <a:txBody>
                    <a:bodyPr/>
                    <a:lstStyle/>
                    <a:p>
                      <a:r>
                        <a:rPr lang="en-US" altLang="zh-CN" sz="800"/>
                        <a:t>/</a:t>
                      </a:r>
                    </a:p>
                  </a:txBody>
                  <a:tcPr marL="65424" marR="65424" marT="32712" marB="32712" anchor="ctr">
                    <a:lnL>
                      <a:noFill/>
                    </a:lnL>
                    <a:lnR>
                      <a:noFill/>
                    </a:lnR>
                    <a:lnT>
                      <a:noFill/>
                    </a:lnT>
                    <a:lnB>
                      <a:noFill/>
                    </a:lnB>
                    <a:solidFill>
                      <a:schemeClr val="accent1">
                        <a:lumMod val="75000"/>
                      </a:schemeClr>
                    </a:solidFill>
                  </a:tcPr>
                </a:tc>
                <a:tc>
                  <a:txBody>
                    <a:bodyPr/>
                    <a:lstStyle/>
                    <a:p>
                      <a:r>
                        <a:rPr lang="en-US" altLang="zh-CN" sz="800"/>
                        <a:t>5</a:t>
                      </a:r>
                    </a:p>
                  </a:txBody>
                  <a:tcPr marL="65424" marR="65424" marT="32712" marB="32712" anchor="ctr">
                    <a:lnL>
                      <a:noFill/>
                    </a:lnL>
                    <a:lnR>
                      <a:noFill/>
                    </a:lnR>
                    <a:lnT>
                      <a:noFill/>
                    </a:lnT>
                    <a:lnB>
                      <a:noFill/>
                    </a:lnB>
                    <a:solidFill>
                      <a:schemeClr val="accent6">
                        <a:lumMod val="60000"/>
                        <a:lumOff val="40000"/>
                      </a:schemeClr>
                    </a:solidFill>
                  </a:tcPr>
                </a:tc>
                <a:tc>
                  <a:txBody>
                    <a:bodyPr/>
                    <a:lstStyle/>
                    <a:p>
                      <a:r>
                        <a:rPr lang="en-US" altLang="zh-CN" sz="800"/>
                        <a:t>10</a:t>
                      </a:r>
                    </a:p>
                  </a:txBody>
                  <a:tcPr marL="65424" marR="65424" marT="32712" marB="32712" anchor="ctr">
                    <a:lnL>
                      <a:noFill/>
                    </a:lnL>
                    <a:lnR>
                      <a:noFill/>
                    </a:lnR>
                    <a:lnT>
                      <a:noFill/>
                    </a:lnT>
                    <a:lnB>
                      <a:noFill/>
                    </a:lnB>
                    <a:solidFill>
                      <a:schemeClr val="accent6">
                        <a:lumMod val="60000"/>
                        <a:lumOff val="40000"/>
                      </a:schemeClr>
                    </a:solidFill>
                  </a:tcPr>
                </a:tc>
                <a:tc>
                  <a:txBody>
                    <a:bodyPr/>
                    <a:lstStyle/>
                    <a:p>
                      <a:r>
                        <a:rPr lang="en-US" altLang="zh-CN" sz="800"/>
                        <a:t>10</a:t>
                      </a:r>
                    </a:p>
                  </a:txBody>
                  <a:tcPr marL="65424" marR="65424" marT="32712" marB="32712" anchor="ctr">
                    <a:lnL>
                      <a:noFill/>
                    </a:lnL>
                    <a:lnR>
                      <a:noFill/>
                    </a:lnR>
                    <a:lnT>
                      <a:noFill/>
                    </a:lnT>
                    <a:lnB>
                      <a:noFill/>
                    </a:lnB>
                    <a:solidFill>
                      <a:schemeClr val="accent6">
                        <a:lumMod val="60000"/>
                        <a:lumOff val="40000"/>
                      </a:schemeClr>
                    </a:solidFill>
                  </a:tcPr>
                </a:tc>
                <a:tc>
                  <a:txBody>
                    <a:bodyPr/>
                    <a:lstStyle/>
                    <a:p>
                      <a:r>
                        <a:rPr lang="en-US" altLang="zh-CN" sz="800" dirty="0"/>
                        <a:t>3.5</a:t>
                      </a:r>
                    </a:p>
                  </a:txBody>
                  <a:tcPr marL="65424" marR="65424" marT="32712" marB="32712" anchor="ctr">
                    <a:lnL>
                      <a:noFill/>
                    </a:lnL>
                    <a:lnR>
                      <a:noFill/>
                    </a:lnR>
                    <a:lnT>
                      <a:noFill/>
                    </a:lnT>
                    <a:lnB>
                      <a:noFill/>
                    </a:lnB>
                    <a:solidFill>
                      <a:schemeClr val="accent6">
                        <a:lumMod val="60000"/>
                        <a:lumOff val="40000"/>
                      </a:schemeClr>
                    </a:solidFill>
                  </a:tcPr>
                </a:tc>
                <a:tc>
                  <a:txBody>
                    <a:bodyPr/>
                    <a:lstStyle/>
                    <a:p>
                      <a:r>
                        <a:rPr lang="en-US" altLang="zh-CN" sz="800"/>
                        <a:t>3</a:t>
                      </a:r>
                    </a:p>
                  </a:txBody>
                  <a:tcPr marL="65424" marR="65424" marT="32712" marB="32712" anchor="ctr">
                    <a:lnL>
                      <a:noFill/>
                    </a:lnL>
                    <a:lnR>
                      <a:noFill/>
                    </a:lnR>
                    <a:lnT>
                      <a:noFill/>
                    </a:lnT>
                    <a:lnB>
                      <a:noFill/>
                    </a:lnB>
                    <a:solidFill>
                      <a:schemeClr val="accent6">
                        <a:lumMod val="60000"/>
                        <a:lumOff val="40000"/>
                      </a:schemeClr>
                    </a:solidFill>
                  </a:tcPr>
                </a:tc>
                <a:extLst>
                  <a:ext uri="{0D108BD9-81ED-4DB2-BD59-A6C34878D82A}">
                    <a16:rowId xmlns:a16="http://schemas.microsoft.com/office/drawing/2014/main" val="2755879101"/>
                  </a:ext>
                </a:extLst>
              </a:tr>
              <a:tr h="292436">
                <a:tc>
                  <a:txBody>
                    <a:bodyPr/>
                    <a:lstStyle/>
                    <a:p>
                      <a:r>
                        <a:rPr lang="en-US" sz="800" b="1"/>
                        <a:t>Feeding Method</a:t>
                      </a:r>
                      <a:endParaRPr lang="en-US" sz="800"/>
                    </a:p>
                  </a:txBody>
                  <a:tcPr marL="65424" marR="65424" marT="32712" marB="32712" anchor="ctr">
                    <a:lnL>
                      <a:noFill/>
                    </a:lnL>
                    <a:lnR>
                      <a:noFill/>
                    </a:lnR>
                    <a:lnT>
                      <a:noFill/>
                    </a:lnT>
                    <a:lnB>
                      <a:noFill/>
                    </a:lnB>
                  </a:tcPr>
                </a:tc>
                <a:tc>
                  <a:txBody>
                    <a:bodyPr/>
                    <a:lstStyle/>
                    <a:p>
                      <a:r>
                        <a:rPr lang="en-US" altLang="zh-CN" sz="800"/>
                        <a:t>/</a:t>
                      </a:r>
                    </a:p>
                  </a:txBody>
                  <a:tcPr marL="65424" marR="65424" marT="32712" marB="32712" anchor="ctr">
                    <a:lnL>
                      <a:noFill/>
                    </a:lnL>
                    <a:lnR>
                      <a:noFill/>
                    </a:lnR>
                    <a:lnT>
                      <a:noFill/>
                    </a:lnT>
                    <a:lnB>
                      <a:noFill/>
                    </a:lnB>
                    <a:solidFill>
                      <a:schemeClr val="accent1">
                        <a:lumMod val="75000"/>
                      </a:schemeClr>
                    </a:solidFill>
                  </a:tcPr>
                </a:tc>
                <a:tc>
                  <a:txBody>
                    <a:bodyPr/>
                    <a:lstStyle/>
                    <a:p>
                      <a:r>
                        <a:rPr lang="en-US" altLang="zh-CN" sz="800" dirty="0"/>
                        <a:t>/</a:t>
                      </a:r>
                    </a:p>
                  </a:txBody>
                  <a:tcPr marL="65424" marR="65424" marT="32712" marB="32712" anchor="ctr">
                    <a:lnL>
                      <a:noFill/>
                    </a:lnL>
                    <a:lnR>
                      <a:noFill/>
                    </a:lnR>
                    <a:lnT>
                      <a:noFill/>
                    </a:lnT>
                    <a:lnB>
                      <a:noFill/>
                    </a:lnB>
                    <a:solidFill>
                      <a:schemeClr val="accent1">
                        <a:lumMod val="75000"/>
                      </a:schemeClr>
                    </a:solidFill>
                  </a:tcPr>
                </a:tc>
                <a:tc>
                  <a:txBody>
                    <a:bodyPr/>
                    <a:lstStyle/>
                    <a:p>
                      <a:r>
                        <a:rPr lang="en-US" sz="800" dirty="0"/>
                        <a:t>Tray</a:t>
                      </a:r>
                    </a:p>
                  </a:txBody>
                  <a:tcPr marL="65424" marR="65424" marT="32712" marB="32712" anchor="ctr">
                    <a:lnL>
                      <a:noFill/>
                    </a:lnL>
                    <a:lnR>
                      <a:noFill/>
                    </a:lnR>
                    <a:lnT>
                      <a:noFill/>
                    </a:lnT>
                    <a:lnB>
                      <a:noFill/>
                    </a:lnB>
                    <a:solidFill>
                      <a:schemeClr val="accent6">
                        <a:lumMod val="60000"/>
                        <a:lumOff val="40000"/>
                      </a:schemeClr>
                    </a:solidFill>
                  </a:tcPr>
                </a:tc>
                <a:tc>
                  <a:txBody>
                    <a:bodyPr/>
                    <a:lstStyle/>
                    <a:p>
                      <a:r>
                        <a:rPr lang="en-US" altLang="zh-CN" sz="800" dirty="0"/>
                        <a:t>/</a:t>
                      </a:r>
                    </a:p>
                  </a:txBody>
                  <a:tcPr marL="65424" marR="65424" marT="32712" marB="32712" anchor="ctr">
                    <a:lnL>
                      <a:noFill/>
                    </a:lnL>
                    <a:lnR>
                      <a:noFill/>
                    </a:lnR>
                    <a:lnT>
                      <a:noFill/>
                    </a:lnT>
                    <a:lnB>
                      <a:noFill/>
                    </a:lnB>
                    <a:solidFill>
                      <a:schemeClr val="accent1">
                        <a:lumMod val="75000"/>
                      </a:schemeClr>
                    </a:solidFill>
                  </a:tcPr>
                </a:tc>
                <a:tc>
                  <a:txBody>
                    <a:bodyPr/>
                    <a:lstStyle/>
                    <a:p>
                      <a:r>
                        <a:rPr lang="en-US" sz="800"/>
                        <a:t>Tray</a:t>
                      </a:r>
                    </a:p>
                  </a:txBody>
                  <a:tcPr marL="65424" marR="65424" marT="32712" marB="32712" anchor="ctr">
                    <a:lnL>
                      <a:noFill/>
                    </a:lnL>
                    <a:lnR>
                      <a:noFill/>
                    </a:lnR>
                    <a:lnT>
                      <a:noFill/>
                    </a:lnT>
                    <a:lnB>
                      <a:noFill/>
                    </a:lnB>
                    <a:solidFill>
                      <a:schemeClr val="accent6">
                        <a:lumMod val="60000"/>
                        <a:lumOff val="40000"/>
                      </a:schemeClr>
                    </a:solidFill>
                  </a:tcPr>
                </a:tc>
                <a:tc>
                  <a:txBody>
                    <a:bodyPr/>
                    <a:lstStyle/>
                    <a:p>
                      <a:r>
                        <a:rPr lang="en-US" sz="800"/>
                        <a:t>Tray</a:t>
                      </a:r>
                    </a:p>
                  </a:txBody>
                  <a:tcPr marL="65424" marR="65424" marT="32712" marB="32712" anchor="ctr">
                    <a:lnL>
                      <a:noFill/>
                    </a:lnL>
                    <a:lnR>
                      <a:noFill/>
                    </a:lnR>
                    <a:lnT>
                      <a:noFill/>
                    </a:lnT>
                    <a:lnB>
                      <a:noFill/>
                    </a:lnB>
                    <a:solidFill>
                      <a:schemeClr val="accent6">
                        <a:lumMod val="60000"/>
                        <a:lumOff val="40000"/>
                      </a:schemeClr>
                    </a:solidFill>
                  </a:tcPr>
                </a:tc>
                <a:tc>
                  <a:txBody>
                    <a:bodyPr/>
                    <a:lstStyle/>
                    <a:p>
                      <a:r>
                        <a:rPr lang="en-US" sz="800" dirty="0"/>
                        <a:t>Tray</a:t>
                      </a:r>
                    </a:p>
                  </a:txBody>
                  <a:tcPr marL="65424" marR="65424" marT="32712" marB="32712" anchor="ctr">
                    <a:lnL>
                      <a:noFill/>
                    </a:lnL>
                    <a:lnR>
                      <a:noFill/>
                    </a:lnR>
                    <a:lnT>
                      <a:noFill/>
                    </a:lnT>
                    <a:lnB>
                      <a:noFill/>
                    </a:lnB>
                    <a:solidFill>
                      <a:schemeClr val="accent6">
                        <a:lumMod val="60000"/>
                        <a:lumOff val="40000"/>
                      </a:schemeClr>
                    </a:solidFill>
                  </a:tcPr>
                </a:tc>
                <a:tc>
                  <a:txBody>
                    <a:bodyPr/>
                    <a:lstStyle/>
                    <a:p>
                      <a:r>
                        <a:rPr lang="en-US" sz="800" dirty="0"/>
                        <a:t>Tray</a:t>
                      </a:r>
                    </a:p>
                  </a:txBody>
                  <a:tcPr marL="65424" marR="65424" marT="32712" marB="32712" anchor="ctr">
                    <a:lnL>
                      <a:noFill/>
                    </a:lnL>
                    <a:lnR>
                      <a:noFill/>
                    </a:lnR>
                    <a:lnT>
                      <a:noFill/>
                    </a:lnT>
                    <a:lnB>
                      <a:noFill/>
                    </a:lnB>
                    <a:solidFill>
                      <a:schemeClr val="accent6">
                        <a:lumMod val="60000"/>
                        <a:lumOff val="40000"/>
                      </a:schemeClr>
                    </a:solidFill>
                  </a:tcPr>
                </a:tc>
                <a:tc>
                  <a:txBody>
                    <a:bodyPr/>
                    <a:lstStyle/>
                    <a:p>
                      <a:r>
                        <a:rPr lang="en-US" sz="800" dirty="0"/>
                        <a:t>Tray</a:t>
                      </a:r>
                    </a:p>
                  </a:txBody>
                  <a:tcPr marL="65424" marR="65424" marT="32712" marB="32712" anchor="ctr">
                    <a:lnL>
                      <a:noFill/>
                    </a:lnL>
                    <a:lnR>
                      <a:noFill/>
                    </a:lnR>
                    <a:lnT>
                      <a:noFill/>
                    </a:lnT>
                    <a:lnB>
                      <a:noFill/>
                    </a:lnB>
                    <a:solidFill>
                      <a:schemeClr val="accent6">
                        <a:lumMod val="60000"/>
                        <a:lumOff val="40000"/>
                      </a:schemeClr>
                    </a:solidFill>
                  </a:tcPr>
                </a:tc>
                <a:extLst>
                  <a:ext uri="{0D108BD9-81ED-4DB2-BD59-A6C34878D82A}">
                    <a16:rowId xmlns:a16="http://schemas.microsoft.com/office/drawing/2014/main" val="154613049"/>
                  </a:ext>
                </a:extLst>
              </a:tr>
            </a:tbl>
          </a:graphicData>
        </a:graphic>
      </p:graphicFrame>
      <p:sp>
        <p:nvSpPr>
          <p:cNvPr id="108" name="椭圆 97">
            <a:extLst>
              <a:ext uri="{FF2B5EF4-FFF2-40B4-BE49-F238E27FC236}">
                <a16:creationId xmlns:a16="http://schemas.microsoft.com/office/drawing/2014/main" id="{1DCAE300-A89A-4AD8-AF61-B42DE9367577}"/>
              </a:ext>
            </a:extLst>
          </p:cNvPr>
          <p:cNvSpPr/>
          <p:nvPr>
            <p:custDataLst>
              <p:tags r:id="rId2"/>
            </p:custDataLst>
          </p:nvPr>
        </p:nvSpPr>
        <p:spPr>
          <a:xfrm>
            <a:off x="7185022" y="1488617"/>
            <a:ext cx="896620" cy="4869815"/>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97">
            <a:extLst>
              <a:ext uri="{FF2B5EF4-FFF2-40B4-BE49-F238E27FC236}">
                <a16:creationId xmlns:a16="http://schemas.microsoft.com/office/drawing/2014/main" id="{1DCAE300-A89A-4AD8-AF61-B42DE9367577}"/>
              </a:ext>
            </a:extLst>
          </p:cNvPr>
          <p:cNvSpPr/>
          <p:nvPr>
            <p:custDataLst>
              <p:tags r:id="rId3"/>
            </p:custDataLst>
          </p:nvPr>
        </p:nvSpPr>
        <p:spPr>
          <a:xfrm>
            <a:off x="6711901" y="1459301"/>
            <a:ext cx="773631" cy="4869815"/>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defTabSz="1218565" fontAlgn="base">
              <a:spcBef>
                <a:spcPct val="0"/>
              </a:spcBef>
              <a:spcAft>
                <a:spcPct val="0"/>
              </a:spcAft>
              <a:defRPr kumimoji="1" sz="3200" b="1">
                <a:solidFill>
                  <a:srgbClr val="0070C0"/>
                </a:solidFill>
                <a:latin typeface="Calibri" panose="020F0502020204030204"/>
                <a:ea typeface="Microsoft JhengHei" panose="020B0604030504040204" pitchFamily="34" charset="-120"/>
                <a:cs typeface="Arial" panose="020B0604020202020204" pitchFamily="34" charset="0"/>
              </a:defRPr>
            </a:lvl1pPr>
          </a:lstStyle>
          <a:p>
            <a:pPr marL="0" marR="0" lvl="0" indent="0" algn="l" defTabSz="1218565" rtl="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dirty="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rPr>
              <a:t>Contents</a:t>
            </a:r>
            <a:endParaRPr kumimoji="1" lang="zh-TW" altLang="en-US" sz="3000" b="1" i="0" u="none" strike="noStrike" kern="0" cap="none" spc="0" normalizeH="0" baseline="0" noProof="0" dirty="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sym typeface="Gill Sans"/>
            </a:endParaRP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2</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3"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graphicFrame>
        <p:nvGraphicFramePr>
          <p:cNvPr id="4" name="表格 3"/>
          <p:cNvGraphicFramePr>
            <a:graphicFrameLocks noGrp="1"/>
          </p:cNvGraphicFramePr>
          <p:nvPr>
            <p:custDataLst>
              <p:tags r:id="rId2"/>
            </p:custDataLst>
          </p:nvPr>
        </p:nvGraphicFramePr>
        <p:xfrm>
          <a:off x="335361" y="1254012"/>
          <a:ext cx="11523749" cy="3840922"/>
        </p:xfrm>
        <a:graphic>
          <a:graphicData uri="http://schemas.openxmlformats.org/drawingml/2006/table">
            <a:tbl>
              <a:tblPr/>
              <a:tblGrid>
                <a:gridCol w="1875790">
                  <a:extLst>
                    <a:ext uri="{9D8B030D-6E8A-4147-A177-3AD203B41FA5}">
                      <a16:colId xmlns:a16="http://schemas.microsoft.com/office/drawing/2014/main" val="20000"/>
                    </a:ext>
                  </a:extLst>
                </a:gridCol>
                <a:gridCol w="5159820">
                  <a:extLst>
                    <a:ext uri="{9D8B030D-6E8A-4147-A177-3AD203B41FA5}">
                      <a16:colId xmlns:a16="http://schemas.microsoft.com/office/drawing/2014/main" val="20001"/>
                    </a:ext>
                  </a:extLst>
                </a:gridCol>
                <a:gridCol w="4488139">
                  <a:extLst>
                    <a:ext uri="{9D8B030D-6E8A-4147-A177-3AD203B41FA5}">
                      <a16:colId xmlns:a16="http://schemas.microsoft.com/office/drawing/2014/main" val="20002"/>
                    </a:ext>
                  </a:extLst>
                </a:gridCol>
              </a:tblGrid>
              <a:tr h="53784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sz="2400" u="none" strike="noStrike" dirty="0">
                          <a:solidFill>
                            <a:schemeClr val="bg1"/>
                          </a:solidFill>
                          <a:effectLst/>
                          <a:latin typeface="Calibri" panose="020F0502020204030204" charset="0"/>
                          <a:cs typeface="Calibri" panose="020F0502020204030204" charset="0"/>
                        </a:rPr>
                        <a:t>Item</a:t>
                      </a:r>
                      <a:endParaRPr lang="en-US" sz="2400" b="0" i="0" u="none" strike="noStrike" dirty="0">
                        <a:solidFill>
                          <a:schemeClr val="bg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buClrTx/>
                        <a:buSzTx/>
                        <a:buFontTx/>
                      </a:pPr>
                      <a:r>
                        <a:rPr lang="en-US" sz="2400" dirty="0">
                          <a:solidFill>
                            <a:schemeClr val="bg1"/>
                          </a:solidFill>
                          <a:effectLst/>
                          <a:latin typeface="Calibri" panose="020F0502020204030204" charset="0"/>
                          <a:cs typeface="Calibri" panose="020F0502020204030204" charset="0"/>
                          <a:sym typeface="+mn-ea"/>
                        </a:rPr>
                        <a:t>Description</a:t>
                      </a: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sz="2400" u="none" strike="noStrike" dirty="0">
                          <a:solidFill>
                            <a:schemeClr val="bg1"/>
                          </a:solidFill>
                          <a:effectLst/>
                        </a:rPr>
                        <a:t>DRI</a:t>
                      </a:r>
                      <a:endParaRPr lang="en-US" sz="2400" b="0" i="0" u="none" strike="noStrike" dirty="0">
                        <a:solidFill>
                          <a:schemeClr val="bg1"/>
                        </a:solidFill>
                        <a:effectLst/>
                        <a:latin typeface="等线" panose="02010600030101010101" charset="-122"/>
                        <a:ea typeface="等线" panose="02010600030101010101" charset="-122"/>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39179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altLang="zh-CN" sz="2000" u="none" strike="noStrike" dirty="0">
                          <a:solidFill>
                            <a:schemeClr val="tx1"/>
                          </a:solidFill>
                          <a:effectLst/>
                          <a:latin typeface="Calibri" panose="020F0502020204030204" charset="0"/>
                          <a:cs typeface="Calibri" panose="020F0502020204030204" charset="0"/>
                        </a:rPr>
                        <a:t>1</a:t>
                      </a:r>
                      <a:endPar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buClrTx/>
                        <a:buSzTx/>
                        <a:buFontTx/>
                      </a:pPr>
                      <a:r>
                        <a:rPr lang="en-US" altLang="zh-CN" sz="2000" u="none" strike="noStrike" dirty="0">
                          <a:effectLst/>
                          <a:latin typeface="Calibri" panose="020F0502020204030204" charset="0"/>
                          <a:cs typeface="Calibri" panose="020F0502020204030204" charset="0"/>
                        </a:rPr>
                        <a:t>Historical version</a:t>
                      </a: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en-US" sz="2000" dirty="0" err="1">
                          <a:solidFill>
                            <a:srgbClr val="000000"/>
                          </a:solidFill>
                          <a:effectLst/>
                          <a:ea typeface="等线" panose="02010600030101010101" charset="-122"/>
                          <a:sym typeface="+mn-ea"/>
                        </a:rPr>
                        <a:t>ChengHaoZhe</a:t>
                      </a:r>
                      <a:endParaRPr lang="en-US" altLang="zh-CN" sz="2000" b="0" i="0" u="none" strike="noStrike" kern="1200" dirty="0">
                        <a:solidFill>
                          <a:srgbClr val="000000"/>
                        </a:solidFill>
                        <a:effectLst/>
                        <a:latin typeface="Calibri" panose="020F0502020204030204"/>
                        <a:ea typeface="等线" panose="02010600030101010101" charset="-122"/>
                        <a:cs typeface="+mn-cs"/>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r h="46409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2000" u="none" strike="noStrike" dirty="0">
                          <a:solidFill>
                            <a:schemeClr val="tx1"/>
                          </a:solidFill>
                          <a:effectLst/>
                          <a:latin typeface="Calibri" panose="020F0502020204030204" charset="0"/>
                          <a:cs typeface="Calibri" panose="020F0502020204030204" charset="0"/>
                        </a:rPr>
                        <a:t>2</a:t>
                      </a:r>
                      <a:endPar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lvl="0" algn="l" fontAlgn="b">
                        <a:buClrTx/>
                        <a:buSzTx/>
                        <a:buFontTx/>
                      </a:pPr>
                      <a:r>
                        <a:rPr lang="en-US" altLang="zh-CN" sz="2000" dirty="0">
                          <a:effectLst/>
                          <a:latin typeface="Calibri" panose="020F0502020204030204" charset="0"/>
                          <a:cs typeface="Calibri" panose="020F0502020204030204" charset="0"/>
                          <a:sym typeface="+mn-ea"/>
                        </a:rPr>
                        <a:t>Machine performance design</a:t>
                      </a:r>
                      <a:endParaRPr lang="en-US" altLang="zh-CN" sz="2000" baseline="0" dirty="0">
                        <a:effectLst/>
                        <a:latin typeface="Calibri" panose="020F0502020204030204" charset="0"/>
                        <a:cs typeface="Calibri" panose="020F0502020204030204" charset="0"/>
                        <a:sym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en-US" sz="2000" dirty="0" err="1">
                          <a:solidFill>
                            <a:srgbClr val="000000"/>
                          </a:solidFill>
                          <a:effectLst/>
                          <a:ea typeface="等线" panose="02010600030101010101" charset="-122"/>
                          <a:sym typeface="+mn-ea"/>
                        </a:rPr>
                        <a:t>ChengHaoZhe</a:t>
                      </a:r>
                      <a:endParaRPr lang="zh-CN" altLang="en-US" sz="2000" b="0" i="0" u="none" strike="noStrike" kern="1200" dirty="0">
                        <a:solidFill>
                          <a:srgbClr val="000000"/>
                        </a:solidFill>
                        <a:effectLst/>
                        <a:latin typeface="+mn-lt"/>
                        <a:ea typeface="等线" panose="02010600030101010101" charset="-122"/>
                        <a:cs typeface="+mn-cs"/>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extLst>
                  <a:ext uri="{0D108BD9-81ED-4DB2-BD59-A6C34878D82A}">
                    <a16:rowId xmlns:a16="http://schemas.microsoft.com/office/drawing/2014/main" val="10002"/>
                  </a:ext>
                </a:extLst>
              </a:tr>
              <a:tr h="46409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2000" u="none" strike="noStrike" dirty="0">
                          <a:solidFill>
                            <a:schemeClr val="tx1"/>
                          </a:solidFill>
                          <a:effectLst/>
                          <a:latin typeface="Calibri" panose="020F0502020204030204" charset="0"/>
                          <a:cs typeface="Calibri" panose="020F0502020204030204" charset="0"/>
                        </a:rPr>
                        <a:t>3</a:t>
                      </a:r>
                      <a:endPar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l" defTabSz="914400" rtl="0" eaLnBrk="1" fontAlgn="b" latinLnBrk="0" hangingPunct="1">
                        <a:lnSpc>
                          <a:spcPct val="100000"/>
                        </a:lnSpc>
                        <a:spcBef>
                          <a:spcPts val="0"/>
                        </a:spcBef>
                        <a:buClrTx/>
                        <a:buSzTx/>
                        <a:buFontTx/>
                        <a:buNone/>
                      </a:pPr>
                      <a:r>
                        <a:rPr lang="en-US" altLang="zh-CN" sz="2000" dirty="0">
                          <a:effectLst/>
                          <a:latin typeface="Calibri" panose="020F0502020204030204" charset="0"/>
                          <a:cs typeface="Calibri" panose="020F0502020204030204" charset="0"/>
                          <a:sym typeface="+mn-ea"/>
                        </a:rPr>
                        <a:t>Equipment Layout</a:t>
                      </a:r>
                      <a:endParaRPr lang="en-US" altLang="zh-CN" sz="2000" kern="1200" baseline="0" dirty="0">
                        <a:solidFill>
                          <a:schemeClr val="dk1"/>
                        </a:solidFill>
                        <a:effectLst/>
                        <a:latin typeface="Calibri" panose="020F0502020204030204" charset="0"/>
                        <a:ea typeface="+mn-ea"/>
                        <a:cs typeface="Calibri" panose="020F0502020204030204" charset="0"/>
                        <a:sym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en-US" sz="2000" dirty="0" err="1">
                          <a:solidFill>
                            <a:srgbClr val="000000"/>
                          </a:solidFill>
                          <a:effectLst/>
                          <a:ea typeface="等线" panose="02010600030101010101" charset="-122"/>
                          <a:sym typeface="+mn-ea"/>
                        </a:rPr>
                        <a:t>ChengHaoZhe</a:t>
                      </a:r>
                      <a:endParaRPr lang="zh-CN" altLang="en-US" sz="2000" b="0" i="0" u="none" strike="noStrike" kern="1200" dirty="0">
                        <a:solidFill>
                          <a:srgbClr val="000000"/>
                        </a:solidFill>
                        <a:effectLst/>
                        <a:latin typeface="Calibri" panose="020F0502020204030204"/>
                        <a:ea typeface="等线" panose="02010600030101010101" charset="-122"/>
                        <a:cs typeface="+mn-cs"/>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3"/>
                  </a:ext>
                </a:extLst>
              </a:tr>
              <a:tr h="50609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2000" u="none" strike="noStrike" dirty="0">
                          <a:solidFill>
                            <a:schemeClr val="tx1"/>
                          </a:solidFill>
                          <a:effectLst/>
                          <a:latin typeface="Calibri" panose="020F0502020204030204" charset="0"/>
                          <a:cs typeface="Calibri" panose="020F0502020204030204" charset="0"/>
                        </a:rPr>
                        <a:t>4</a:t>
                      </a:r>
                      <a:endPar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l" defTabSz="914400" rtl="0" eaLnBrk="1" fontAlgn="b" latinLnBrk="0" hangingPunct="1">
                        <a:lnSpc>
                          <a:spcPct val="100000"/>
                        </a:lnSpc>
                        <a:spcBef>
                          <a:spcPts val="0"/>
                        </a:spcBef>
                        <a:buClrTx/>
                        <a:buSzTx/>
                        <a:buFontTx/>
                        <a:buNone/>
                      </a:pPr>
                      <a:r>
                        <a:rPr lang="en-US" altLang="zh-CN" sz="2000" dirty="0">
                          <a:effectLst/>
                          <a:latin typeface="Calibri" panose="020F0502020204030204" charset="0"/>
                          <a:cs typeface="Calibri" panose="020F0502020204030204" charset="0"/>
                          <a:sym typeface="+mn-ea"/>
                        </a:rPr>
                        <a:t>The key components</a:t>
                      </a: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en-US" sz="2000" dirty="0" err="1">
                          <a:solidFill>
                            <a:srgbClr val="000000"/>
                          </a:solidFill>
                          <a:effectLst/>
                          <a:ea typeface="等线" panose="02010600030101010101" charset="-122"/>
                          <a:sym typeface="+mn-ea"/>
                        </a:rPr>
                        <a:t>ChengHaoZhe</a:t>
                      </a:r>
                      <a:endParaRPr lang="zh-CN" altLang="en-US" sz="2000" b="0" i="0" u="none" strike="noStrike" kern="1200" dirty="0">
                        <a:solidFill>
                          <a:srgbClr val="000000"/>
                        </a:solidFill>
                        <a:effectLst/>
                        <a:latin typeface="+mn-lt"/>
                        <a:ea typeface="等线" panose="02010600030101010101" charset="-122"/>
                        <a:cs typeface="+mn-cs"/>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extLst>
                  <a:ext uri="{0D108BD9-81ED-4DB2-BD59-A6C34878D82A}">
                    <a16:rowId xmlns:a16="http://schemas.microsoft.com/office/drawing/2014/main" val="10004"/>
                  </a:ext>
                </a:extLst>
              </a:tr>
              <a:tr h="51689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2000" u="none" strike="noStrike" dirty="0">
                          <a:solidFill>
                            <a:schemeClr val="tx1"/>
                          </a:solidFill>
                          <a:effectLst/>
                          <a:latin typeface="Calibri" panose="020F0502020204030204" charset="0"/>
                          <a:cs typeface="Calibri" panose="020F0502020204030204" charset="0"/>
                        </a:rPr>
                        <a:t>5</a:t>
                      </a:r>
                      <a:endPar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l" defTabSz="914400" rtl="0" eaLnBrk="1" fontAlgn="b" latinLnBrk="0" hangingPunct="1">
                        <a:lnSpc>
                          <a:spcPct val="100000"/>
                        </a:lnSpc>
                        <a:spcBef>
                          <a:spcPts val="0"/>
                        </a:spcBef>
                        <a:buClrTx/>
                        <a:buSzTx/>
                        <a:buFontTx/>
                        <a:buNone/>
                      </a:pPr>
                      <a:r>
                        <a:rPr lang="en-US" altLang="zh-CN" sz="2000" dirty="0">
                          <a:effectLst/>
                          <a:latin typeface="Calibri" panose="020F0502020204030204" charset="0"/>
                          <a:cs typeface="Calibri" panose="020F0502020204030204" charset="0"/>
                          <a:sym typeface="+mn-ea"/>
                        </a:rPr>
                        <a:t>Key Fixture Design</a:t>
                      </a:r>
                      <a:endParaRPr lang="en-US" altLang="zh-CN" sz="2000" kern="1200" baseline="0" dirty="0">
                        <a:solidFill>
                          <a:schemeClr val="dk1"/>
                        </a:solidFill>
                        <a:effectLst/>
                        <a:latin typeface="Calibri" panose="020F0502020204030204" charset="0"/>
                        <a:ea typeface="+mn-ea"/>
                        <a:cs typeface="Calibri" panose="020F0502020204030204" charset="0"/>
                        <a:sym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en-US" sz="2000" dirty="0" err="1">
                          <a:solidFill>
                            <a:srgbClr val="000000"/>
                          </a:solidFill>
                          <a:effectLst/>
                          <a:ea typeface="等线" panose="02010600030101010101" charset="-122"/>
                          <a:sym typeface="+mn-ea"/>
                        </a:rPr>
                        <a:t>ChengHaoZhe</a:t>
                      </a:r>
                      <a:endParaRPr lang="zh-CN" altLang="en-US" sz="2000" b="0" i="0" u="none" strike="noStrike" kern="1200" dirty="0">
                        <a:solidFill>
                          <a:srgbClr val="000000"/>
                        </a:solidFill>
                        <a:effectLst/>
                        <a:latin typeface="+mn-lt"/>
                        <a:ea typeface="等线" panose="02010600030101010101" charset="-122"/>
                        <a:cs typeface="+mn-cs"/>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5"/>
                  </a:ext>
                </a:extLst>
              </a:tr>
              <a:tr h="480053">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altLang="zh-CN" sz="2000" u="none" strike="noStrike" dirty="0">
                          <a:solidFill>
                            <a:schemeClr val="tx1"/>
                          </a:solidFill>
                          <a:effectLst/>
                          <a:latin typeface="Calibri" panose="020F0502020204030204" charset="0"/>
                          <a:cs typeface="Calibri" panose="020F0502020204030204" charset="0"/>
                        </a:rPr>
                        <a:t>6</a:t>
                      </a:r>
                      <a:endPar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l" defTabSz="914400" rtl="0" eaLnBrk="1" fontAlgn="b" latinLnBrk="0" hangingPunct="1">
                        <a:lnSpc>
                          <a:spcPct val="100000"/>
                        </a:lnSpc>
                        <a:spcBef>
                          <a:spcPts val="0"/>
                        </a:spcBef>
                        <a:buClrTx/>
                        <a:buSzTx/>
                        <a:buFontTx/>
                        <a:buNone/>
                      </a:pPr>
                      <a:r>
                        <a:rPr lang="en-US" altLang="zh-CN" sz="2000" dirty="0">
                          <a:solidFill>
                            <a:prstClr val="black"/>
                          </a:solidFill>
                          <a:latin typeface="Calibri" panose="020F0502020204030204" charset="0"/>
                          <a:cs typeface="Calibri" panose="020F0502020204030204" charset="0"/>
                          <a:sym typeface="+mn-ea"/>
                        </a:rPr>
                        <a:t>Action flow design</a:t>
                      </a:r>
                      <a:endParaRPr lang="en-US" altLang="zh-CN" sz="2000" u="none" strike="noStrike" baseline="0" dirty="0">
                        <a:solidFill>
                          <a:prstClr val="black"/>
                        </a:solidFill>
                        <a:effectLst/>
                        <a:latin typeface="Calibri" panose="020F0502020204030204" charset="0"/>
                        <a:cs typeface="Calibri" panose="020F0502020204030204" charset="0"/>
                        <a:sym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en-US" sz="2000" dirty="0" err="1">
                          <a:solidFill>
                            <a:srgbClr val="000000"/>
                          </a:solidFill>
                          <a:effectLst/>
                          <a:ea typeface="等线" panose="02010600030101010101" charset="-122"/>
                          <a:sym typeface="+mn-ea"/>
                        </a:rPr>
                        <a:t>ChengHaoZhe</a:t>
                      </a:r>
                      <a:endParaRPr lang="zh-CN" altLang="en-US" sz="2000" b="0" i="0" u="none" strike="noStrike" kern="1200" dirty="0">
                        <a:solidFill>
                          <a:srgbClr val="000000"/>
                        </a:solidFill>
                        <a:effectLst/>
                        <a:latin typeface="Calibri" panose="020F0502020204030204"/>
                        <a:ea typeface="等线" panose="02010600030101010101" charset="-122"/>
                        <a:cs typeface="+mn-cs"/>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extLst>
                  <a:ext uri="{0D108BD9-81ED-4DB2-BD59-A6C34878D82A}">
                    <a16:rowId xmlns:a16="http://schemas.microsoft.com/office/drawing/2014/main" val="10006"/>
                  </a:ext>
                </a:extLst>
              </a:tr>
              <a:tr h="48006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altLang="zh-CN" sz="2000" u="none" strike="noStrike" dirty="0">
                          <a:solidFill>
                            <a:schemeClr val="tx1"/>
                          </a:solidFill>
                          <a:effectLst/>
                          <a:latin typeface="Calibri" panose="020F0502020204030204" charset="0"/>
                          <a:cs typeface="Calibri" panose="020F0502020204030204" charset="0"/>
                        </a:rPr>
                        <a:t>7</a:t>
                      </a:r>
                      <a:endPar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lvl="0" algn="l" fontAlgn="b">
                        <a:buClrTx/>
                        <a:buSzTx/>
                        <a:buFontTx/>
                      </a:pPr>
                      <a:r>
                        <a:rPr lang="en-US" altLang="zh-CN" sz="2000" dirty="0">
                          <a:effectLst/>
                          <a:latin typeface="Calibri" panose="020F0502020204030204" charset="0"/>
                          <a:cs typeface="Calibri" panose="020F0502020204030204" charset="0"/>
                          <a:sym typeface="+mn-ea"/>
                        </a:rPr>
                        <a:t>Timing diagram</a:t>
                      </a:r>
                      <a:endParaRPr lang="en-US" altLang="zh-CN" sz="2000" u="none" strike="noStrike" baseline="0" dirty="0">
                        <a:effectLst/>
                        <a:latin typeface="Calibri" panose="020F0502020204030204" charset="0"/>
                        <a:cs typeface="Calibri" panose="020F0502020204030204" charset="0"/>
                        <a:sym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en-US" sz="2000" dirty="0" err="1">
                          <a:solidFill>
                            <a:srgbClr val="000000"/>
                          </a:solidFill>
                          <a:effectLst/>
                          <a:ea typeface="等线" panose="02010600030101010101" charset="-122"/>
                          <a:sym typeface="+mn-ea"/>
                        </a:rPr>
                        <a:t>ChengHaoZhe</a:t>
                      </a:r>
                      <a:endParaRPr lang="zh-CN" altLang="en-US" sz="2000" b="0" i="0" u="none" strike="noStrike" kern="1200" dirty="0">
                        <a:solidFill>
                          <a:srgbClr val="000000"/>
                        </a:solidFill>
                        <a:effectLst/>
                        <a:latin typeface="+mn-lt"/>
                        <a:ea typeface="等线" panose="02010600030101010101" charset="-122"/>
                        <a:cs typeface="+mn-cs"/>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20">
            <a:extLst>
              <a:ext uri="{28A0092B-C50C-407E-A947-70E740481C1C}">
                <a14:useLocalDpi xmlns:a14="http://schemas.microsoft.com/office/drawing/2010/main" val="0"/>
              </a:ext>
            </a:extLst>
          </a:blip>
          <a:srcRect/>
          <a:stretch/>
        </p:blipFill>
        <p:spPr>
          <a:xfrm rot="21304084">
            <a:off x="6205962" y="1548302"/>
            <a:ext cx="3946386" cy="1315462"/>
          </a:xfrm>
          <a:prstGeom prst="rect">
            <a:avLst/>
          </a:prstGeom>
        </p:spPr>
      </p:pic>
      <p:pic>
        <p:nvPicPr>
          <p:cNvPr id="12" name="图片 11"/>
          <p:cNvPicPr>
            <a:picLocks noChangeAspect="1"/>
          </p:cNvPicPr>
          <p:nvPr/>
        </p:nvPicPr>
        <p:blipFill>
          <a:blip r:embed="rId21">
            <a:extLst>
              <a:ext uri="{28A0092B-C50C-407E-A947-70E740481C1C}">
                <a14:useLocalDpi xmlns:a14="http://schemas.microsoft.com/office/drawing/2010/main" val="0"/>
              </a:ext>
            </a:extLst>
          </a:blip>
          <a:srcRect/>
          <a:stretch/>
        </p:blipFill>
        <p:spPr>
          <a:xfrm>
            <a:off x="1817576" y="1501009"/>
            <a:ext cx="3546821" cy="1223575"/>
          </a:xfrm>
          <a:prstGeom prst="rect">
            <a:avLst/>
          </a:prstGeom>
        </p:spPr>
      </p:pic>
      <p:sp>
        <p:nvSpPr>
          <p:cNvPr id="5"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marL="0" marR="0" lvl="0" indent="0" algn="l" defTabSz="1218565" rtl="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dirty="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sym typeface="+mn-ea"/>
              </a:rPr>
              <a:t>2.</a:t>
            </a:r>
            <a:r>
              <a:rPr kumimoji="1" lang="en-US" altLang="zh-CN" sz="3000" b="1" i="0" u="none" strike="noStrike" kern="0" cap="none" spc="0" normalizeH="0" baseline="0" noProof="0" dirty="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sym typeface="宋体" panose="02010600030101010101" pitchFamily="2" charset="-122"/>
              </a:rPr>
              <a:t>Machine Performance Design</a:t>
            </a:r>
            <a:endParaRPr kumimoji="1" lang="en-US" altLang="zh-CN" sz="3000" b="1" i="0" u="none" strike="noStrike" kern="0" cap="none" spc="0" normalizeH="0" baseline="0" noProof="0" dirty="0">
              <a:ln>
                <a:noFill/>
              </a:ln>
              <a:solidFill>
                <a:srgbClr val="0070C0"/>
              </a:solidFill>
              <a:effectLst/>
              <a:uLnTx/>
              <a:uFillTx/>
              <a:latin typeface="Arial" panose="020B0604020202020204"/>
              <a:ea typeface="Microsoft JhengHei" panose="020B0604030504040204" pitchFamily="34" charset="-120"/>
              <a:cs typeface="Arial" panose="020B0604020202020204" pitchFamily="34" charset="0"/>
            </a:endParaRPr>
          </a:p>
        </p:txBody>
      </p:sp>
      <p:sp>
        <p:nvSpPr>
          <p:cNvPr id="11" name="文本框 10"/>
          <p:cNvSpPr txBox="1"/>
          <p:nvPr/>
        </p:nvSpPr>
        <p:spPr>
          <a:xfrm>
            <a:off x="419907" y="891560"/>
            <a:ext cx="2182438" cy="322580"/>
          </a:xfrm>
          <a:prstGeom prst="rect">
            <a:avLst/>
          </a:prstGeom>
          <a:noFill/>
        </p:spPr>
        <p:txBody>
          <a:bodyPr wrap="square" lIns="0" t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sym typeface="宋体" panose="02010600030101010101" pitchFamily="2" charset="-122"/>
              </a:rPr>
              <a:t>Function</a:t>
            </a:r>
            <a:r>
              <a:rPr lang="en-US" altLang="zh-TW" sz="1800" b="1" dirty="0">
                <a:solidFill>
                  <a:srgbClr val="FF0000"/>
                </a:solidFill>
                <a:latin typeface="宋体" panose="02010600030101010101" pitchFamily="2" charset="-122"/>
                <a:sym typeface="宋体" panose="02010600030101010101" pitchFamily="2" charset="-122"/>
              </a:rPr>
              <a:t> (Change)</a:t>
            </a:r>
            <a:r>
              <a:rPr lang="zh-TW" altLang="en-US" sz="1800" b="1" dirty="0">
                <a:solidFill>
                  <a:srgbClr val="FF0000"/>
                </a:solidFill>
                <a:latin typeface="宋体" panose="02010600030101010101" pitchFamily="2" charset="-122"/>
                <a:sym typeface="宋体" panose="02010600030101010101" pitchFamily="2" charset="-122"/>
              </a:rPr>
              <a: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a:t>
            </a: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fld id="{4DBA7082-35D1-4E75-A057-BA9AC6C42710}" type="slidenum">
              <a:rPr kumimoji="0" altLang="en-US" sz="1400" b="0" i="0" u="none" strike="noStrike" kern="1200" cap="none" spc="0" normalizeH="0" baseline="0" noProof="0" smtClean="0">
                <a:ln>
                  <a:noFill/>
                </a:ln>
                <a:solidFill>
                  <a:srgbClr val="898989"/>
                </a:solidFill>
                <a:effectLst/>
                <a:uLnTx/>
                <a:uFillTx/>
                <a:latin typeface="Arial" panose="020B0604020202020204" pitchFamily="34" charset="0"/>
                <a:ea typeface="微软雅黑" panose="020B0503020204020204" pitchFamily="34" charset="-122"/>
                <a:cs typeface="+mn-cs"/>
              </a:rPr>
              <a:t>3</a:t>
            </a:fld>
            <a:endParaRPr kumimoji="0" lang="zh-TW" altLang="en-US" sz="1400" b="0" i="0" u="none" strike="noStrike" kern="1200" cap="none" spc="0" normalizeH="0" baseline="0" noProof="0" dirty="0">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
        <p:nvSpPr>
          <p:cNvPr id="7"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unit</a:t>
            </a:r>
            <a:r>
              <a:rPr kumimoji="0" lang="zh-CN" altLang="en-US" sz="11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en-US" altLang="zh-CN" sz="11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mm</a:t>
            </a:r>
            <a:endParaRPr kumimoji="0" lang="zh-CN" altLang="en-US" sz="11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p:txBody>
      </p:sp>
      <p:cxnSp>
        <p:nvCxnSpPr>
          <p:cNvPr id="10" name="直接连接符 9"/>
          <p:cNvCxnSpPr/>
          <p:nvPr/>
        </p:nvCxnSpPr>
        <p:spPr>
          <a:xfrm flipV="1">
            <a:off x="776658" y="3459936"/>
            <a:ext cx="9918236" cy="10106"/>
          </a:xfrm>
          <a:prstGeom prst="line">
            <a:avLst/>
          </a:prstGeom>
          <a:ln w="28575">
            <a:solidFill>
              <a:srgbClr val="005C4F"/>
            </a:solidFill>
            <a:prstDash val="sysDot"/>
          </a:ln>
        </p:spPr>
        <p:style>
          <a:lnRef idx="1">
            <a:schemeClr val="accent1"/>
          </a:lnRef>
          <a:fillRef idx="0">
            <a:schemeClr val="accent1"/>
          </a:fillRef>
          <a:effectRef idx="0">
            <a:schemeClr val="accent1"/>
          </a:effectRef>
          <a:fontRef idx="minor">
            <a:schemeClr val="tx1"/>
          </a:fontRef>
        </p:style>
      </p:cxnSp>
      <p:sp>
        <p:nvSpPr>
          <p:cNvPr id="14341" name="矩形 22"/>
          <p:cNvSpPr/>
          <p:nvPr/>
        </p:nvSpPr>
        <p:spPr>
          <a:xfrm>
            <a:off x="3024634" y="2737396"/>
            <a:ext cx="1282700" cy="400050"/>
          </a:xfrm>
          <a:prstGeom prst="rect">
            <a:avLst/>
          </a:prstGeom>
          <a:noFill/>
          <a:ln w="9525">
            <a:noFill/>
          </a:ln>
        </p:spPr>
        <p:txBody>
          <a:bodyPr anchor="t" anchorCtr="0">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Calibri" panose="020F0502020204030204" charset="0"/>
                <a:ea typeface="等线" panose="02010600030101010101" charset="-122"/>
                <a:cs typeface="+mn-cs"/>
              </a:rPr>
              <a:t>Alignment</a:t>
            </a:r>
            <a:endParaRPr kumimoji="0" lang="zh-CN" altLang="en-US" sz="2000" b="0" i="0" u="none" strike="noStrike" kern="1200" cap="none" spc="0" normalizeH="0" baseline="0" noProof="0" dirty="0">
              <a:ln>
                <a:noFill/>
              </a:ln>
              <a:solidFill>
                <a:prstClr val="black"/>
              </a:solidFill>
              <a:effectLst/>
              <a:uLnTx/>
              <a:uFillTx/>
              <a:latin typeface="Calibri" panose="020F0502020204030204" charset="0"/>
              <a:ea typeface="等线" panose="02010600030101010101" charset="-122"/>
              <a:cs typeface="+mn-cs"/>
            </a:endParaRPr>
          </a:p>
        </p:txBody>
      </p:sp>
      <p:sp>
        <p:nvSpPr>
          <p:cNvPr id="14342" name="矩形 23"/>
          <p:cNvSpPr/>
          <p:nvPr/>
        </p:nvSpPr>
        <p:spPr>
          <a:xfrm>
            <a:off x="6958648" y="2752090"/>
            <a:ext cx="1749425" cy="398463"/>
          </a:xfrm>
          <a:prstGeom prst="rect">
            <a:avLst/>
          </a:prstGeom>
          <a:noFill/>
          <a:ln w="9525">
            <a:noFill/>
          </a:ln>
        </p:spPr>
        <p:txBody>
          <a:bodyPr anchor="t" anchorCtr="0">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Calibri" panose="020F0502020204030204" charset="0"/>
                <a:ea typeface="等线" panose="02010600030101010101" charset="-122"/>
                <a:cs typeface="+mn-cs"/>
              </a:rPr>
              <a:t>Pressing</a:t>
            </a:r>
          </a:p>
        </p:txBody>
      </p:sp>
      <p:sp>
        <p:nvSpPr>
          <p:cNvPr id="15" name="右大括号 28"/>
          <p:cNvSpPr/>
          <p:nvPr/>
        </p:nvSpPr>
        <p:spPr>
          <a:xfrm>
            <a:off x="5538507" y="1660109"/>
            <a:ext cx="238125" cy="1003300"/>
          </a:xfrm>
          <a:prstGeom prst="righ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charset="-122"/>
              <a:cs typeface="+mn-cs"/>
            </a:endParaRPr>
          </a:p>
        </p:txBody>
      </p:sp>
      <p:cxnSp>
        <p:nvCxnSpPr>
          <p:cNvPr id="18" name="直接箭头连接符 39"/>
          <p:cNvCxnSpPr/>
          <p:nvPr/>
        </p:nvCxnSpPr>
        <p:spPr>
          <a:xfrm>
            <a:off x="9377116" y="1602317"/>
            <a:ext cx="0" cy="25558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3"/>
          <p:cNvCxnSpPr/>
          <p:nvPr>
            <p:custDataLst>
              <p:tags r:id="rId2"/>
            </p:custDataLst>
          </p:nvPr>
        </p:nvCxnSpPr>
        <p:spPr>
          <a:xfrm flipH="1">
            <a:off x="4596829" y="1346006"/>
            <a:ext cx="0" cy="46672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0"/>
          <p:cNvCxnSpPr/>
          <p:nvPr>
            <p:custDataLst>
              <p:tags r:id="rId3"/>
            </p:custDataLst>
          </p:nvPr>
        </p:nvCxnSpPr>
        <p:spPr>
          <a:xfrm>
            <a:off x="8695126" y="1602317"/>
            <a:ext cx="0" cy="25558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11"/>
          <p:cNvCxnSpPr/>
          <p:nvPr>
            <p:custDataLst>
              <p:tags r:id="rId4"/>
            </p:custDataLst>
          </p:nvPr>
        </p:nvCxnSpPr>
        <p:spPr>
          <a:xfrm>
            <a:off x="7999166" y="1600729"/>
            <a:ext cx="0" cy="25558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12"/>
          <p:cNvCxnSpPr/>
          <p:nvPr>
            <p:custDataLst>
              <p:tags r:id="rId5"/>
            </p:custDataLst>
          </p:nvPr>
        </p:nvCxnSpPr>
        <p:spPr>
          <a:xfrm>
            <a:off x="7297174" y="1600729"/>
            <a:ext cx="0" cy="25558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14"/>
          <p:cNvCxnSpPr/>
          <p:nvPr>
            <p:custDataLst>
              <p:tags r:id="rId6"/>
            </p:custDataLst>
          </p:nvPr>
        </p:nvCxnSpPr>
        <p:spPr>
          <a:xfrm>
            <a:off x="6664396" y="1602317"/>
            <a:ext cx="0" cy="25558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15"/>
          <p:cNvCxnSpPr/>
          <p:nvPr>
            <p:custDataLst>
              <p:tags r:id="rId7"/>
            </p:custDataLst>
          </p:nvPr>
        </p:nvCxnSpPr>
        <p:spPr>
          <a:xfrm flipH="1" flipV="1">
            <a:off x="9377116" y="2261129"/>
            <a:ext cx="0" cy="25241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17"/>
          <p:cNvCxnSpPr/>
          <p:nvPr>
            <p:custDataLst>
              <p:tags r:id="rId8"/>
            </p:custDataLst>
          </p:nvPr>
        </p:nvCxnSpPr>
        <p:spPr>
          <a:xfrm flipH="1" flipV="1">
            <a:off x="8677664" y="2261129"/>
            <a:ext cx="0" cy="25241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18"/>
          <p:cNvCxnSpPr/>
          <p:nvPr>
            <p:custDataLst>
              <p:tags r:id="rId9"/>
            </p:custDataLst>
          </p:nvPr>
        </p:nvCxnSpPr>
        <p:spPr>
          <a:xfrm flipH="1" flipV="1">
            <a:off x="8000754" y="2261129"/>
            <a:ext cx="0" cy="25241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19"/>
          <p:cNvCxnSpPr/>
          <p:nvPr>
            <p:custDataLst>
              <p:tags r:id="rId10"/>
            </p:custDataLst>
          </p:nvPr>
        </p:nvCxnSpPr>
        <p:spPr>
          <a:xfrm flipH="1" flipV="1">
            <a:off x="7290824" y="2261129"/>
            <a:ext cx="0" cy="25241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1"/>
          <p:cNvCxnSpPr/>
          <p:nvPr>
            <p:custDataLst>
              <p:tags r:id="rId11"/>
            </p:custDataLst>
          </p:nvPr>
        </p:nvCxnSpPr>
        <p:spPr>
          <a:xfrm flipH="1" flipV="1">
            <a:off x="6661221" y="2261129"/>
            <a:ext cx="0" cy="25241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2"/>
          <p:cNvCxnSpPr/>
          <p:nvPr>
            <p:custDataLst>
              <p:tags r:id="rId12"/>
            </p:custDataLst>
          </p:nvPr>
        </p:nvCxnSpPr>
        <p:spPr>
          <a:xfrm flipH="1">
            <a:off x="9499354" y="2180167"/>
            <a:ext cx="252413"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3"/>
          <p:cNvCxnSpPr/>
          <p:nvPr>
            <p:custDataLst>
              <p:tags r:id="rId13"/>
            </p:custDataLst>
          </p:nvPr>
        </p:nvCxnSpPr>
        <p:spPr>
          <a:xfrm flipH="1">
            <a:off x="9499354" y="2008717"/>
            <a:ext cx="252413"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24"/>
          <p:cNvCxnSpPr/>
          <p:nvPr>
            <p:custDataLst>
              <p:tags r:id="rId14"/>
            </p:custDataLst>
          </p:nvPr>
        </p:nvCxnSpPr>
        <p:spPr>
          <a:xfrm>
            <a:off x="6294509" y="2008717"/>
            <a:ext cx="252413"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25"/>
          <p:cNvCxnSpPr/>
          <p:nvPr>
            <p:custDataLst>
              <p:tags r:id="rId15"/>
            </p:custDataLst>
          </p:nvPr>
        </p:nvCxnSpPr>
        <p:spPr>
          <a:xfrm>
            <a:off x="6284984" y="2199217"/>
            <a:ext cx="252413"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34" name="Content Placeholder 4"/>
          <p:cNvGraphicFramePr>
            <a:graphicFrameLocks noGrp="1"/>
          </p:cNvGraphicFramePr>
          <p:nvPr>
            <p:custDataLst>
              <p:tags r:id="rId16"/>
            </p:custDataLst>
          </p:nvPr>
        </p:nvGraphicFramePr>
        <p:xfrm>
          <a:off x="658435" y="4016098"/>
          <a:ext cx="10154396" cy="1463040"/>
        </p:xfrm>
        <a:graphic>
          <a:graphicData uri="http://schemas.openxmlformats.org/drawingml/2006/table">
            <a:tbl>
              <a:tblPr firstRow="1" bandRow="1">
                <a:tableStyleId>{2D5ABB26-0587-4C30-8999-92F81FD0307C}</a:tableStyleId>
              </a:tblPr>
              <a:tblGrid>
                <a:gridCol w="1866265">
                  <a:extLst>
                    <a:ext uri="{9D8B030D-6E8A-4147-A177-3AD203B41FA5}">
                      <a16:colId xmlns:a16="http://schemas.microsoft.com/office/drawing/2014/main" val="20000"/>
                    </a:ext>
                  </a:extLst>
                </a:gridCol>
                <a:gridCol w="8288131">
                  <a:extLst>
                    <a:ext uri="{9D8B030D-6E8A-4147-A177-3AD203B41FA5}">
                      <a16:colId xmlns:a16="http://schemas.microsoft.com/office/drawing/2014/main" val="20001"/>
                    </a:ext>
                  </a:extLst>
                </a:gridCol>
              </a:tblGrid>
              <a:tr h="243840">
                <a:tc>
                  <a:txBody>
                    <a:bodyPr/>
                    <a:lstStyle/>
                    <a:p>
                      <a:r>
                        <a:rPr lang="en-US" altLang="zh-CN" sz="1000" dirty="0">
                          <a:latin typeface="Calibri" panose="020F0502020204030204" charset="0"/>
                          <a:ea typeface="黑体" panose="02010609060101010101" charset="-122"/>
                          <a:cs typeface="Calibri" panose="020F0502020204030204" charset="0"/>
                          <a:sym typeface="+mn-ea"/>
                        </a:rPr>
                        <a:t>Purpose</a:t>
                      </a:r>
                      <a:endParaRPr lang="zh-CN" altLang="en-US" sz="1000" b="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000" dirty="0">
                          <a:latin typeface="微软雅黑" panose="020B0503020204020204" pitchFamily="34" charset="-122"/>
                          <a:ea typeface="微软雅黑" panose="020B0503020204020204" pitchFamily="34" charset="-122"/>
                        </a:rPr>
                        <a:t>Align the upper cover with the top of the lower cover and use a cylinder to press down to make it fit snugly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840">
                <a:tc>
                  <a:txBody>
                    <a:bodyPr/>
                    <a:lstStyle/>
                    <a:p>
                      <a:r>
                        <a:rPr lang="zh-CN" altLang="en-US" sz="1000" dirty="0">
                          <a:latin typeface="Arial" panose="020B0604020202020204" pitchFamily="34" charset="0"/>
                          <a:cs typeface="Arial" panose="020B0604020202020204" pitchFamily="34" charset="0"/>
                        </a:rPr>
                        <a:t>Product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000" dirty="0">
                          <a:solidFill>
                            <a:schemeClr val="tx1"/>
                          </a:solidFill>
                          <a:latin typeface="Arial" panose="020B0604020202020204" pitchFamily="34" charset="0"/>
                          <a:cs typeface="Arial" panose="020B0604020202020204" pitchFamily="34" charset="0"/>
                        </a:rPr>
                        <a:t>100.85*21.1mm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43840">
                <a:tc>
                  <a:txBody>
                    <a:bodyPr/>
                    <a:lstStyle/>
                    <a:p>
                      <a:r>
                        <a:rPr lang="en-US" altLang="zh-CN" sz="1000" dirty="0">
                          <a:latin typeface="Calibri" panose="020F0502020204030204" charset="0"/>
                          <a:cs typeface="Calibri" panose="020F0502020204030204" charset="0"/>
                          <a:sym typeface="+mn-ea"/>
                        </a:rPr>
                        <a:t>Tool</a:t>
                      </a:r>
                      <a:endParaRPr lang="zh-CN" altLang="en-US" sz="1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sz="1000" dirty="0">
                          <a:latin typeface="Arial" panose="020B0604020202020204" pitchFamily="34" charset="0"/>
                          <a:cs typeface="Arial" panose="020B0604020202020204" pitchFamily="34" charset="0"/>
                          <a:sym typeface="+mn-ea"/>
                        </a:rPr>
                        <a:t>TABLE Load transfer component，Compression assembly，Material retrieval component，Suction nozzle，CCD，Actuator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43840">
                <a:tc>
                  <a:txBody>
                    <a:bodyPr/>
                    <a:lstStyle/>
                    <a:p>
                      <a:r>
                        <a:rPr lang="en-US" altLang="zh-CN" sz="1000" dirty="0">
                          <a:latin typeface="Calibri" panose="020F0502020204030204" charset="0"/>
                          <a:cs typeface="Calibri" panose="020F0502020204030204" charset="0"/>
                          <a:sym typeface="+mn-ea"/>
                        </a:rPr>
                        <a:t>Process</a:t>
                      </a:r>
                      <a:endParaRPr lang="zh-CN" altLang="en-US" sz="1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000" dirty="0">
                          <a:latin typeface="Calibri" panose="020F0502020204030204" charset="0"/>
                          <a:ea typeface="微软雅黑" panose="020B0503020204020204" pitchFamily="34" charset="-122"/>
                          <a:cs typeface="Calibri" panose="020F0502020204030204" charset="0"/>
                          <a:sym typeface="+mn-ea"/>
                        </a:rPr>
                        <a:t>CCD calibration</a:t>
                      </a:r>
                      <a:endParaRPr lang="zh-CN" altLang="en-US" sz="1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r>
                        <a:rPr lang="en-US" altLang="zh-CN" sz="1000" dirty="0">
                          <a:latin typeface="Calibri" panose="020F0502020204030204" charset="0"/>
                          <a:cs typeface="Calibri" panose="020F0502020204030204" charset="0"/>
                          <a:sym typeface="+mn-ea"/>
                        </a:rPr>
                        <a:t>Process requirements</a:t>
                      </a:r>
                      <a:endParaRPr lang="zh-CN" altLang="en-US" sz="1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US" altLang="zh-CN" sz="1000" dirty="0">
                          <a:latin typeface="Calibri" panose="020F0502020204030204" charset="0"/>
                          <a:ea typeface="黑体" panose="02010609060101010101" charset="-122"/>
                          <a:cs typeface="Calibri" panose="020F0502020204030204" charset="0"/>
                          <a:sym typeface="+mn-ea"/>
                        </a:rPr>
                        <a:t>Alignment tolerance</a:t>
                      </a:r>
                      <a:r>
                        <a:rPr lang="en-US" altLang="zh-CN" sz="1000" baseline="0" dirty="0">
                          <a:solidFill>
                            <a:schemeClr val="tx1"/>
                          </a:solidFill>
                          <a:latin typeface="Arial" panose="020B0604020202020204" pitchFamily="34" charset="0"/>
                          <a:cs typeface="Arial" panose="020B0604020202020204" pitchFamily="34" charset="0"/>
                        </a:rPr>
                        <a:t> +/- 0.2mm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r>
                        <a:rPr lang="en-US" altLang="zh-CN" sz="1000" dirty="0">
                          <a:latin typeface="Calibri" panose="020F0502020204030204" charset="0"/>
                          <a:cs typeface="Calibri" panose="020F0502020204030204" charset="0"/>
                          <a:sym typeface="+mn-ea"/>
                        </a:rPr>
                        <a:t>UPH requirements</a:t>
                      </a:r>
                      <a:endParaRPr lang="en-US" sz="1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US" sz="1000" baseline="0" dirty="0">
                          <a:solidFill>
                            <a:schemeClr val="tx1"/>
                          </a:solidFill>
                          <a:latin typeface="Arial" panose="020B0604020202020204" pitchFamily="34" charset="0"/>
                          <a:cs typeface="Arial" panose="020B0604020202020204" pitchFamily="34" charset="0"/>
                        </a:rPr>
                        <a:t>900PCS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cxnSp>
        <p:nvCxnSpPr>
          <p:cNvPr id="4" name="直接箭头连接符 3"/>
          <p:cNvCxnSpPr/>
          <p:nvPr>
            <p:custDataLst>
              <p:tags r:id="rId17"/>
            </p:custDataLst>
          </p:nvPr>
        </p:nvCxnSpPr>
        <p:spPr>
          <a:xfrm flipH="1">
            <a:off x="2609900" y="1325721"/>
            <a:ext cx="0" cy="46672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5"/>
          <a:stretch>
            <a:fillRect/>
          </a:stretch>
        </p:blipFill>
        <p:spPr>
          <a:xfrm>
            <a:off x="3075940" y="826135"/>
            <a:ext cx="1207770" cy="2374900"/>
          </a:xfrm>
          <a:prstGeom prst="rect">
            <a:avLst/>
          </a:prstGeom>
        </p:spPr>
      </p:pic>
      <p:pic>
        <p:nvPicPr>
          <p:cNvPr id="2" name="图片 1"/>
          <p:cNvPicPr>
            <a:picLocks noChangeAspect="1"/>
          </p:cNvPicPr>
          <p:nvPr/>
        </p:nvPicPr>
        <p:blipFill>
          <a:blip r:embed="rId6"/>
          <a:stretch>
            <a:fillRect/>
          </a:stretch>
        </p:blipFill>
        <p:spPr>
          <a:xfrm>
            <a:off x="6551930" y="873760"/>
            <a:ext cx="3169920" cy="3640455"/>
          </a:xfrm>
          <a:prstGeom prst="rect">
            <a:avLst/>
          </a:prstGeom>
        </p:spPr>
      </p:pic>
      <p:sp>
        <p:nvSpPr>
          <p:cNvPr id="5" name="標題 1"/>
          <p:cNvSpPr txBox="1"/>
          <p:nvPr/>
        </p:nvSpPr>
        <p:spPr>
          <a:xfrm>
            <a:off x="742623" y="144893"/>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3.</a:t>
            </a:r>
            <a:r>
              <a:rPr lang="en-US" altLang="zh-CN" dirty="0">
                <a:latin typeface="+mn-lt"/>
                <a:sym typeface="+mn-ea"/>
              </a:rPr>
              <a:t>Equipment Layout</a:t>
            </a:r>
            <a:endParaRPr lang="en-US" altLang="zh-CN" dirty="0">
              <a:latin typeface="+mn-lt"/>
            </a:endParaRP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4</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8"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42" name="文本框 41"/>
          <p:cNvSpPr txBox="1"/>
          <p:nvPr/>
        </p:nvSpPr>
        <p:spPr>
          <a:xfrm>
            <a:off x="2211705" y="2099945"/>
            <a:ext cx="880745" cy="275590"/>
          </a:xfrm>
          <a:prstGeom prst="rect">
            <a:avLst/>
          </a:prstGeom>
          <a:solidFill>
            <a:schemeClr val="bg1"/>
          </a:solidFill>
        </p:spPr>
        <p:txBody>
          <a:bodyPr wrap="square" rtlCol="0">
            <a:spAutoFit/>
          </a:bodyPr>
          <a:lstStyle/>
          <a:p>
            <a:pPr algn="ctr"/>
            <a:r>
              <a:rPr lang="en-US" sz="1200" dirty="0">
                <a:latin typeface="微软雅黑" panose="020B0503020204020204" pitchFamily="34" charset="-122"/>
                <a:ea typeface="微软雅黑" panose="020B0503020204020204" pitchFamily="34" charset="-122"/>
              </a:rPr>
              <a:t>1680mm</a:t>
            </a:r>
          </a:p>
        </p:txBody>
      </p:sp>
      <p:grpSp>
        <p:nvGrpSpPr>
          <p:cNvPr id="43" name="组合 42"/>
          <p:cNvGrpSpPr/>
          <p:nvPr/>
        </p:nvGrpSpPr>
        <p:grpSpPr>
          <a:xfrm>
            <a:off x="2927985" y="1226820"/>
            <a:ext cx="349250" cy="1954530"/>
            <a:chOff x="3359" y="2181"/>
            <a:chExt cx="888" cy="3746"/>
          </a:xfrm>
        </p:grpSpPr>
        <p:cxnSp>
          <p:nvCxnSpPr>
            <p:cNvPr id="44" name="直接连接符 43"/>
            <p:cNvCxnSpPr/>
            <p:nvPr/>
          </p:nvCxnSpPr>
          <p:spPr>
            <a:xfrm flipH="1">
              <a:off x="3359" y="2182"/>
              <a:ext cx="8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3359" y="5927"/>
              <a:ext cx="8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a:off x="3529" y="2181"/>
              <a:ext cx="26" cy="3736"/>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pic>
        <p:nvPicPr>
          <p:cNvPr id="4" name="图片 3"/>
          <p:cNvPicPr>
            <a:picLocks noChangeAspect="1"/>
          </p:cNvPicPr>
          <p:nvPr/>
        </p:nvPicPr>
        <p:blipFill>
          <a:blip r:embed="rId7"/>
          <a:stretch>
            <a:fillRect/>
          </a:stretch>
        </p:blipFill>
        <p:spPr>
          <a:xfrm>
            <a:off x="3068955" y="3253105"/>
            <a:ext cx="1207135" cy="2923540"/>
          </a:xfrm>
          <a:prstGeom prst="rect">
            <a:avLst/>
          </a:prstGeom>
        </p:spPr>
      </p:pic>
      <p:sp>
        <p:nvSpPr>
          <p:cNvPr id="6" name="文本框 5"/>
          <p:cNvSpPr txBox="1"/>
          <p:nvPr/>
        </p:nvSpPr>
        <p:spPr>
          <a:xfrm>
            <a:off x="2209800" y="4238625"/>
            <a:ext cx="880745" cy="275590"/>
          </a:xfrm>
          <a:prstGeom prst="rect">
            <a:avLst/>
          </a:prstGeom>
          <a:solidFill>
            <a:schemeClr val="bg1"/>
          </a:solidFill>
        </p:spPr>
        <p:txBody>
          <a:bodyPr wrap="square" rtlCol="0">
            <a:spAutoFit/>
          </a:bodyPr>
          <a:lstStyle/>
          <a:p>
            <a:pPr algn="ctr"/>
            <a:r>
              <a:rPr lang="en-US" sz="1200" dirty="0">
                <a:latin typeface="微软雅黑" panose="020B0503020204020204" pitchFamily="34" charset="-122"/>
                <a:ea typeface="微软雅黑" panose="020B0503020204020204" pitchFamily="34" charset="-122"/>
              </a:rPr>
              <a:t>2300mm</a:t>
            </a:r>
          </a:p>
        </p:txBody>
      </p:sp>
      <p:grpSp>
        <p:nvGrpSpPr>
          <p:cNvPr id="7" name="组合 6"/>
          <p:cNvGrpSpPr/>
          <p:nvPr/>
        </p:nvGrpSpPr>
        <p:grpSpPr>
          <a:xfrm>
            <a:off x="2927985" y="3300730"/>
            <a:ext cx="349250" cy="2661920"/>
            <a:chOff x="3359" y="2181"/>
            <a:chExt cx="888" cy="3746"/>
          </a:xfrm>
        </p:grpSpPr>
        <p:cxnSp>
          <p:nvCxnSpPr>
            <p:cNvPr id="9" name="直接连接符 8"/>
            <p:cNvCxnSpPr/>
            <p:nvPr/>
          </p:nvCxnSpPr>
          <p:spPr>
            <a:xfrm flipH="1">
              <a:off x="3359" y="2182"/>
              <a:ext cx="8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a:off x="3359" y="5927"/>
              <a:ext cx="8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3529" y="2181"/>
              <a:ext cx="26" cy="3736"/>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sp>
        <p:nvSpPr>
          <p:cNvPr id="13" name="文本框 12"/>
          <p:cNvSpPr txBox="1"/>
          <p:nvPr/>
        </p:nvSpPr>
        <p:spPr>
          <a:xfrm>
            <a:off x="3228340" y="6176645"/>
            <a:ext cx="965200" cy="275590"/>
          </a:xfrm>
          <a:prstGeom prst="rect">
            <a:avLst/>
          </a:prstGeom>
          <a:solidFill>
            <a:schemeClr val="bg1"/>
          </a:solidFill>
        </p:spPr>
        <p:txBody>
          <a:bodyPr wrap="square" rtlCol="0">
            <a:spAutoFit/>
          </a:bodyPr>
          <a:lstStyle/>
          <a:p>
            <a:pPr algn="ctr"/>
            <a:r>
              <a:rPr lang="en-US" sz="1200" dirty="0">
                <a:latin typeface="微软雅黑" panose="020B0503020204020204" pitchFamily="34" charset="-122"/>
                <a:ea typeface="微软雅黑" panose="020B0503020204020204" pitchFamily="34" charset="-122"/>
              </a:rPr>
              <a:t>1000mm</a:t>
            </a:r>
          </a:p>
        </p:txBody>
      </p:sp>
      <p:grpSp>
        <p:nvGrpSpPr>
          <p:cNvPr id="20" name="组合 19"/>
          <p:cNvGrpSpPr/>
          <p:nvPr/>
        </p:nvGrpSpPr>
        <p:grpSpPr>
          <a:xfrm>
            <a:off x="3091815" y="5887085"/>
            <a:ext cx="1156970" cy="466725"/>
            <a:chOff x="4724" y="9531"/>
            <a:chExt cx="1754" cy="735"/>
          </a:xfrm>
        </p:grpSpPr>
        <p:cxnSp>
          <p:nvCxnSpPr>
            <p:cNvPr id="18" name="直接连接符 17"/>
            <p:cNvCxnSpPr/>
            <p:nvPr/>
          </p:nvCxnSpPr>
          <p:spPr>
            <a:xfrm>
              <a:off x="6478" y="9531"/>
              <a:ext cx="0" cy="735"/>
            </a:xfrm>
            <a:prstGeom prst="line">
              <a:avLst/>
            </a:pr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4724" y="9531"/>
              <a:ext cx="0" cy="735"/>
            </a:xfrm>
            <a:prstGeom prst="line">
              <a:avLst/>
            </a:pr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flipV="1">
              <a:off x="4726" y="10043"/>
              <a:ext cx="1735" cy="5"/>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grpSp>
      <p:sp>
        <p:nvSpPr>
          <p:cNvPr id="14" name="文本框 13"/>
          <p:cNvSpPr txBox="1"/>
          <p:nvPr/>
        </p:nvSpPr>
        <p:spPr>
          <a:xfrm>
            <a:off x="9993630" y="1826260"/>
            <a:ext cx="1160780" cy="275590"/>
          </a:xfrm>
          <a:prstGeom prst="rect">
            <a:avLst/>
          </a:prstGeom>
          <a:noFill/>
          <a:ln>
            <a:noFill/>
          </a:ln>
        </p:spPr>
        <p:txBody>
          <a:bodyPr wrap="square" rtlCol="0">
            <a:spAutoFit/>
          </a:bodyPr>
          <a:lstStyle>
            <a:defPPr>
              <a:defRPr lang="zh-CN"/>
            </a:defPPr>
            <a:lvl1pPr algn="ctr">
              <a:defRPr sz="1200">
                <a:latin typeface="微软雅黑" panose="020B0503020204020204" pitchFamily="34" charset="-122"/>
                <a:ea typeface="微软雅黑" panose="020B0503020204020204" pitchFamily="34" charset="-122"/>
              </a:defRPr>
            </a:lvl1pPr>
          </a:lstStyle>
          <a:p>
            <a:r>
              <a:rPr lang="en-US" altLang="zh-CN" dirty="0">
                <a:ln>
                  <a:noFill/>
                </a:ln>
              </a:rPr>
              <a:t>Tricolor lamp</a:t>
            </a:r>
            <a:endParaRPr lang="zh-CN" altLang="en-US" dirty="0">
              <a:ln>
                <a:noFill/>
              </a:ln>
            </a:endParaRPr>
          </a:p>
        </p:txBody>
      </p:sp>
      <p:cxnSp>
        <p:nvCxnSpPr>
          <p:cNvPr id="33" name="直接箭头连接符 32"/>
          <p:cNvCxnSpPr/>
          <p:nvPr/>
        </p:nvCxnSpPr>
        <p:spPr>
          <a:xfrm flipH="1" flipV="1">
            <a:off x="9570085" y="1954530"/>
            <a:ext cx="438785" cy="10287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9592945" y="3197860"/>
            <a:ext cx="1161415" cy="275590"/>
          </a:xfrm>
          <a:prstGeom prst="rect">
            <a:avLst/>
          </a:prstGeom>
          <a:noFill/>
          <a:ln>
            <a:noFill/>
          </a:ln>
        </p:spPr>
        <p:txBody>
          <a:bodyPr wrap="square" rtlCol="0">
            <a:spAutoFit/>
          </a:bodyPr>
          <a:lstStyle>
            <a:defPPr>
              <a:defRPr lang="zh-CN"/>
            </a:defPPr>
            <a:lvl1pPr algn="ctr">
              <a:defRPr sz="1200">
                <a:latin typeface="微软雅黑" panose="020B0503020204020204" pitchFamily="34" charset="-122"/>
                <a:ea typeface="微软雅黑" panose="020B0503020204020204" pitchFamily="34" charset="-122"/>
              </a:defRPr>
            </a:lvl1pPr>
          </a:lstStyle>
          <a:p>
            <a:r>
              <a:rPr lang="en-US" altLang="zh-CN" dirty="0">
                <a:ln>
                  <a:noFill/>
                </a:ln>
              </a:rPr>
              <a:t>Touch screen</a:t>
            </a:r>
            <a:endParaRPr lang="zh-CN" altLang="en-US" dirty="0">
              <a:ln>
                <a:noFill/>
              </a:ln>
            </a:endParaRPr>
          </a:p>
        </p:txBody>
      </p:sp>
      <p:sp>
        <p:nvSpPr>
          <p:cNvPr id="26" name="矩形 25"/>
          <p:cNvSpPr/>
          <p:nvPr/>
        </p:nvSpPr>
        <p:spPr>
          <a:xfrm>
            <a:off x="9622790" y="2619375"/>
            <a:ext cx="827405" cy="275590"/>
          </a:xfrm>
          <a:prstGeom prst="rect">
            <a:avLst/>
          </a:prstGeom>
          <a:ln>
            <a:noFill/>
            <a:headEnd type="none" w="med" len="med"/>
            <a:tailEnd type="oval" w="med" len="med"/>
          </a:ln>
        </p:spPr>
        <p:style>
          <a:lnRef idx="2">
            <a:schemeClr val="accent1"/>
          </a:lnRef>
          <a:fillRef idx="0">
            <a:srgbClr val="FFFFFF"/>
          </a:fillRef>
          <a:effectRef idx="0">
            <a:srgbClr val="FFFFFF"/>
          </a:effectRef>
          <a:fontRef idx="minor">
            <a:schemeClr val="dk1"/>
          </a:fontRef>
        </p:style>
        <p:txBody>
          <a:bodyPr wrap="square" rtlCol="0">
            <a:spAutoFit/>
          </a:bodyPr>
          <a:lstStyle>
            <a:defPPr>
              <a:defRPr lang="zh-CN"/>
            </a:defPPr>
            <a:lvl1pPr algn="ctr">
              <a:defRPr sz="1200">
                <a:latin typeface="微软雅黑" panose="020B0503020204020204" pitchFamily="34" charset="-122"/>
                <a:ea typeface="微软雅黑" panose="020B0503020204020204" pitchFamily="34" charset="-122"/>
              </a:defRPr>
            </a:lvl1pPr>
          </a:lstStyle>
          <a:p>
            <a:r>
              <a:rPr lang="en-US" altLang="zh-CN" dirty="0">
                <a:ln>
                  <a:noFill/>
                </a:ln>
              </a:rPr>
              <a:t>PC</a:t>
            </a:r>
          </a:p>
        </p:txBody>
      </p:sp>
      <p:cxnSp>
        <p:nvCxnSpPr>
          <p:cNvPr id="22" name="直接箭头连接符 21"/>
          <p:cNvCxnSpPr/>
          <p:nvPr/>
        </p:nvCxnSpPr>
        <p:spPr>
          <a:xfrm flipH="1" flipV="1">
            <a:off x="9377045" y="2835910"/>
            <a:ext cx="540385" cy="34798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flipV="1">
            <a:off x="9411970" y="2611120"/>
            <a:ext cx="505460" cy="142875"/>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5474970" y="1492885"/>
            <a:ext cx="1160780" cy="275590"/>
          </a:xfrm>
          <a:prstGeom prst="rect">
            <a:avLst/>
          </a:prstGeom>
          <a:noFill/>
          <a:ln>
            <a:noFill/>
          </a:ln>
        </p:spPr>
        <p:txBody>
          <a:bodyPr wrap="square" rtlCol="0">
            <a:spAutoFit/>
          </a:bodyPr>
          <a:lstStyle>
            <a:defPPr>
              <a:defRPr lang="zh-CN"/>
            </a:defPPr>
            <a:lvl1pPr algn="ctr">
              <a:defRPr sz="1200">
                <a:latin typeface="微软雅黑" panose="020B0503020204020204" pitchFamily="34" charset="-122"/>
                <a:ea typeface="微软雅黑" panose="020B0503020204020204" pitchFamily="34" charset="-122"/>
              </a:defRPr>
            </a:lvl1pPr>
          </a:lstStyle>
          <a:p>
            <a:r>
              <a:rPr lang="en-US" altLang="zh-CN" dirty="0">
                <a:ln>
                  <a:noFill/>
                </a:ln>
              </a:rPr>
              <a:t>Tricolor lamp</a:t>
            </a:r>
            <a:endParaRPr lang="zh-CN" altLang="en-US" dirty="0">
              <a:ln>
                <a:noFill/>
              </a:ln>
            </a:endParaRPr>
          </a:p>
        </p:txBody>
      </p:sp>
      <p:cxnSp>
        <p:nvCxnSpPr>
          <p:cNvPr id="25" name="直接箭头连接符 24"/>
          <p:cNvCxnSpPr/>
          <p:nvPr/>
        </p:nvCxnSpPr>
        <p:spPr>
          <a:xfrm flipV="1">
            <a:off x="6280150" y="1198880"/>
            <a:ext cx="459740" cy="32893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graphicFrame>
        <p:nvGraphicFramePr>
          <p:cNvPr id="27" name="表格 26"/>
          <p:cNvGraphicFramePr>
            <a:graphicFrameLocks noGrp="1"/>
          </p:cNvGraphicFramePr>
          <p:nvPr>
            <p:custDataLst>
              <p:tags r:id="rId2"/>
            </p:custDataLst>
          </p:nvPr>
        </p:nvGraphicFramePr>
        <p:xfrm>
          <a:off x="6996502" y="4843555"/>
          <a:ext cx="2997205" cy="1608415"/>
        </p:xfrm>
        <a:graphic>
          <a:graphicData uri="http://schemas.openxmlformats.org/drawingml/2006/table">
            <a:tbl>
              <a:tblPr firstRow="1" bandRow="1">
                <a:tableStyleId>{F5AB1C69-6EDB-4FF4-983F-18BD219EF322}</a:tableStyleId>
              </a:tblPr>
              <a:tblGrid>
                <a:gridCol w="1620525">
                  <a:extLst>
                    <a:ext uri="{9D8B030D-6E8A-4147-A177-3AD203B41FA5}">
                      <a16:colId xmlns:a16="http://schemas.microsoft.com/office/drawing/2014/main" val="20000"/>
                    </a:ext>
                  </a:extLst>
                </a:gridCol>
                <a:gridCol w="1376680">
                  <a:extLst>
                    <a:ext uri="{9D8B030D-6E8A-4147-A177-3AD203B41FA5}">
                      <a16:colId xmlns:a16="http://schemas.microsoft.com/office/drawing/2014/main" val="20001"/>
                    </a:ext>
                  </a:extLst>
                </a:gridCol>
              </a:tblGrid>
              <a:tr h="365760">
                <a:tc>
                  <a:txBody>
                    <a:bodyPr/>
                    <a:lstStyle/>
                    <a:p>
                      <a:pPr algn="ct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00"/>
                    </a:solidFill>
                  </a:tcPr>
                </a:tc>
                <a:tc>
                  <a:txBody>
                    <a:bodyPr/>
                    <a:lstStyle/>
                    <a:p>
                      <a:pPr algn="ctr"/>
                      <a:r>
                        <a:rPr lang="en-US" altLang="zh-CN" sz="1400" dirty="0">
                          <a:solidFill>
                            <a:schemeClr val="tx1"/>
                          </a:solidFill>
                          <a:latin typeface="Calibri" panose="020F0502020204030204" charset="0"/>
                          <a:cs typeface="Calibri" panose="020F0502020204030204" charset="0"/>
                          <a:sym typeface="+mn-ea"/>
                        </a:rPr>
                        <a:t>automatic</a:t>
                      </a:r>
                      <a:endParaRPr lang="zh-CN" altLang="en-US" sz="14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00"/>
                    </a:solidFill>
                  </a:tcPr>
                </a:tc>
                <a:extLst>
                  <a:ext uri="{0D108BD9-81ED-4DB2-BD59-A6C34878D82A}">
                    <a16:rowId xmlns:a16="http://schemas.microsoft.com/office/drawing/2014/main" val="10000"/>
                  </a:ext>
                </a:extLst>
              </a:tr>
              <a:tr h="349210">
                <a:tc>
                  <a:txBody>
                    <a:bodyPr/>
                    <a:lstStyle/>
                    <a:p>
                      <a:pPr algn="ctr"/>
                      <a:r>
                        <a:rPr lang="en-US" altLang="zh-CN" sz="1200" dirty="0">
                          <a:latin typeface="Calibri" panose="020F0502020204030204" charset="0"/>
                          <a:cs typeface="Calibri" panose="020F0502020204030204" charset="0"/>
                          <a:sym typeface="+mn-ea"/>
                        </a:rPr>
                        <a:t>Alignment accuracy</a:t>
                      </a:r>
                      <a:endParaRPr lang="zh-CN"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altLang="zh-CN" sz="1200" kern="1200" dirty="0">
                          <a:solidFill>
                            <a:schemeClr val="tx1"/>
                          </a:solidFill>
                          <a:latin typeface="Arial" panose="020B0604020202020204" pitchFamily="34" charset="0"/>
                          <a:cs typeface="Arial" panose="020B0604020202020204" pitchFamily="34" charset="0"/>
                        </a:rPr>
                        <a:t>±0.08</a:t>
                      </a:r>
                      <a:endParaRPr lang="zh-CN" altLang="en-US" sz="12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44805">
                <a:tc>
                  <a:txBody>
                    <a:bodyPr/>
                    <a:lstStyle/>
                    <a:p>
                      <a:pPr algn="ctr"/>
                      <a:r>
                        <a:rPr lang="en-US" altLang="zh-CN" sz="1200" dirty="0">
                          <a:solidFill>
                            <a:schemeClr val="tx1"/>
                          </a:solidFill>
                          <a:latin typeface="Arial" panose="020B0604020202020204" pitchFamily="34" charset="0"/>
                          <a:cs typeface="Arial" panose="020B0604020202020204" pitchFamily="34" charset="0"/>
                        </a:rPr>
                        <a:t>CT</a:t>
                      </a:r>
                      <a:endParaRPr lang="zh-CN" altLang="en-US" sz="12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Arial" panose="020B0604020202020204" pitchFamily="34" charset="0"/>
                          <a:cs typeface="Arial" panose="020B0604020202020204" pitchFamily="34" charset="0"/>
                        </a:rPr>
                        <a:t>3S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0">
                <a:tc>
                  <a:txBody>
                    <a:bodyPr/>
                    <a:lstStyle/>
                    <a:p>
                      <a:pPr algn="ctr"/>
                      <a:r>
                        <a:rPr lang="en-US" altLang="zh-CN" sz="1200" dirty="0">
                          <a:latin typeface="Arial" panose="020B0604020202020204" pitchFamily="34" charset="0"/>
                          <a:cs typeface="Arial" panose="020B0604020202020204" pitchFamily="34" charset="0"/>
                        </a:rPr>
                        <a:t>UPH</a:t>
                      </a:r>
                      <a:endParaRPr lang="zh-CN" alt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a:solidFill>
                            <a:schemeClr val="tx1"/>
                          </a:solidFill>
                          <a:latin typeface="Arial" panose="020B0604020202020204" pitchFamily="34" charset="0"/>
                          <a:cs typeface="Arial" panose="020B0604020202020204" pitchFamily="34" charset="0"/>
                        </a:rPr>
                        <a:t>900PCS</a:t>
                      </a:r>
                      <a:endParaRPr lang="zh-CN" altLang="en-US" sz="12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0">
                <a:tc gridSpan="2">
                  <a:txBody>
                    <a:bodyPr/>
                    <a:lstStyle/>
                    <a:p>
                      <a:pPr algn="ctr">
                        <a:buNone/>
                      </a:pPr>
                      <a:r>
                        <a:rPr lang="zh-CN" altLang="en-US" sz="1200" dirty="0">
                          <a:latin typeface="Arial" panose="020B0604020202020204" pitchFamily="34" charset="0"/>
                          <a:cs typeface="Arial" panose="020B0604020202020204" pitchFamily="34" charset="0"/>
                        </a:rPr>
                        <a:t>There are two machines in this station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3.</a:t>
            </a:r>
            <a:r>
              <a:rPr lang="en-US" altLang="zh-CN" dirty="0">
                <a:latin typeface="+mn-lt"/>
                <a:sym typeface="+mn-ea"/>
              </a:rPr>
              <a:t>Equipment Layout</a:t>
            </a:r>
            <a:endParaRPr lang="en-US" altLang="zh-CN" dirty="0">
              <a:latin typeface="+mn-lt"/>
            </a:endParaRP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5</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2"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pic>
        <p:nvPicPr>
          <p:cNvPr id="14" name="图片 13"/>
          <p:cNvPicPr>
            <a:picLocks noChangeAspect="1"/>
          </p:cNvPicPr>
          <p:nvPr/>
        </p:nvPicPr>
        <p:blipFill>
          <a:blip r:embed="rId45"/>
          <a:stretch>
            <a:fillRect/>
          </a:stretch>
        </p:blipFill>
        <p:spPr>
          <a:xfrm>
            <a:off x="2795270" y="1042670"/>
            <a:ext cx="2267585" cy="5189220"/>
          </a:xfrm>
          <a:prstGeom prst="rect">
            <a:avLst/>
          </a:prstGeom>
        </p:spPr>
      </p:pic>
      <p:sp>
        <p:nvSpPr>
          <p:cNvPr id="37" name="椭圆 36"/>
          <p:cNvSpPr/>
          <p:nvPr>
            <p:custDataLst>
              <p:tags r:id="rId2"/>
            </p:custDataLst>
          </p:nvPr>
        </p:nvSpPr>
        <p:spPr>
          <a:xfrm>
            <a:off x="5259705" y="5781040"/>
            <a:ext cx="190500" cy="191135"/>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4</a:t>
            </a:r>
          </a:p>
        </p:txBody>
      </p:sp>
      <p:sp>
        <p:nvSpPr>
          <p:cNvPr id="51" name="椭圆 50"/>
          <p:cNvSpPr/>
          <p:nvPr>
            <p:custDataLst>
              <p:tags r:id="rId3"/>
            </p:custDataLst>
          </p:nvPr>
        </p:nvSpPr>
        <p:spPr>
          <a:xfrm>
            <a:off x="5259705" y="4370070"/>
            <a:ext cx="190500" cy="192405"/>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6</a:t>
            </a:r>
          </a:p>
        </p:txBody>
      </p:sp>
      <p:sp>
        <p:nvSpPr>
          <p:cNvPr id="59" name="椭圆 58"/>
          <p:cNvSpPr/>
          <p:nvPr>
            <p:custDataLst>
              <p:tags r:id="rId4"/>
            </p:custDataLst>
          </p:nvPr>
        </p:nvSpPr>
        <p:spPr>
          <a:xfrm>
            <a:off x="5259705" y="5120640"/>
            <a:ext cx="190500" cy="200660"/>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5</a:t>
            </a:r>
          </a:p>
        </p:txBody>
      </p:sp>
      <p:cxnSp>
        <p:nvCxnSpPr>
          <p:cNvPr id="61" name="直接箭头连接符 60"/>
          <p:cNvCxnSpPr/>
          <p:nvPr>
            <p:custDataLst>
              <p:tags r:id="rId5"/>
            </p:custDataLst>
          </p:nvPr>
        </p:nvCxnSpPr>
        <p:spPr>
          <a:xfrm flipV="1">
            <a:off x="3040380" y="6372860"/>
            <a:ext cx="1680845" cy="6350"/>
          </a:xfrm>
          <a:prstGeom prst="straightConnector1">
            <a:avLst/>
          </a:prstGeom>
          <a:ln w="76200">
            <a:solidFill>
              <a:srgbClr val="16F63B"/>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1" name="直接箭头连接符 110"/>
          <p:cNvCxnSpPr/>
          <p:nvPr>
            <p:custDataLst>
              <p:tags r:id="rId6"/>
            </p:custDataLst>
          </p:nvPr>
        </p:nvCxnSpPr>
        <p:spPr>
          <a:xfrm flipV="1">
            <a:off x="2692400" y="5616575"/>
            <a:ext cx="787400" cy="25400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116" name="圆角矩形 12"/>
          <p:cNvSpPr/>
          <p:nvPr>
            <p:custDataLst>
              <p:tags r:id="rId7"/>
            </p:custDataLst>
          </p:nvPr>
        </p:nvSpPr>
        <p:spPr>
          <a:xfrm>
            <a:off x="294640" y="4386580"/>
            <a:ext cx="2156460" cy="21717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r">
              <a:buClrTx/>
              <a:buSzTx/>
              <a:buFontTx/>
            </a:pPr>
            <a:r>
              <a:rPr lang="zh-CN" sz="1300" dirty="0">
                <a:solidFill>
                  <a:schemeClr val="tx1"/>
                </a:solidFill>
                <a:sym typeface="+mn-ea"/>
              </a:rPr>
              <a:t>Widening the feeding conveyor line (front buffer) -1</a:t>
            </a:r>
          </a:p>
        </p:txBody>
      </p:sp>
      <p:sp>
        <p:nvSpPr>
          <p:cNvPr id="117" name="圆角矩形 12"/>
          <p:cNvSpPr/>
          <p:nvPr>
            <p:custDataLst>
              <p:tags r:id="rId8"/>
            </p:custDataLst>
          </p:nvPr>
        </p:nvSpPr>
        <p:spPr>
          <a:xfrm>
            <a:off x="294640" y="5090160"/>
            <a:ext cx="2156460" cy="21717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r">
              <a:buClrTx/>
              <a:buSzTx/>
              <a:buFontTx/>
            </a:pPr>
            <a:r>
              <a:rPr sz="1300" dirty="0">
                <a:solidFill>
                  <a:schemeClr val="tx1"/>
                </a:solidFill>
                <a:latin typeface="微软雅黑" panose="020B0503020204020204" pitchFamily="34" charset="-122"/>
                <a:ea typeface="微软雅黑" panose="020B0503020204020204" pitchFamily="34" charset="-122"/>
                <a:sym typeface="+mn-ea"/>
              </a:rPr>
              <a:t>Lower CCD Component (Label Supplement) </a:t>
            </a:r>
            <a:r>
              <a:rPr lang="en-US" altLang="zh-CN" sz="1300" dirty="0">
                <a:solidFill>
                  <a:schemeClr val="tx1"/>
                </a:solidFill>
                <a:latin typeface="微软雅黑" panose="020B0503020204020204" pitchFamily="34" charset="-122"/>
                <a:ea typeface="微软雅黑" panose="020B0503020204020204" pitchFamily="34" charset="-122"/>
                <a:sym typeface="+mn-ea"/>
              </a:rPr>
              <a:t>-1</a:t>
            </a:r>
          </a:p>
        </p:txBody>
      </p:sp>
      <p:sp>
        <p:nvSpPr>
          <p:cNvPr id="119" name="圆角矩形 12"/>
          <p:cNvSpPr/>
          <p:nvPr>
            <p:custDataLst>
              <p:tags r:id="rId9"/>
            </p:custDataLst>
          </p:nvPr>
        </p:nvSpPr>
        <p:spPr>
          <a:xfrm>
            <a:off x="294640" y="5791835"/>
            <a:ext cx="2156460" cy="21717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r">
              <a:buClrTx/>
              <a:buSzTx/>
              <a:buFontTx/>
            </a:pPr>
            <a:r>
              <a:rPr lang="en-US" altLang="zh-CN" sz="1300" dirty="0">
                <a:solidFill>
                  <a:schemeClr val="tx1"/>
                </a:solidFill>
                <a:latin typeface="微软雅黑" panose="020B0503020204020204" pitchFamily="34" charset="-122"/>
                <a:ea typeface="微软雅黑" panose="020B0503020204020204" pitchFamily="34" charset="-122"/>
                <a:sym typeface="Gill Sans"/>
              </a:rPr>
              <a:t>X/Y TABLE Transfer Component (Material Retrieval) -1</a:t>
            </a:r>
          </a:p>
        </p:txBody>
      </p:sp>
      <p:sp>
        <p:nvSpPr>
          <p:cNvPr id="124" name="圆角矩形 12"/>
          <p:cNvSpPr/>
          <p:nvPr>
            <p:custDataLst>
              <p:tags r:id="rId10"/>
            </p:custDataLst>
          </p:nvPr>
        </p:nvSpPr>
        <p:spPr>
          <a:xfrm>
            <a:off x="5412105" y="4371975"/>
            <a:ext cx="2230755" cy="21717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lang="zh-CN" sz="1300" dirty="0">
                <a:solidFill>
                  <a:schemeClr val="tx1"/>
                </a:solidFill>
                <a:sym typeface="+mn-ea"/>
              </a:rPr>
              <a:t>CCD&amp;Material Retrieval Components (Product Positioning) -1</a:t>
            </a:r>
          </a:p>
        </p:txBody>
      </p:sp>
      <p:sp>
        <p:nvSpPr>
          <p:cNvPr id="126" name="圆角矩形 12"/>
          <p:cNvSpPr/>
          <p:nvPr>
            <p:custDataLst>
              <p:tags r:id="rId11"/>
            </p:custDataLst>
          </p:nvPr>
        </p:nvSpPr>
        <p:spPr>
          <a:xfrm>
            <a:off x="5412105" y="5111750"/>
            <a:ext cx="2326005" cy="21717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lang="zh-CN" sz="1300" dirty="0">
                <a:solidFill>
                  <a:schemeClr val="tx1"/>
                </a:solidFill>
                <a:sym typeface="+mn-ea"/>
              </a:rPr>
              <a:t>Pressing zone (pressing upper and lower covers) -1</a:t>
            </a:r>
          </a:p>
        </p:txBody>
      </p:sp>
      <p:sp>
        <p:nvSpPr>
          <p:cNvPr id="127" name="圆角矩形 12"/>
          <p:cNvSpPr/>
          <p:nvPr>
            <p:custDataLst>
              <p:tags r:id="rId12"/>
            </p:custDataLst>
          </p:nvPr>
        </p:nvSpPr>
        <p:spPr>
          <a:xfrm>
            <a:off x="5412105" y="5777230"/>
            <a:ext cx="2088515" cy="21717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sz="1300" dirty="0">
                <a:solidFill>
                  <a:schemeClr val="tx1"/>
                </a:solidFill>
                <a:latin typeface="微软雅黑" panose="020B0503020204020204" pitchFamily="34" charset="-122"/>
                <a:ea typeface="微软雅黑" panose="020B0503020204020204" pitchFamily="34" charset="-122"/>
                <a:sym typeface="+mn-ea"/>
              </a:rPr>
              <a:t>Feeding Conveyor Line (Work Area) -1</a:t>
            </a:r>
          </a:p>
        </p:txBody>
      </p:sp>
      <p:sp>
        <p:nvSpPr>
          <p:cNvPr id="128" name="椭圆 127"/>
          <p:cNvSpPr/>
          <p:nvPr>
            <p:custDataLst>
              <p:tags r:id="rId13"/>
            </p:custDataLst>
          </p:nvPr>
        </p:nvSpPr>
        <p:spPr>
          <a:xfrm>
            <a:off x="2406650" y="5791200"/>
            <a:ext cx="190500" cy="191135"/>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1</a:t>
            </a:r>
          </a:p>
        </p:txBody>
      </p:sp>
      <p:sp>
        <p:nvSpPr>
          <p:cNvPr id="132" name="椭圆 131"/>
          <p:cNvSpPr/>
          <p:nvPr>
            <p:custDataLst>
              <p:tags r:id="rId14"/>
            </p:custDataLst>
          </p:nvPr>
        </p:nvSpPr>
        <p:spPr>
          <a:xfrm>
            <a:off x="2406650" y="4380230"/>
            <a:ext cx="190500" cy="192405"/>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3</a:t>
            </a:r>
          </a:p>
        </p:txBody>
      </p:sp>
      <p:sp>
        <p:nvSpPr>
          <p:cNvPr id="133" name="椭圆 132"/>
          <p:cNvSpPr/>
          <p:nvPr/>
        </p:nvSpPr>
        <p:spPr>
          <a:xfrm>
            <a:off x="2406650" y="5098415"/>
            <a:ext cx="190500" cy="200660"/>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2</a:t>
            </a:r>
          </a:p>
        </p:txBody>
      </p:sp>
      <p:cxnSp>
        <p:nvCxnSpPr>
          <p:cNvPr id="150" name="直接箭头连接符 149"/>
          <p:cNvCxnSpPr/>
          <p:nvPr>
            <p:custDataLst>
              <p:tags r:id="rId15"/>
            </p:custDataLst>
          </p:nvPr>
        </p:nvCxnSpPr>
        <p:spPr>
          <a:xfrm flipH="1" flipV="1">
            <a:off x="4133850" y="4798695"/>
            <a:ext cx="1022350" cy="40640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153" name="直接箭头连接符 152"/>
          <p:cNvCxnSpPr/>
          <p:nvPr>
            <p:custDataLst>
              <p:tags r:id="rId16"/>
            </p:custDataLst>
          </p:nvPr>
        </p:nvCxnSpPr>
        <p:spPr>
          <a:xfrm flipH="1" flipV="1">
            <a:off x="3924300" y="5203825"/>
            <a:ext cx="1231900" cy="66675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158" name="直接箭头连接符 157"/>
          <p:cNvCxnSpPr/>
          <p:nvPr>
            <p:custDataLst>
              <p:tags r:id="rId17"/>
            </p:custDataLst>
          </p:nvPr>
        </p:nvCxnSpPr>
        <p:spPr>
          <a:xfrm flipV="1">
            <a:off x="2692400" y="4314825"/>
            <a:ext cx="692150" cy="159385"/>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161" name="直接箭头连接符 160"/>
          <p:cNvCxnSpPr/>
          <p:nvPr>
            <p:custDataLst>
              <p:tags r:id="rId18"/>
            </p:custDataLst>
          </p:nvPr>
        </p:nvCxnSpPr>
        <p:spPr>
          <a:xfrm flipH="1" flipV="1">
            <a:off x="4324350" y="4244975"/>
            <a:ext cx="831850" cy="229235"/>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164" name="直接箭头连接符 163"/>
          <p:cNvCxnSpPr/>
          <p:nvPr>
            <p:custDataLst>
              <p:tags r:id="rId19"/>
            </p:custDataLst>
          </p:nvPr>
        </p:nvCxnSpPr>
        <p:spPr>
          <a:xfrm flipV="1">
            <a:off x="2692400" y="5019675"/>
            <a:ext cx="819150" cy="18542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198" name="椭圆 197"/>
          <p:cNvSpPr/>
          <p:nvPr>
            <p:custDataLst>
              <p:tags r:id="rId20"/>
            </p:custDataLst>
          </p:nvPr>
        </p:nvSpPr>
        <p:spPr>
          <a:xfrm>
            <a:off x="5259705" y="2559685"/>
            <a:ext cx="190500" cy="191135"/>
          </a:xfrm>
          <a:prstGeom prst="ellipse">
            <a:avLst/>
          </a:prstGeom>
          <a:solidFill>
            <a:schemeClr val="accent4"/>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6</a:t>
            </a:r>
          </a:p>
        </p:txBody>
      </p:sp>
      <p:sp>
        <p:nvSpPr>
          <p:cNvPr id="199" name="椭圆 198"/>
          <p:cNvSpPr/>
          <p:nvPr>
            <p:custDataLst>
              <p:tags r:id="rId21"/>
            </p:custDataLst>
          </p:nvPr>
        </p:nvSpPr>
        <p:spPr>
          <a:xfrm>
            <a:off x="5259705" y="1148715"/>
            <a:ext cx="190500" cy="192405"/>
          </a:xfrm>
          <a:prstGeom prst="ellipse">
            <a:avLst/>
          </a:prstGeom>
          <a:solidFill>
            <a:schemeClr val="accent4"/>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4</a:t>
            </a:r>
          </a:p>
        </p:txBody>
      </p:sp>
      <p:sp>
        <p:nvSpPr>
          <p:cNvPr id="200" name="椭圆 199"/>
          <p:cNvSpPr/>
          <p:nvPr>
            <p:custDataLst>
              <p:tags r:id="rId22"/>
            </p:custDataLst>
          </p:nvPr>
        </p:nvSpPr>
        <p:spPr>
          <a:xfrm>
            <a:off x="5259705" y="1899285"/>
            <a:ext cx="190500" cy="200660"/>
          </a:xfrm>
          <a:prstGeom prst="ellipse">
            <a:avLst/>
          </a:prstGeom>
          <a:solidFill>
            <a:schemeClr val="accent4"/>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5</a:t>
            </a:r>
          </a:p>
        </p:txBody>
      </p:sp>
      <p:cxnSp>
        <p:nvCxnSpPr>
          <p:cNvPr id="201" name="直接箭头连接符 200"/>
          <p:cNvCxnSpPr/>
          <p:nvPr>
            <p:custDataLst>
              <p:tags r:id="rId23"/>
            </p:custDataLst>
          </p:nvPr>
        </p:nvCxnSpPr>
        <p:spPr>
          <a:xfrm flipV="1">
            <a:off x="3040380" y="3151505"/>
            <a:ext cx="1680845" cy="6350"/>
          </a:xfrm>
          <a:prstGeom prst="straightConnector1">
            <a:avLst/>
          </a:prstGeom>
          <a:ln w="76200">
            <a:solidFill>
              <a:srgbClr val="16F63B"/>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2" name="直接箭头连接符 201"/>
          <p:cNvCxnSpPr/>
          <p:nvPr>
            <p:custDataLst>
              <p:tags r:id="rId24"/>
            </p:custDataLst>
          </p:nvPr>
        </p:nvCxnSpPr>
        <p:spPr>
          <a:xfrm>
            <a:off x="2692400" y="2649220"/>
            <a:ext cx="769620" cy="27940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203" name="圆角矩形 12"/>
          <p:cNvSpPr/>
          <p:nvPr>
            <p:custDataLst>
              <p:tags r:id="rId25"/>
            </p:custDataLst>
          </p:nvPr>
        </p:nvSpPr>
        <p:spPr>
          <a:xfrm>
            <a:off x="200025" y="1165225"/>
            <a:ext cx="2251075" cy="21717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r">
              <a:buClrTx/>
              <a:buSzTx/>
              <a:buFontTx/>
            </a:pPr>
            <a:r>
              <a:rPr lang="en-US" altLang="zh-CN" sz="1300" dirty="0">
                <a:solidFill>
                  <a:schemeClr val="tx1"/>
                </a:solidFill>
                <a:latin typeface="微软雅黑" panose="020B0503020204020204" pitchFamily="34" charset="-122"/>
                <a:ea typeface="微软雅黑" panose="020B0503020204020204" pitchFamily="34" charset="-122"/>
                <a:sym typeface="Gill Sans"/>
              </a:rPr>
              <a:t>X/Y TABLE Transfer Component (Material Retrieval) -2</a:t>
            </a:r>
          </a:p>
        </p:txBody>
      </p:sp>
      <p:sp>
        <p:nvSpPr>
          <p:cNvPr id="204" name="圆角矩形 12"/>
          <p:cNvSpPr/>
          <p:nvPr>
            <p:custDataLst>
              <p:tags r:id="rId26"/>
            </p:custDataLst>
          </p:nvPr>
        </p:nvSpPr>
        <p:spPr>
          <a:xfrm>
            <a:off x="254000" y="1868805"/>
            <a:ext cx="2197100" cy="21717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r">
              <a:buClrTx/>
              <a:buSzTx/>
              <a:buFontTx/>
            </a:pPr>
            <a:r>
              <a:rPr sz="1300" dirty="0">
                <a:solidFill>
                  <a:schemeClr val="tx1"/>
                </a:solidFill>
                <a:latin typeface="微软雅黑" panose="020B0503020204020204" pitchFamily="34" charset="-122"/>
                <a:ea typeface="微软雅黑" panose="020B0503020204020204" pitchFamily="34" charset="-122"/>
                <a:sym typeface="+mn-ea"/>
              </a:rPr>
              <a:t>Lower CCD Component (Label Supplement) -</a:t>
            </a:r>
            <a:r>
              <a:rPr lang="en-US" sz="1300" dirty="0">
                <a:solidFill>
                  <a:schemeClr val="tx1"/>
                </a:solidFill>
                <a:latin typeface="微软雅黑" panose="020B0503020204020204" pitchFamily="34" charset="-122"/>
                <a:ea typeface="微软雅黑" panose="020B0503020204020204" pitchFamily="34" charset="-122"/>
                <a:sym typeface="+mn-ea"/>
              </a:rPr>
              <a:t>2</a:t>
            </a:r>
          </a:p>
        </p:txBody>
      </p:sp>
      <p:sp>
        <p:nvSpPr>
          <p:cNvPr id="205" name="圆角矩形 12"/>
          <p:cNvSpPr/>
          <p:nvPr>
            <p:custDataLst>
              <p:tags r:id="rId27"/>
            </p:custDataLst>
          </p:nvPr>
        </p:nvSpPr>
        <p:spPr>
          <a:xfrm>
            <a:off x="200660" y="2570480"/>
            <a:ext cx="2250440" cy="21717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r">
              <a:buClrTx/>
              <a:buSzTx/>
              <a:buFontTx/>
            </a:pPr>
            <a:r>
              <a:rPr lang="zh-CN" sz="1300" dirty="0">
                <a:solidFill>
                  <a:schemeClr val="tx1"/>
                </a:solidFill>
                <a:sym typeface="+mn-ea"/>
              </a:rPr>
              <a:t>Widening the feeding conveyor line (front buffer) -1</a:t>
            </a:r>
          </a:p>
        </p:txBody>
      </p:sp>
      <p:sp>
        <p:nvSpPr>
          <p:cNvPr id="206" name="圆角矩形 12"/>
          <p:cNvSpPr/>
          <p:nvPr>
            <p:custDataLst>
              <p:tags r:id="rId28"/>
            </p:custDataLst>
          </p:nvPr>
        </p:nvSpPr>
        <p:spPr>
          <a:xfrm>
            <a:off x="5412105" y="1150620"/>
            <a:ext cx="2326005" cy="21717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sz="1300" dirty="0">
                <a:solidFill>
                  <a:schemeClr val="tx1"/>
                </a:solidFill>
                <a:latin typeface="微软雅黑" panose="020B0503020204020204" pitchFamily="34" charset="-122"/>
                <a:ea typeface="微软雅黑" panose="020B0503020204020204" pitchFamily="34" charset="-122"/>
                <a:sym typeface="+mn-ea"/>
              </a:rPr>
              <a:t>CCD&amp;Material Retrieval Components (Product Positioning) -1</a:t>
            </a:r>
          </a:p>
        </p:txBody>
      </p:sp>
      <p:sp>
        <p:nvSpPr>
          <p:cNvPr id="207" name="圆角矩形 12"/>
          <p:cNvSpPr/>
          <p:nvPr>
            <p:custDataLst>
              <p:tags r:id="rId29"/>
            </p:custDataLst>
          </p:nvPr>
        </p:nvSpPr>
        <p:spPr>
          <a:xfrm>
            <a:off x="5412105" y="1890395"/>
            <a:ext cx="2379980" cy="21717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lang="zh-CN" sz="1300" dirty="0">
                <a:solidFill>
                  <a:schemeClr val="tx1"/>
                </a:solidFill>
                <a:sym typeface="+mn-ea"/>
              </a:rPr>
              <a:t>Pressing zone (pressing upper and lower covers) -1</a:t>
            </a:r>
          </a:p>
        </p:txBody>
      </p:sp>
      <p:sp>
        <p:nvSpPr>
          <p:cNvPr id="208" name="圆角矩形 12"/>
          <p:cNvSpPr/>
          <p:nvPr>
            <p:custDataLst>
              <p:tags r:id="rId30"/>
            </p:custDataLst>
          </p:nvPr>
        </p:nvSpPr>
        <p:spPr>
          <a:xfrm>
            <a:off x="5412105" y="2555875"/>
            <a:ext cx="2088515" cy="21717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lang="zh-CN" sz="1300" dirty="0">
                <a:solidFill>
                  <a:schemeClr val="tx1"/>
                </a:solidFill>
                <a:sym typeface="+mn-ea"/>
              </a:rPr>
              <a:t>Feeding Conveyor Line (Work Area) -1</a:t>
            </a:r>
          </a:p>
        </p:txBody>
      </p:sp>
      <p:sp>
        <p:nvSpPr>
          <p:cNvPr id="209" name="椭圆 208"/>
          <p:cNvSpPr/>
          <p:nvPr>
            <p:custDataLst>
              <p:tags r:id="rId31"/>
            </p:custDataLst>
          </p:nvPr>
        </p:nvSpPr>
        <p:spPr>
          <a:xfrm>
            <a:off x="2406650" y="2569845"/>
            <a:ext cx="190500" cy="191135"/>
          </a:xfrm>
          <a:prstGeom prst="ellipse">
            <a:avLst/>
          </a:prstGeom>
          <a:solidFill>
            <a:schemeClr val="accent4"/>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3</a:t>
            </a:r>
          </a:p>
        </p:txBody>
      </p:sp>
      <p:sp>
        <p:nvSpPr>
          <p:cNvPr id="210" name="椭圆 209"/>
          <p:cNvSpPr/>
          <p:nvPr>
            <p:custDataLst>
              <p:tags r:id="rId32"/>
            </p:custDataLst>
          </p:nvPr>
        </p:nvSpPr>
        <p:spPr>
          <a:xfrm>
            <a:off x="2406650" y="1158875"/>
            <a:ext cx="190500" cy="192405"/>
          </a:xfrm>
          <a:prstGeom prst="ellipse">
            <a:avLst/>
          </a:prstGeom>
          <a:solidFill>
            <a:schemeClr val="accent4"/>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1</a:t>
            </a:r>
          </a:p>
        </p:txBody>
      </p:sp>
      <p:sp>
        <p:nvSpPr>
          <p:cNvPr id="211" name="椭圆 210"/>
          <p:cNvSpPr/>
          <p:nvPr/>
        </p:nvSpPr>
        <p:spPr>
          <a:xfrm>
            <a:off x="2406650" y="1877060"/>
            <a:ext cx="190500" cy="200660"/>
          </a:xfrm>
          <a:prstGeom prst="ellipse">
            <a:avLst/>
          </a:prstGeom>
          <a:solidFill>
            <a:schemeClr val="accent4"/>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2</a:t>
            </a:r>
          </a:p>
        </p:txBody>
      </p:sp>
      <p:cxnSp>
        <p:nvCxnSpPr>
          <p:cNvPr id="212" name="直接箭头连接符 211"/>
          <p:cNvCxnSpPr/>
          <p:nvPr>
            <p:custDataLst>
              <p:tags r:id="rId33"/>
            </p:custDataLst>
          </p:nvPr>
        </p:nvCxnSpPr>
        <p:spPr>
          <a:xfrm flipH="1">
            <a:off x="4113530" y="1983740"/>
            <a:ext cx="1042670" cy="522605"/>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213" name="直接箭头连接符 212"/>
          <p:cNvCxnSpPr/>
          <p:nvPr>
            <p:custDataLst>
              <p:tags r:id="rId34"/>
            </p:custDataLst>
          </p:nvPr>
        </p:nvCxnSpPr>
        <p:spPr>
          <a:xfrm flipH="1">
            <a:off x="4246880" y="2649220"/>
            <a:ext cx="909320" cy="36830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214" name="直接箭头连接符 213"/>
          <p:cNvCxnSpPr/>
          <p:nvPr>
            <p:custDataLst>
              <p:tags r:id="rId35"/>
            </p:custDataLst>
          </p:nvPr>
        </p:nvCxnSpPr>
        <p:spPr>
          <a:xfrm>
            <a:off x="2692400" y="1252855"/>
            <a:ext cx="791845" cy="50546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215" name="直接箭头连接符 214"/>
          <p:cNvCxnSpPr/>
          <p:nvPr>
            <p:custDataLst>
              <p:tags r:id="rId36"/>
            </p:custDataLst>
          </p:nvPr>
        </p:nvCxnSpPr>
        <p:spPr>
          <a:xfrm flipH="1">
            <a:off x="3950970" y="1252855"/>
            <a:ext cx="1205230" cy="81661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216" name="直接箭头连接符 215"/>
          <p:cNvCxnSpPr/>
          <p:nvPr>
            <p:custDataLst>
              <p:tags r:id="rId37"/>
            </p:custDataLst>
          </p:nvPr>
        </p:nvCxnSpPr>
        <p:spPr>
          <a:xfrm>
            <a:off x="2692400" y="1983740"/>
            <a:ext cx="836295" cy="27051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graphicFrame>
        <p:nvGraphicFramePr>
          <p:cNvPr id="217" name="表格 216"/>
          <p:cNvGraphicFramePr>
            <a:graphicFrameLocks noGrp="1"/>
          </p:cNvGraphicFramePr>
          <p:nvPr>
            <p:custDataLst>
              <p:tags r:id="rId38"/>
            </p:custDataLst>
          </p:nvPr>
        </p:nvGraphicFramePr>
        <p:xfrm>
          <a:off x="7587615" y="1042898"/>
          <a:ext cx="4427855" cy="4865370"/>
        </p:xfrm>
        <a:graphic>
          <a:graphicData uri="http://schemas.openxmlformats.org/drawingml/2006/table">
            <a:tbl>
              <a:tblPr firstRow="1" bandRow="1">
                <a:tableStyleId>{5940675A-B579-460E-94D1-54222C63F5DA}</a:tableStyleId>
              </a:tblPr>
              <a:tblGrid>
                <a:gridCol w="678815">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274320">
                <a:tc>
                  <a:txBody>
                    <a:bodyPr/>
                    <a:lstStyle/>
                    <a:p>
                      <a:pPr algn="ctr"/>
                      <a:r>
                        <a:rPr lang="zh-CN" sz="1200" b="1" dirty="0">
                          <a:latin typeface="Calibri" panose="020F0502020204030204" charset="0"/>
                          <a:ea typeface="微软雅黑" panose="020B0503020204020204" pitchFamily="34" charset="-122"/>
                          <a:cs typeface="Calibri" panose="020F0502020204030204" charset="0"/>
                          <a:sym typeface="+mn-ea"/>
                        </a:rPr>
                        <a:t>Item</a:t>
                      </a:r>
                      <a:endParaRPr lang="zh-CN" sz="1200" b="1" dirty="0">
                        <a:latin typeface="微软雅黑" panose="020B0503020204020204" pitchFamily="34" charset="-122"/>
                        <a:ea typeface="微软雅黑" panose="020B0503020204020204" pitchFamily="34" charset="-122"/>
                        <a:cs typeface="Arial" panose="020B0604020202020204" pitchFamily="34" charset="0"/>
                      </a:endParaRPr>
                    </a:p>
                  </a:txBody>
                  <a:tcPr anchor="ctr"/>
                </a:tc>
                <a:tc>
                  <a:txBody>
                    <a:bodyPr/>
                    <a:lstStyle/>
                    <a:p>
                      <a:pPr algn="ctr"/>
                      <a:r>
                        <a:rPr lang="en-US" altLang="zh-CN" sz="1200" b="1" dirty="0">
                          <a:latin typeface="Calibri" panose="020F0502020204030204" charset="0"/>
                          <a:cs typeface="Calibri" panose="020F0502020204030204" charset="0"/>
                          <a:sym typeface="+mn-ea"/>
                        </a:rPr>
                        <a:t>Components</a:t>
                      </a:r>
                      <a:endParaRPr lang="zh-CN" altLang="en-US" sz="1200" b="1" dirty="0">
                        <a:latin typeface="微软雅黑" panose="020B0503020204020204" pitchFamily="34" charset="-122"/>
                        <a:ea typeface="微软雅黑" panose="020B0503020204020204" pitchFamily="34" charset="-122"/>
                        <a:cs typeface="Arial" panose="020B0604020202020204" pitchFamily="34" charset="0"/>
                      </a:endParaRPr>
                    </a:p>
                  </a:txBody>
                  <a:tcPr anchor="ctr"/>
                </a:tc>
                <a:extLst>
                  <a:ext uri="{0D108BD9-81ED-4DB2-BD59-A6C34878D82A}">
                    <a16:rowId xmlns:a16="http://schemas.microsoft.com/office/drawing/2014/main" val="10000"/>
                  </a:ext>
                </a:extLst>
              </a:tr>
              <a:tr h="274320">
                <a:tc gridSpan="2">
                  <a:txBody>
                    <a:bodyPr/>
                    <a:lstStyle/>
                    <a:p>
                      <a:pPr algn="ctr"/>
                      <a:r>
                        <a:rPr lang="zh-CN" altLang="en-US" sz="1200" dirty="0">
                          <a:solidFill>
                            <a:srgbClr val="FF0000"/>
                          </a:solidFill>
                          <a:latin typeface="微软雅黑" panose="020B0503020204020204" pitchFamily="34" charset="-122"/>
                          <a:ea typeface="微软雅黑" panose="020B0503020204020204" pitchFamily="34" charset="-122"/>
                        </a:rPr>
                        <a:t>Front side</a:t>
                      </a:r>
                    </a:p>
                  </a:txBody>
                  <a:tcPr anchor="ctr"/>
                </a:tc>
                <a:tc hMerge="1">
                  <a:txBody>
                    <a:bodyPr/>
                    <a:lstStyle/>
                    <a:p>
                      <a:endParaRPr lang="zh-CN"/>
                    </a:p>
                  </a:txBody>
                  <a:tcPr anchor="ctr"/>
                </a:tc>
                <a:extLst>
                  <a:ext uri="{0D108BD9-81ED-4DB2-BD59-A6C34878D82A}">
                    <a16:rowId xmlns:a16="http://schemas.microsoft.com/office/drawing/2014/main" val="10001"/>
                  </a:ext>
                </a:extLst>
              </a:tr>
              <a:tr h="450215">
                <a:tc>
                  <a:txBody>
                    <a:bodyPr/>
                    <a:lstStyle/>
                    <a:p>
                      <a:pPr algn="ctr">
                        <a:buNone/>
                      </a:pPr>
                      <a:r>
                        <a:rPr lang="en-US" altLang="zh-CN" sz="1200" dirty="0">
                          <a:latin typeface="微软雅黑" panose="020B0503020204020204" pitchFamily="34" charset="-122"/>
                          <a:ea typeface="微软雅黑" panose="020B0503020204020204" pitchFamily="34" charset="-122"/>
                        </a:rPr>
                        <a:t>1</a:t>
                      </a:r>
                    </a:p>
                  </a:txBody>
                  <a:tcPr anchor="ctr">
                    <a:solidFill>
                      <a:srgbClr val="00FF00"/>
                    </a:solidFill>
                  </a:tcPr>
                </a:tc>
                <a:tc>
                  <a:txBody>
                    <a:bodyPr/>
                    <a:lstStyle/>
                    <a:p>
                      <a:pPr lvl="0" algn="ctr">
                        <a:buClrTx/>
                        <a:buSzTx/>
                        <a:buFontTx/>
                      </a:pPr>
                      <a:r>
                        <a:rPr sz="1200" dirty="0">
                          <a:latin typeface="微软雅黑" panose="020B0503020204020204" pitchFamily="34" charset="-122"/>
                          <a:ea typeface="微软雅黑" panose="020B0503020204020204" pitchFamily="34" charset="-122"/>
                        </a:rPr>
                        <a:t>X/Y TABLE Transfer Component (Material Retrieval) -1</a:t>
                      </a:r>
                    </a:p>
                  </a:txBody>
                  <a:tcPr anchor="ctr"/>
                </a:tc>
                <a:extLst>
                  <a:ext uri="{0D108BD9-81ED-4DB2-BD59-A6C34878D82A}">
                    <a16:rowId xmlns:a16="http://schemas.microsoft.com/office/drawing/2014/main" val="10002"/>
                  </a:ext>
                </a:extLst>
              </a:tr>
              <a:tr h="274320">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cs typeface="+mn-cs"/>
                          <a:sym typeface="Gill Sans"/>
                        </a:rPr>
                        <a:t>2</a:t>
                      </a:r>
                    </a:p>
                  </a:txBody>
                  <a:tcPr anchor="ctr">
                    <a:solidFill>
                      <a:srgbClr val="00FF00"/>
                    </a:solidFill>
                  </a:tcPr>
                </a:tc>
                <a:tc>
                  <a:txBody>
                    <a:bodyPr/>
                    <a:lstStyle/>
                    <a:p>
                      <a:pPr lvl="0" algn="ctr">
                        <a:buClrTx/>
                        <a:buSzTx/>
                        <a:buFontTx/>
                      </a:pPr>
                      <a:r>
                        <a:rPr sz="1200" dirty="0">
                          <a:latin typeface="微软雅黑" panose="020B0503020204020204" pitchFamily="34" charset="-122"/>
                          <a:ea typeface="微软雅黑" panose="020B0503020204020204" pitchFamily="34" charset="-122"/>
                          <a:sym typeface="+mn-ea"/>
                        </a:rPr>
                        <a:t>Lower CCD Component (Label Supplement) -1</a:t>
                      </a:r>
                    </a:p>
                  </a:txBody>
                  <a:tcPr anchor="ctr"/>
                </a:tc>
                <a:extLst>
                  <a:ext uri="{0D108BD9-81ED-4DB2-BD59-A6C34878D82A}">
                    <a16:rowId xmlns:a16="http://schemas.microsoft.com/office/drawing/2014/main" val="10003"/>
                  </a:ext>
                </a:extLst>
              </a:tr>
              <a:tr h="274320">
                <a:tc>
                  <a:txBody>
                    <a:bodyPr/>
                    <a:lstStyle/>
                    <a:p>
                      <a:pPr algn="ctr">
                        <a:buNone/>
                      </a:pPr>
                      <a:r>
                        <a:rPr lang="en-US" altLang="zh-CN" sz="1200" dirty="0">
                          <a:solidFill>
                            <a:schemeClr val="tx1"/>
                          </a:solidFill>
                          <a:latin typeface="微软雅黑" panose="020B0503020204020204" pitchFamily="34" charset="-122"/>
                          <a:ea typeface="微软雅黑" panose="020B0503020204020204" pitchFamily="34" charset="-122"/>
                          <a:cs typeface="+mn-cs"/>
                          <a:sym typeface="Gill Sans"/>
                        </a:rPr>
                        <a:t>3</a:t>
                      </a:r>
                    </a:p>
                  </a:txBody>
                  <a:tcPr anchor="ctr">
                    <a:solidFill>
                      <a:srgbClr val="00FF00"/>
                    </a:solidFill>
                  </a:tcPr>
                </a:tc>
                <a:tc>
                  <a:txBody>
                    <a:bodyPr/>
                    <a:lstStyle/>
                    <a:p>
                      <a:pPr lvl="0" algn="ctr">
                        <a:buClrTx/>
                        <a:buSzTx/>
                        <a:buFontTx/>
                      </a:pPr>
                      <a:r>
                        <a:rPr sz="1200" dirty="0">
                          <a:sym typeface="+mn-ea"/>
                        </a:rPr>
                        <a:t>Widening the feeding conveyor line (front buffer) -1</a:t>
                      </a:r>
                    </a:p>
                  </a:txBody>
                  <a:tcPr anchor="ctr"/>
                </a:tc>
                <a:extLst>
                  <a:ext uri="{0D108BD9-81ED-4DB2-BD59-A6C34878D82A}">
                    <a16:rowId xmlns:a16="http://schemas.microsoft.com/office/drawing/2014/main" val="10004"/>
                  </a:ext>
                </a:extLst>
              </a:tr>
              <a:tr h="131509">
                <a:tc>
                  <a:txBody>
                    <a:bodyPr/>
                    <a:lstStyle/>
                    <a:p>
                      <a:pPr algn="ctr"/>
                      <a:r>
                        <a:rPr lang="en-US" sz="1200" dirty="0">
                          <a:solidFill>
                            <a:schemeClr val="tx1"/>
                          </a:solidFill>
                          <a:latin typeface="微软雅黑" panose="020B0503020204020204" pitchFamily="34" charset="-122"/>
                          <a:ea typeface="微软雅黑" panose="020B0503020204020204" pitchFamily="34" charset="-122"/>
                          <a:cs typeface="+mn-cs"/>
                          <a:sym typeface="Gill Sans"/>
                        </a:rPr>
                        <a:t>4</a:t>
                      </a:r>
                    </a:p>
                  </a:txBody>
                  <a:tcPr anchor="ctr">
                    <a:solidFill>
                      <a:srgbClr val="00FF00"/>
                    </a:solidFill>
                  </a:tcPr>
                </a:tc>
                <a:tc>
                  <a:txBody>
                    <a:bodyPr/>
                    <a:lstStyle/>
                    <a:p>
                      <a:pPr lvl="0" algn="ctr">
                        <a:buClrTx/>
                        <a:buSzTx/>
                        <a:buFontTx/>
                      </a:pPr>
                      <a:r>
                        <a:rPr sz="1200" dirty="0">
                          <a:latin typeface="微软雅黑" panose="020B0503020204020204" pitchFamily="34" charset="-122"/>
                          <a:ea typeface="微软雅黑" panose="020B0503020204020204" pitchFamily="34" charset="-122"/>
                          <a:sym typeface="+mn-ea"/>
                        </a:rPr>
                        <a:t>CCD&amp;Material Retrieval Components (Product Positioning) -</a:t>
                      </a:r>
                      <a:r>
                        <a:rPr lang="en-US" sz="1200" dirty="0">
                          <a:latin typeface="微软雅黑" panose="020B0503020204020204" pitchFamily="34" charset="-122"/>
                          <a:ea typeface="微软雅黑" panose="020B0503020204020204" pitchFamily="34" charset="-122"/>
                          <a:sym typeface="+mn-ea"/>
                        </a:rPr>
                        <a:t>1</a:t>
                      </a:r>
                    </a:p>
                  </a:txBody>
                  <a:tcPr anchor="ctr"/>
                </a:tc>
                <a:extLst>
                  <a:ext uri="{0D108BD9-81ED-4DB2-BD59-A6C34878D82A}">
                    <a16:rowId xmlns:a16="http://schemas.microsoft.com/office/drawing/2014/main" val="10005"/>
                  </a:ext>
                </a:extLst>
              </a:tr>
              <a:tr h="274320">
                <a:tc>
                  <a:txBody>
                    <a:bodyPr/>
                    <a:lstStyle/>
                    <a:p>
                      <a:pPr algn="ctr">
                        <a:buNone/>
                      </a:pPr>
                      <a:r>
                        <a:rPr lang="en-US" altLang="en-US" sz="1200" dirty="0">
                          <a:solidFill>
                            <a:schemeClr val="tx1"/>
                          </a:solidFill>
                          <a:latin typeface="微软雅黑" panose="020B0503020204020204" pitchFamily="34" charset="-122"/>
                          <a:ea typeface="微软雅黑" panose="020B0503020204020204" pitchFamily="34" charset="-122"/>
                          <a:cs typeface="+mn-cs"/>
                          <a:sym typeface="Gill Sans"/>
                        </a:rPr>
                        <a:t>5</a:t>
                      </a:r>
                    </a:p>
                  </a:txBody>
                  <a:tcPr anchor="ctr">
                    <a:solidFill>
                      <a:srgbClr val="00FF00"/>
                    </a:solidFill>
                  </a:tcPr>
                </a:tc>
                <a:tc>
                  <a:txBody>
                    <a:bodyPr/>
                    <a:lstStyle/>
                    <a:p>
                      <a:pPr lvl="0" algn="ctr">
                        <a:buClrTx/>
                        <a:buSzTx/>
                        <a:buFontTx/>
                      </a:pPr>
                      <a:r>
                        <a:rPr sz="1200" dirty="0">
                          <a:sym typeface="+mn-ea"/>
                        </a:rPr>
                        <a:t>Pressing zone (pressing upper and lower covers) -1</a:t>
                      </a:r>
                    </a:p>
                  </a:txBody>
                  <a:tcPr anchor="ctr"/>
                </a:tc>
                <a:extLst>
                  <a:ext uri="{0D108BD9-81ED-4DB2-BD59-A6C34878D82A}">
                    <a16:rowId xmlns:a16="http://schemas.microsoft.com/office/drawing/2014/main" val="10006"/>
                  </a:ext>
                </a:extLst>
              </a:tr>
              <a:tr h="293370">
                <a:tc>
                  <a:txBody>
                    <a:bodyPr/>
                    <a:lstStyle/>
                    <a:p>
                      <a:pPr algn="ctr">
                        <a:buNone/>
                      </a:pPr>
                      <a:r>
                        <a:rPr lang="en-US" altLang="en-US" sz="1200" dirty="0">
                          <a:solidFill>
                            <a:schemeClr val="tx1"/>
                          </a:solidFill>
                          <a:latin typeface="微软雅黑" panose="020B0503020204020204" pitchFamily="34" charset="-122"/>
                          <a:ea typeface="微软雅黑" panose="020B0503020204020204" pitchFamily="34" charset="-122"/>
                          <a:cs typeface="+mn-cs"/>
                          <a:sym typeface="Gill Sans"/>
                        </a:rPr>
                        <a:t>6</a:t>
                      </a:r>
                    </a:p>
                  </a:txBody>
                  <a:tcPr anchor="ctr">
                    <a:solidFill>
                      <a:srgbClr val="00FF00"/>
                    </a:solidFill>
                  </a:tcPr>
                </a:tc>
                <a:tc>
                  <a:txBody>
                    <a:bodyPr/>
                    <a:lstStyle/>
                    <a:p>
                      <a:pPr lvl="0" algn="ctr">
                        <a:buClrTx/>
                        <a:buSzTx/>
                        <a:buFontTx/>
                      </a:pPr>
                      <a:r>
                        <a:rPr sz="1200" dirty="0">
                          <a:sym typeface="+mn-ea"/>
                        </a:rPr>
                        <a:t>Feeding Conveyor Line (Work Area) -1</a:t>
                      </a:r>
                    </a:p>
                  </a:txBody>
                  <a:tcPr anchor="ctr"/>
                </a:tc>
                <a:extLst>
                  <a:ext uri="{0D108BD9-81ED-4DB2-BD59-A6C34878D82A}">
                    <a16:rowId xmlns:a16="http://schemas.microsoft.com/office/drawing/2014/main" val="10007"/>
                  </a:ext>
                </a:extLst>
              </a:tr>
              <a:tr h="274320">
                <a:tc gridSpan="2">
                  <a:txBody>
                    <a:bodyPr/>
                    <a:lstStyle/>
                    <a:p>
                      <a:pPr algn="ctr"/>
                      <a:r>
                        <a:rPr lang="zh-CN" altLang="en-US" sz="1200" dirty="0">
                          <a:solidFill>
                            <a:srgbClr val="FF0000"/>
                          </a:solidFill>
                          <a:latin typeface="微软雅黑" panose="020B0503020204020204" pitchFamily="34" charset="-122"/>
                          <a:ea typeface="微软雅黑" panose="020B0503020204020204" pitchFamily="34" charset="-122"/>
                          <a:sym typeface="+mn-ea"/>
                        </a:rPr>
                        <a:t>Rear side</a:t>
                      </a:r>
                    </a:p>
                  </a:txBody>
                  <a:tcPr anchor="ctr"/>
                </a:tc>
                <a:tc hMerge="1">
                  <a:txBody>
                    <a:bodyPr/>
                    <a:lstStyle/>
                    <a:p>
                      <a:endParaRPr lang="zh-CN"/>
                    </a:p>
                  </a:txBody>
                  <a:tcPr anchor="ctr"/>
                </a:tc>
                <a:extLst>
                  <a:ext uri="{0D108BD9-81ED-4DB2-BD59-A6C34878D82A}">
                    <a16:rowId xmlns:a16="http://schemas.microsoft.com/office/drawing/2014/main" val="10008"/>
                  </a:ext>
                </a:extLst>
              </a:tr>
              <a:tr h="274320">
                <a:tc>
                  <a:txBody>
                    <a:bodyPr/>
                    <a:lstStyle/>
                    <a:p>
                      <a:pPr algn="ctr">
                        <a:buNone/>
                      </a:pPr>
                      <a:r>
                        <a:rPr lang="en-US" altLang="zh-CN" sz="1200" dirty="0">
                          <a:latin typeface="微软雅黑" panose="020B0503020204020204" pitchFamily="34" charset="-122"/>
                          <a:ea typeface="微软雅黑" panose="020B0503020204020204" pitchFamily="34" charset="-122"/>
                        </a:rPr>
                        <a:t>1</a:t>
                      </a:r>
                    </a:p>
                  </a:txBody>
                  <a:tcPr anchor="ctr">
                    <a:solidFill>
                      <a:schemeClr val="accent4"/>
                    </a:solidFill>
                  </a:tcPr>
                </a:tc>
                <a:tc>
                  <a:txBody>
                    <a:bodyPr/>
                    <a:lstStyle/>
                    <a:p>
                      <a:pPr lvl="0" algn="ctr">
                        <a:buClrTx/>
                        <a:buSzTx/>
                        <a:buFontTx/>
                      </a:pPr>
                      <a:r>
                        <a:rPr sz="1200" dirty="0">
                          <a:latin typeface="微软雅黑" panose="020B0503020204020204" pitchFamily="34" charset="-122"/>
                          <a:ea typeface="微软雅黑" panose="020B0503020204020204" pitchFamily="34" charset="-122"/>
                        </a:rPr>
                        <a:t>X/Y TABLE Transfer Component (Material Retrieval) -</a:t>
                      </a:r>
                      <a:r>
                        <a:rPr lang="en-US" sz="1200" dirty="0">
                          <a:latin typeface="微软雅黑" panose="020B0503020204020204" pitchFamily="34" charset="-122"/>
                          <a:ea typeface="微软雅黑" panose="020B0503020204020204" pitchFamily="34" charset="-122"/>
                        </a:rPr>
                        <a:t>2</a:t>
                      </a:r>
                    </a:p>
                  </a:txBody>
                  <a:tcPr anchor="ctr"/>
                </a:tc>
                <a:extLst>
                  <a:ext uri="{0D108BD9-81ED-4DB2-BD59-A6C34878D82A}">
                    <a16:rowId xmlns:a16="http://schemas.microsoft.com/office/drawing/2014/main" val="10009"/>
                  </a:ext>
                </a:extLst>
              </a:tr>
              <a:tr h="274320">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cs typeface="+mn-cs"/>
                          <a:sym typeface="Gill Sans"/>
                        </a:rPr>
                        <a:t>2</a:t>
                      </a:r>
                    </a:p>
                  </a:txBody>
                  <a:tcPr anchor="ctr">
                    <a:solidFill>
                      <a:schemeClr val="accent4"/>
                    </a:solidFill>
                  </a:tcPr>
                </a:tc>
                <a:tc>
                  <a:txBody>
                    <a:bodyPr/>
                    <a:lstStyle/>
                    <a:p>
                      <a:pPr lvl="0" algn="ctr">
                        <a:buClrTx/>
                        <a:buSzTx/>
                        <a:buFontTx/>
                      </a:pPr>
                      <a:r>
                        <a:rPr sz="1200" dirty="0">
                          <a:latin typeface="微软雅黑" panose="020B0503020204020204" pitchFamily="34" charset="-122"/>
                          <a:ea typeface="微软雅黑" panose="020B0503020204020204" pitchFamily="34" charset="-122"/>
                          <a:sym typeface="+mn-ea"/>
                        </a:rPr>
                        <a:t>Lower CCD Component (Label Supplement) -</a:t>
                      </a:r>
                      <a:r>
                        <a:rPr lang="en-US" sz="1200" dirty="0">
                          <a:latin typeface="微软雅黑" panose="020B0503020204020204" pitchFamily="34" charset="-122"/>
                          <a:ea typeface="微软雅黑" panose="020B0503020204020204" pitchFamily="34" charset="-122"/>
                          <a:sym typeface="+mn-ea"/>
                        </a:rPr>
                        <a:t>2</a:t>
                      </a:r>
                    </a:p>
                  </a:txBody>
                  <a:tcPr anchor="ctr"/>
                </a:tc>
                <a:extLst>
                  <a:ext uri="{0D108BD9-81ED-4DB2-BD59-A6C34878D82A}">
                    <a16:rowId xmlns:a16="http://schemas.microsoft.com/office/drawing/2014/main" val="10010"/>
                  </a:ext>
                </a:extLst>
              </a:tr>
              <a:tr h="274320">
                <a:tc>
                  <a:txBody>
                    <a:bodyPr/>
                    <a:lstStyle/>
                    <a:p>
                      <a:pPr algn="ctr">
                        <a:buNone/>
                      </a:pPr>
                      <a:r>
                        <a:rPr lang="en-US" altLang="zh-CN" sz="1200" dirty="0">
                          <a:solidFill>
                            <a:schemeClr val="tx1"/>
                          </a:solidFill>
                          <a:latin typeface="微软雅黑" panose="020B0503020204020204" pitchFamily="34" charset="-122"/>
                          <a:ea typeface="微软雅黑" panose="020B0503020204020204" pitchFamily="34" charset="-122"/>
                          <a:cs typeface="+mn-cs"/>
                          <a:sym typeface="Gill Sans"/>
                        </a:rPr>
                        <a:t>3</a:t>
                      </a:r>
                    </a:p>
                  </a:txBody>
                  <a:tcPr anchor="ctr">
                    <a:solidFill>
                      <a:schemeClr val="accent4"/>
                    </a:solidFill>
                  </a:tcPr>
                </a:tc>
                <a:tc>
                  <a:txBody>
                    <a:bodyPr/>
                    <a:lstStyle/>
                    <a:p>
                      <a:pPr lvl="0" algn="ctr">
                        <a:buClrTx/>
                        <a:buSzTx/>
                        <a:buFontTx/>
                      </a:pPr>
                      <a:r>
                        <a:rPr sz="1200" dirty="0">
                          <a:sym typeface="+mn-ea"/>
                        </a:rPr>
                        <a:t>Widening the feeding conveyor line (front buffer) -</a:t>
                      </a:r>
                      <a:r>
                        <a:rPr lang="en-US" sz="1200" dirty="0">
                          <a:sym typeface="+mn-ea"/>
                        </a:rPr>
                        <a:t>2</a:t>
                      </a:r>
                    </a:p>
                  </a:txBody>
                  <a:tcPr anchor="ctr"/>
                </a:tc>
                <a:extLst>
                  <a:ext uri="{0D108BD9-81ED-4DB2-BD59-A6C34878D82A}">
                    <a16:rowId xmlns:a16="http://schemas.microsoft.com/office/drawing/2014/main" val="10011"/>
                  </a:ext>
                </a:extLst>
              </a:tr>
              <a:tr h="274320">
                <a:tc>
                  <a:txBody>
                    <a:bodyPr/>
                    <a:lstStyle/>
                    <a:p>
                      <a:pPr algn="ctr"/>
                      <a:r>
                        <a:rPr lang="en-US" sz="1200" dirty="0">
                          <a:solidFill>
                            <a:schemeClr val="tx1"/>
                          </a:solidFill>
                          <a:latin typeface="微软雅黑" panose="020B0503020204020204" pitchFamily="34" charset="-122"/>
                          <a:ea typeface="微软雅黑" panose="020B0503020204020204" pitchFamily="34" charset="-122"/>
                          <a:cs typeface="+mn-cs"/>
                          <a:sym typeface="Gill Sans"/>
                        </a:rPr>
                        <a:t>4</a:t>
                      </a:r>
                    </a:p>
                  </a:txBody>
                  <a:tcPr anchor="ctr">
                    <a:solidFill>
                      <a:schemeClr val="accent4"/>
                    </a:solidFill>
                  </a:tcPr>
                </a:tc>
                <a:tc>
                  <a:txBody>
                    <a:bodyPr/>
                    <a:lstStyle/>
                    <a:p>
                      <a:pPr lvl="0" algn="ctr">
                        <a:buClrTx/>
                        <a:buSzTx/>
                        <a:buFontTx/>
                      </a:pPr>
                      <a:r>
                        <a:rPr lang="zh-CN" altLang="en-US" sz="1200" kern="1200" dirty="0">
                          <a:solidFill>
                            <a:schemeClr val="tx1"/>
                          </a:solidFill>
                          <a:latin typeface="微软雅黑" panose="020B0503020204020204" pitchFamily="34" charset="-122"/>
                          <a:ea typeface="微软雅黑" panose="020B0503020204020204" pitchFamily="34" charset="-122"/>
                          <a:cs typeface="+mn-cs"/>
                        </a:rPr>
                        <a:t>CCD&amp;Material Retrieval Components (Product Positioning) -</a:t>
                      </a:r>
                      <a:r>
                        <a:rPr lang="en-US" altLang="zh-CN" sz="1200" kern="1200" dirty="0">
                          <a:solidFill>
                            <a:schemeClr val="tx1"/>
                          </a:solidFill>
                          <a:latin typeface="微软雅黑" panose="020B0503020204020204" pitchFamily="34" charset="-122"/>
                          <a:ea typeface="微软雅黑" panose="020B0503020204020204" pitchFamily="34" charset="-122"/>
                          <a:cs typeface="+mn-cs"/>
                        </a:rPr>
                        <a:t>2</a:t>
                      </a:r>
                    </a:p>
                  </a:txBody>
                  <a:tcPr anchor="ctr"/>
                </a:tc>
                <a:extLst>
                  <a:ext uri="{0D108BD9-81ED-4DB2-BD59-A6C34878D82A}">
                    <a16:rowId xmlns:a16="http://schemas.microsoft.com/office/drawing/2014/main" val="10012"/>
                  </a:ext>
                </a:extLst>
              </a:tr>
              <a:tr h="274320">
                <a:tc>
                  <a:txBody>
                    <a:bodyPr/>
                    <a:lstStyle/>
                    <a:p>
                      <a:pPr algn="ctr">
                        <a:buNone/>
                      </a:pPr>
                      <a:r>
                        <a:rPr lang="en-US" altLang="en-US" sz="1200" dirty="0">
                          <a:solidFill>
                            <a:schemeClr val="tx1"/>
                          </a:solidFill>
                          <a:latin typeface="微软雅黑" panose="020B0503020204020204" pitchFamily="34" charset="-122"/>
                          <a:ea typeface="微软雅黑" panose="020B0503020204020204" pitchFamily="34" charset="-122"/>
                          <a:cs typeface="+mn-cs"/>
                          <a:sym typeface="Gill Sans"/>
                        </a:rPr>
                        <a:t>5</a:t>
                      </a:r>
                    </a:p>
                  </a:txBody>
                  <a:tcPr anchor="ctr">
                    <a:solidFill>
                      <a:schemeClr val="accent4"/>
                    </a:solidFill>
                  </a:tcPr>
                </a:tc>
                <a:tc>
                  <a:txBody>
                    <a:bodyPr/>
                    <a:lstStyle/>
                    <a:p>
                      <a:pPr lvl="0" algn="ctr">
                        <a:buClrTx/>
                        <a:buSzTx/>
                        <a:buFontTx/>
                      </a:pPr>
                      <a:r>
                        <a:rPr sz="1200" dirty="0">
                          <a:sym typeface="+mn-ea"/>
                        </a:rPr>
                        <a:t>Pressing zone (pressing upper and lower covers) -</a:t>
                      </a:r>
                      <a:r>
                        <a:rPr lang="en-US" sz="1200" dirty="0">
                          <a:sym typeface="+mn-ea"/>
                        </a:rPr>
                        <a:t>2</a:t>
                      </a:r>
                    </a:p>
                  </a:txBody>
                  <a:tcPr anchor="ctr"/>
                </a:tc>
                <a:extLst>
                  <a:ext uri="{0D108BD9-81ED-4DB2-BD59-A6C34878D82A}">
                    <a16:rowId xmlns:a16="http://schemas.microsoft.com/office/drawing/2014/main" val="10013"/>
                  </a:ext>
                </a:extLst>
              </a:tr>
              <a:tr h="274320">
                <a:tc>
                  <a:txBody>
                    <a:bodyPr/>
                    <a:lstStyle/>
                    <a:p>
                      <a:pPr algn="ctr">
                        <a:buNone/>
                      </a:pPr>
                      <a:r>
                        <a:rPr lang="en-US" altLang="en-US" sz="1200" dirty="0">
                          <a:solidFill>
                            <a:schemeClr val="tx1"/>
                          </a:solidFill>
                          <a:latin typeface="微软雅黑" panose="020B0503020204020204" pitchFamily="34" charset="-122"/>
                          <a:ea typeface="微软雅黑" panose="020B0503020204020204" pitchFamily="34" charset="-122"/>
                          <a:cs typeface="+mn-cs"/>
                          <a:sym typeface="Gill Sans"/>
                        </a:rPr>
                        <a:t>6</a:t>
                      </a:r>
                    </a:p>
                  </a:txBody>
                  <a:tcPr anchor="ctr">
                    <a:solidFill>
                      <a:schemeClr val="accent4"/>
                    </a:solidFill>
                  </a:tcPr>
                </a:tc>
                <a:tc>
                  <a:txBody>
                    <a:bodyPr/>
                    <a:lstStyle/>
                    <a:p>
                      <a:pPr lvl="0" algn="ctr">
                        <a:buClrTx/>
                        <a:buSzTx/>
                        <a:buFontTx/>
                      </a:pPr>
                      <a:r>
                        <a:rPr sz="1200" dirty="0">
                          <a:sym typeface="+mn-ea"/>
                        </a:rPr>
                        <a:t>Feeding Conveyor Line (Work Area) -</a:t>
                      </a:r>
                      <a:r>
                        <a:rPr lang="en-US" sz="1200" dirty="0">
                          <a:sym typeface="+mn-ea"/>
                        </a:rPr>
                        <a:t>2</a:t>
                      </a:r>
                    </a:p>
                  </a:txBody>
                  <a:tcPr anchor="ctr"/>
                </a:tc>
                <a:extLst>
                  <a:ext uri="{0D108BD9-81ED-4DB2-BD59-A6C34878D82A}">
                    <a16:rowId xmlns:a16="http://schemas.microsoft.com/office/drawing/2014/main" val="10014"/>
                  </a:ext>
                </a:extLst>
              </a:tr>
            </a:tbl>
          </a:graphicData>
        </a:graphic>
      </p:graphicFrame>
      <p:cxnSp>
        <p:nvCxnSpPr>
          <p:cNvPr id="218" name="直接连接符 217"/>
          <p:cNvCxnSpPr/>
          <p:nvPr/>
        </p:nvCxnSpPr>
        <p:spPr>
          <a:xfrm>
            <a:off x="1417373" y="3649112"/>
            <a:ext cx="4868545" cy="0"/>
          </a:xfrm>
          <a:prstGeom prst="line">
            <a:avLst/>
          </a:prstGeom>
          <a:ln w="28575">
            <a:solidFill>
              <a:srgbClr val="005C4F"/>
            </a:solidFill>
            <a:prstDash val="sysDot"/>
          </a:ln>
        </p:spPr>
        <p:style>
          <a:lnRef idx="1">
            <a:schemeClr val="accent1"/>
          </a:lnRef>
          <a:fillRef idx="0">
            <a:schemeClr val="accent1"/>
          </a:fillRef>
          <a:effectRef idx="0">
            <a:schemeClr val="accent1"/>
          </a:effectRef>
          <a:fontRef idx="minor">
            <a:schemeClr val="tx1"/>
          </a:fontRef>
        </p:style>
      </p:cxnSp>
      <p:sp>
        <p:nvSpPr>
          <p:cNvPr id="219" name="圆角矩形 12"/>
          <p:cNvSpPr/>
          <p:nvPr>
            <p:custDataLst>
              <p:tags r:id="rId39"/>
            </p:custDataLst>
          </p:nvPr>
        </p:nvSpPr>
        <p:spPr>
          <a:xfrm>
            <a:off x="5259705" y="3432175"/>
            <a:ext cx="958850" cy="21717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sz="1300" dirty="0">
                <a:solidFill>
                  <a:srgbClr val="FF0000"/>
                </a:solidFill>
                <a:sym typeface="+mn-ea"/>
              </a:rPr>
              <a:t>Rear side</a:t>
            </a:r>
          </a:p>
        </p:txBody>
      </p:sp>
      <p:sp>
        <p:nvSpPr>
          <p:cNvPr id="220" name="圆角矩形 12"/>
          <p:cNvSpPr/>
          <p:nvPr>
            <p:custDataLst>
              <p:tags r:id="rId40"/>
            </p:custDataLst>
          </p:nvPr>
        </p:nvSpPr>
        <p:spPr>
          <a:xfrm>
            <a:off x="1417955" y="3432175"/>
            <a:ext cx="1033145" cy="21717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sz="1300" dirty="0">
                <a:solidFill>
                  <a:srgbClr val="FF0000"/>
                </a:solidFill>
                <a:sym typeface="+mn-ea"/>
              </a:rPr>
              <a:t>Rear side</a:t>
            </a:r>
          </a:p>
        </p:txBody>
      </p:sp>
      <p:sp>
        <p:nvSpPr>
          <p:cNvPr id="221" name="圆角矩形 12"/>
          <p:cNvSpPr/>
          <p:nvPr>
            <p:custDataLst>
              <p:tags r:id="rId41"/>
            </p:custDataLst>
          </p:nvPr>
        </p:nvSpPr>
        <p:spPr>
          <a:xfrm>
            <a:off x="5259705" y="3649345"/>
            <a:ext cx="1026795" cy="21717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sz="1300" dirty="0">
                <a:solidFill>
                  <a:srgbClr val="FF0000"/>
                </a:solidFill>
                <a:sym typeface="+mn-ea"/>
              </a:rPr>
              <a:t>Front side</a:t>
            </a:r>
          </a:p>
        </p:txBody>
      </p:sp>
      <p:sp>
        <p:nvSpPr>
          <p:cNvPr id="222" name="圆角矩形 12"/>
          <p:cNvSpPr/>
          <p:nvPr>
            <p:custDataLst>
              <p:tags r:id="rId42"/>
            </p:custDataLst>
          </p:nvPr>
        </p:nvSpPr>
        <p:spPr>
          <a:xfrm>
            <a:off x="1491615" y="3649345"/>
            <a:ext cx="959485" cy="21717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sz="1300" dirty="0">
                <a:solidFill>
                  <a:srgbClr val="FF0000"/>
                </a:solidFill>
                <a:sym typeface="+mn-ea"/>
              </a:rPr>
              <a:t>Front side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8"/>
          <a:stretch>
            <a:fillRect/>
          </a:stretch>
        </p:blipFill>
        <p:spPr>
          <a:xfrm>
            <a:off x="1798320" y="4161790"/>
            <a:ext cx="1329055" cy="1463675"/>
          </a:xfrm>
          <a:prstGeom prst="rect">
            <a:avLst/>
          </a:prstGeom>
        </p:spPr>
      </p:pic>
      <p:pic>
        <p:nvPicPr>
          <p:cNvPr id="74" name="图片 73"/>
          <p:cNvPicPr>
            <a:picLocks noChangeAspect="1"/>
          </p:cNvPicPr>
          <p:nvPr/>
        </p:nvPicPr>
        <p:blipFill>
          <a:blip r:embed="rId19"/>
          <a:stretch>
            <a:fillRect/>
          </a:stretch>
        </p:blipFill>
        <p:spPr>
          <a:xfrm>
            <a:off x="1313180" y="2014855"/>
            <a:ext cx="1978660" cy="1393825"/>
          </a:xfrm>
          <a:prstGeom prst="rect">
            <a:avLst/>
          </a:prstGeom>
        </p:spPr>
      </p:pic>
      <p:sp>
        <p:nvSpPr>
          <p:cNvPr id="5"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3.</a:t>
            </a:r>
            <a:r>
              <a:rPr lang="en-US" altLang="zh-CN" dirty="0">
                <a:latin typeface="+mn-lt"/>
                <a:sym typeface="+mn-ea"/>
              </a:rPr>
              <a:t>Equipment Layout</a:t>
            </a:r>
            <a:endParaRPr lang="en-US" altLang="zh-CN" dirty="0">
              <a:latin typeface="+mn-lt"/>
            </a:endParaRPr>
          </a:p>
        </p:txBody>
      </p:sp>
      <p:sp>
        <p:nvSpPr>
          <p:cNvPr id="7"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6</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2"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pic>
        <p:nvPicPr>
          <p:cNvPr id="4" name="图片 3"/>
          <p:cNvPicPr>
            <a:picLocks noChangeAspect="1"/>
          </p:cNvPicPr>
          <p:nvPr/>
        </p:nvPicPr>
        <p:blipFill>
          <a:blip r:embed="rId20"/>
          <a:stretch>
            <a:fillRect/>
          </a:stretch>
        </p:blipFill>
        <p:spPr>
          <a:xfrm>
            <a:off x="3345180" y="1136015"/>
            <a:ext cx="4761230" cy="5013960"/>
          </a:xfrm>
          <a:prstGeom prst="rect">
            <a:avLst/>
          </a:prstGeom>
        </p:spPr>
      </p:pic>
      <p:pic>
        <p:nvPicPr>
          <p:cNvPr id="22" name="图片 21"/>
          <p:cNvPicPr>
            <a:picLocks noChangeAspect="1"/>
          </p:cNvPicPr>
          <p:nvPr/>
        </p:nvPicPr>
        <p:blipFill>
          <a:blip r:embed="rId21"/>
          <a:stretch>
            <a:fillRect/>
          </a:stretch>
        </p:blipFill>
        <p:spPr>
          <a:xfrm>
            <a:off x="8742045" y="1527175"/>
            <a:ext cx="1080770" cy="1685925"/>
          </a:xfrm>
          <a:prstGeom prst="rect">
            <a:avLst/>
          </a:prstGeom>
        </p:spPr>
      </p:pic>
      <p:pic>
        <p:nvPicPr>
          <p:cNvPr id="16391" name="图片 13"/>
          <p:cNvPicPr>
            <a:picLocks noChangeAspect="1"/>
          </p:cNvPicPr>
          <p:nvPr/>
        </p:nvPicPr>
        <p:blipFill>
          <a:blip r:embed="rId22"/>
          <a:stretch>
            <a:fillRect/>
          </a:stretch>
        </p:blipFill>
        <p:spPr>
          <a:xfrm>
            <a:off x="2902585" y="980440"/>
            <a:ext cx="760095" cy="1018540"/>
          </a:xfrm>
          <a:prstGeom prst="rect">
            <a:avLst/>
          </a:prstGeom>
          <a:noFill/>
          <a:ln w="9525">
            <a:noFill/>
          </a:ln>
        </p:spPr>
      </p:pic>
      <p:pic>
        <p:nvPicPr>
          <p:cNvPr id="39" name="图片 38"/>
          <p:cNvPicPr>
            <a:picLocks noChangeAspect="1"/>
          </p:cNvPicPr>
          <p:nvPr/>
        </p:nvPicPr>
        <p:blipFill>
          <a:blip r:embed="rId23"/>
          <a:stretch>
            <a:fillRect/>
          </a:stretch>
        </p:blipFill>
        <p:spPr>
          <a:xfrm>
            <a:off x="7693660" y="4436745"/>
            <a:ext cx="2387600" cy="1682750"/>
          </a:xfrm>
          <a:prstGeom prst="rect">
            <a:avLst/>
          </a:prstGeom>
        </p:spPr>
      </p:pic>
      <p:sp>
        <p:nvSpPr>
          <p:cNvPr id="52" name="圆角矩形 12"/>
          <p:cNvSpPr/>
          <p:nvPr>
            <p:custDataLst>
              <p:tags r:id="rId2"/>
            </p:custDataLst>
          </p:nvPr>
        </p:nvSpPr>
        <p:spPr>
          <a:xfrm>
            <a:off x="281305" y="3506470"/>
            <a:ext cx="2595880" cy="21717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r">
              <a:buClrTx/>
              <a:buSzTx/>
              <a:buFontTx/>
            </a:pPr>
            <a:r>
              <a:rPr lang="en-US" altLang="zh-CN" sz="1300" dirty="0">
                <a:solidFill>
                  <a:schemeClr val="tx1"/>
                </a:solidFill>
                <a:latin typeface="微软雅黑" panose="020B0503020204020204" pitchFamily="34" charset="-122"/>
                <a:ea typeface="微软雅黑" panose="020B0503020204020204" pitchFamily="34" charset="-122"/>
                <a:sym typeface="Gill Sans"/>
              </a:rPr>
              <a:t>X/Y TABLE Transfer Component (Material Retrieval) </a:t>
            </a:r>
          </a:p>
        </p:txBody>
      </p:sp>
      <p:sp>
        <p:nvSpPr>
          <p:cNvPr id="53" name="椭圆 52"/>
          <p:cNvSpPr/>
          <p:nvPr>
            <p:custDataLst>
              <p:tags r:id="rId3"/>
            </p:custDataLst>
          </p:nvPr>
        </p:nvSpPr>
        <p:spPr>
          <a:xfrm>
            <a:off x="2832735" y="3505835"/>
            <a:ext cx="190500" cy="191135"/>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1</a:t>
            </a:r>
          </a:p>
        </p:txBody>
      </p:sp>
      <p:sp>
        <p:nvSpPr>
          <p:cNvPr id="54" name="圆角矩形 12"/>
          <p:cNvSpPr/>
          <p:nvPr>
            <p:custDataLst>
              <p:tags r:id="rId4"/>
            </p:custDataLst>
          </p:nvPr>
        </p:nvSpPr>
        <p:spPr>
          <a:xfrm>
            <a:off x="2164715" y="2063750"/>
            <a:ext cx="1729740" cy="21717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r">
              <a:buClrTx/>
              <a:buSzTx/>
              <a:buFontTx/>
            </a:pPr>
            <a:r>
              <a:rPr sz="1300" dirty="0">
                <a:solidFill>
                  <a:schemeClr val="tx1"/>
                </a:solidFill>
                <a:latin typeface="微软雅黑" panose="020B0503020204020204" pitchFamily="34" charset="-122"/>
                <a:ea typeface="微软雅黑" panose="020B0503020204020204" pitchFamily="34" charset="-122"/>
                <a:sym typeface="+mn-ea"/>
              </a:rPr>
              <a:t>Lower CCD Component (Label Supplement) </a:t>
            </a:r>
          </a:p>
        </p:txBody>
      </p:sp>
      <p:sp>
        <p:nvSpPr>
          <p:cNvPr id="58" name="椭圆 57"/>
          <p:cNvSpPr/>
          <p:nvPr/>
        </p:nvSpPr>
        <p:spPr>
          <a:xfrm>
            <a:off x="3850005" y="2072005"/>
            <a:ext cx="190500" cy="200660"/>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2</a:t>
            </a:r>
          </a:p>
        </p:txBody>
      </p:sp>
      <p:cxnSp>
        <p:nvCxnSpPr>
          <p:cNvPr id="61" name="肘形连接符 60"/>
          <p:cNvCxnSpPr/>
          <p:nvPr>
            <p:custDataLst>
              <p:tags r:id="rId5"/>
            </p:custDataLst>
          </p:nvPr>
        </p:nvCxnSpPr>
        <p:spPr>
          <a:xfrm>
            <a:off x="3345180" y="1578610"/>
            <a:ext cx="3024505" cy="1219835"/>
          </a:xfrm>
          <a:prstGeom prst="bentConnector3">
            <a:avLst>
              <a:gd name="adj1" fmla="val 37518"/>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62" name="肘形连接符 61"/>
          <p:cNvCxnSpPr/>
          <p:nvPr>
            <p:custDataLst>
              <p:tags r:id="rId6"/>
            </p:custDataLst>
          </p:nvPr>
        </p:nvCxnSpPr>
        <p:spPr>
          <a:xfrm>
            <a:off x="2244090" y="2628265"/>
            <a:ext cx="2296160" cy="666750"/>
          </a:xfrm>
          <a:prstGeom prst="bentConnector3">
            <a:avLst>
              <a:gd name="adj1" fmla="val 50028"/>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63" name="肘形连接符 62"/>
          <p:cNvCxnSpPr/>
          <p:nvPr>
            <p:custDataLst>
              <p:tags r:id="rId7"/>
            </p:custDataLst>
          </p:nvPr>
        </p:nvCxnSpPr>
        <p:spPr>
          <a:xfrm flipV="1">
            <a:off x="2460625" y="4161790"/>
            <a:ext cx="2116455" cy="926465"/>
          </a:xfrm>
          <a:prstGeom prst="bentConnector3">
            <a:avLst>
              <a:gd name="adj1" fmla="val 34263"/>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64" name="肘形连接符 63"/>
          <p:cNvCxnSpPr/>
          <p:nvPr>
            <p:custDataLst>
              <p:tags r:id="rId8"/>
            </p:custDataLst>
          </p:nvPr>
        </p:nvCxnSpPr>
        <p:spPr>
          <a:xfrm rot="10800000">
            <a:off x="6621145" y="2153920"/>
            <a:ext cx="2602865" cy="290830"/>
          </a:xfrm>
          <a:prstGeom prst="bentConnector3">
            <a:avLst>
              <a:gd name="adj1" fmla="val 38326"/>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65" name="肘形连接符 64"/>
          <p:cNvCxnSpPr/>
          <p:nvPr>
            <p:custDataLst>
              <p:tags r:id="rId9"/>
            </p:custDataLst>
          </p:nvPr>
        </p:nvCxnSpPr>
        <p:spPr>
          <a:xfrm rot="10800000">
            <a:off x="5547995" y="3562350"/>
            <a:ext cx="2932430" cy="1598930"/>
          </a:xfrm>
          <a:prstGeom prst="bentConnector3">
            <a:avLst>
              <a:gd name="adj1" fmla="val 32546"/>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66" name="椭圆 65"/>
          <p:cNvSpPr/>
          <p:nvPr>
            <p:custDataLst>
              <p:tags r:id="rId10"/>
            </p:custDataLst>
          </p:nvPr>
        </p:nvSpPr>
        <p:spPr>
          <a:xfrm>
            <a:off x="3149600" y="5738495"/>
            <a:ext cx="190500" cy="200660"/>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5</a:t>
            </a:r>
          </a:p>
        </p:txBody>
      </p:sp>
      <p:sp>
        <p:nvSpPr>
          <p:cNvPr id="67" name="圆角矩形 12"/>
          <p:cNvSpPr/>
          <p:nvPr>
            <p:custDataLst>
              <p:tags r:id="rId11"/>
            </p:custDataLst>
          </p:nvPr>
        </p:nvSpPr>
        <p:spPr>
          <a:xfrm>
            <a:off x="950595" y="5729605"/>
            <a:ext cx="2265045" cy="21717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r">
              <a:buClrTx/>
              <a:buSzTx/>
              <a:buFontTx/>
            </a:pPr>
            <a:r>
              <a:rPr lang="zh-CN" sz="1300" dirty="0">
                <a:solidFill>
                  <a:schemeClr val="tx1"/>
                </a:solidFill>
                <a:sym typeface="+mn-ea"/>
              </a:rPr>
              <a:t>Pressing zone (pressing upper and lower covers) -1</a:t>
            </a:r>
          </a:p>
        </p:txBody>
      </p:sp>
      <p:sp>
        <p:nvSpPr>
          <p:cNvPr id="68" name="椭圆 67"/>
          <p:cNvSpPr/>
          <p:nvPr>
            <p:custDataLst>
              <p:tags r:id="rId12"/>
            </p:custDataLst>
          </p:nvPr>
        </p:nvSpPr>
        <p:spPr>
          <a:xfrm>
            <a:off x="8111490" y="6149975"/>
            <a:ext cx="494665" cy="273685"/>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3&amp;6</a:t>
            </a:r>
          </a:p>
        </p:txBody>
      </p:sp>
      <p:sp>
        <p:nvSpPr>
          <p:cNvPr id="69" name="圆角矩形 12"/>
          <p:cNvSpPr/>
          <p:nvPr>
            <p:custDataLst>
              <p:tags r:id="rId13"/>
            </p:custDataLst>
          </p:nvPr>
        </p:nvSpPr>
        <p:spPr>
          <a:xfrm>
            <a:off x="8547100" y="6184900"/>
            <a:ext cx="2238375" cy="21717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lang="zh-CN" sz="1300" dirty="0">
                <a:solidFill>
                  <a:schemeClr val="tx1"/>
                </a:solidFill>
                <a:sym typeface="+mn-ea"/>
              </a:rPr>
              <a:t>Widening the feeding conveyor line  </a:t>
            </a:r>
          </a:p>
        </p:txBody>
      </p:sp>
      <p:sp>
        <p:nvSpPr>
          <p:cNvPr id="71" name="椭圆 70"/>
          <p:cNvSpPr/>
          <p:nvPr>
            <p:custDataLst>
              <p:tags r:id="rId14"/>
            </p:custDataLst>
          </p:nvPr>
        </p:nvSpPr>
        <p:spPr>
          <a:xfrm>
            <a:off x="8463280" y="3279140"/>
            <a:ext cx="190500" cy="191135"/>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4</a:t>
            </a:r>
          </a:p>
        </p:txBody>
      </p:sp>
      <p:sp>
        <p:nvSpPr>
          <p:cNvPr id="72" name="圆角矩形 12"/>
          <p:cNvSpPr/>
          <p:nvPr>
            <p:custDataLst>
              <p:tags r:id="rId15"/>
            </p:custDataLst>
          </p:nvPr>
        </p:nvSpPr>
        <p:spPr>
          <a:xfrm>
            <a:off x="8615680" y="3275330"/>
            <a:ext cx="2481580" cy="217170"/>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sz="1300" dirty="0">
                <a:solidFill>
                  <a:schemeClr val="tx1"/>
                </a:solidFill>
                <a:latin typeface="微软雅黑" panose="020B0503020204020204" pitchFamily="34" charset="-122"/>
                <a:ea typeface="微软雅黑" panose="020B0503020204020204" pitchFamily="34" charset="-122"/>
                <a:sym typeface="+mn-ea"/>
              </a:rPr>
              <a:t>CCD&amp;Material Retrieval Components (Product Positioning)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8" cstate="print">
            <a:extLst>
              <a:ext uri="{28A0092B-C50C-407E-A947-70E740481C1C}">
                <a14:useLocalDpi xmlns:a14="http://schemas.microsoft.com/office/drawing/2010/main" val="0"/>
              </a:ext>
            </a:extLst>
          </a:blip>
          <a:srcRect l="4883" t="18660"/>
          <a:stretch>
            <a:fillRect/>
          </a:stretch>
        </p:blipFill>
        <p:spPr>
          <a:xfrm>
            <a:off x="4431115" y="1115578"/>
            <a:ext cx="3093454" cy="1396936"/>
          </a:xfrm>
          <a:prstGeom prst="rect">
            <a:avLst/>
          </a:prstGeom>
        </p:spPr>
      </p:pic>
      <p:pic>
        <p:nvPicPr>
          <p:cNvPr id="73" name="图片 72"/>
          <p:cNvPicPr>
            <a:picLocks noChangeAspect="1"/>
          </p:cNvPicPr>
          <p:nvPr/>
        </p:nvPicPr>
        <p:blipFill>
          <a:blip r:embed="rId9"/>
          <a:stretch>
            <a:fillRect/>
          </a:stretch>
        </p:blipFill>
        <p:spPr>
          <a:xfrm>
            <a:off x="328930" y="1061720"/>
            <a:ext cx="3602990" cy="2538095"/>
          </a:xfrm>
          <a:prstGeom prst="rect">
            <a:avLst/>
          </a:prstGeom>
        </p:spPr>
      </p:pic>
      <p:sp>
        <p:nvSpPr>
          <p:cNvPr id="66"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4.</a:t>
            </a:r>
            <a:r>
              <a:rPr lang="en-US" altLang="zh-CN" dirty="0">
                <a:sym typeface="+mn-ea"/>
              </a:rPr>
              <a:t>The key components</a:t>
            </a:r>
            <a:endParaRPr lang="en-US" altLang="zh-CN" dirty="0">
              <a:latin typeface="+mn-lt"/>
            </a:endParaRPr>
          </a:p>
        </p:txBody>
      </p:sp>
      <p:sp>
        <p:nvSpPr>
          <p:cNvPr id="21" name="文本框 20"/>
          <p:cNvSpPr txBox="1"/>
          <p:nvPr/>
        </p:nvSpPr>
        <p:spPr>
          <a:xfrm>
            <a:off x="300990" y="768350"/>
            <a:ext cx="5033121" cy="369332"/>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t>4.1 </a:t>
            </a:r>
            <a:r>
              <a:rPr sz="1800" b="1" dirty="0">
                <a:sym typeface="+mn-ea"/>
              </a:rPr>
              <a:t>X/Y TABLE Transfer Component</a:t>
            </a:r>
          </a:p>
        </p:txBody>
      </p:sp>
      <p:sp>
        <p:nvSpPr>
          <p:cNvPr id="9" name="TextBox 216"/>
          <p:cNvSpPr txBox="1">
            <a:spLocks noChangeArrowheads="1"/>
          </p:cNvSpPr>
          <p:nvPr/>
        </p:nvSpPr>
        <p:spPr bwMode="auto">
          <a:xfrm>
            <a:off x="322580" y="1895475"/>
            <a:ext cx="1196340" cy="61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sz="1300" dirty="0">
                <a:latin typeface="+mn-lt"/>
              </a:rPr>
              <a:t>X-axis sliding table</a:t>
            </a:r>
          </a:p>
        </p:txBody>
      </p:sp>
      <p:sp>
        <p:nvSpPr>
          <p:cNvPr id="22" name="TextBox 216"/>
          <p:cNvSpPr txBox="1">
            <a:spLocks noChangeArrowheads="1"/>
          </p:cNvSpPr>
          <p:nvPr/>
        </p:nvSpPr>
        <p:spPr bwMode="auto">
          <a:xfrm>
            <a:off x="3016885" y="3171190"/>
            <a:ext cx="1648460"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zh-CN" altLang="en-US" sz="1300" dirty="0">
                <a:latin typeface="+mn-lt"/>
              </a:rPr>
              <a:t>Servo actuator</a:t>
            </a:r>
          </a:p>
        </p:txBody>
      </p:sp>
      <p:sp>
        <p:nvSpPr>
          <p:cNvPr id="24" name="TextBox 216"/>
          <p:cNvSpPr txBox="1">
            <a:spLocks noChangeArrowheads="1"/>
          </p:cNvSpPr>
          <p:nvPr/>
        </p:nvSpPr>
        <p:spPr bwMode="auto">
          <a:xfrm>
            <a:off x="3658346" y="2287905"/>
            <a:ext cx="1382395" cy="61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en-US" altLang="zh-CN" sz="1300" dirty="0">
                <a:solidFill>
                  <a:schemeClr val="tx1"/>
                </a:solidFill>
                <a:latin typeface="+mn-lt"/>
              </a:rPr>
              <a:t>Y</a:t>
            </a:r>
            <a:r>
              <a:rPr sz="1300" dirty="0">
                <a:latin typeface="+mn-lt"/>
                <a:sym typeface="+mn-ea"/>
              </a:rPr>
              <a:t>-axis sliding table</a:t>
            </a:r>
            <a:endParaRPr lang="zh-CN" altLang="en-US" sz="1300" i="1" dirty="0">
              <a:solidFill>
                <a:schemeClr val="tx1"/>
              </a:solidFill>
              <a:latin typeface="+mn-lt"/>
              <a:sym typeface="Arial" panose="020B0604020202020204" pitchFamily="34" charset="0"/>
            </a:endParaRPr>
          </a:p>
        </p:txBody>
      </p:sp>
      <p:sp>
        <p:nvSpPr>
          <p:cNvPr id="42" name="TextBox 216"/>
          <p:cNvSpPr>
            <a:spLocks noChangeArrowheads="1"/>
          </p:cNvSpPr>
          <p:nvPr/>
        </p:nvSpPr>
        <p:spPr bwMode="auto">
          <a:xfrm>
            <a:off x="2898860" y="1311836"/>
            <a:ext cx="1458595" cy="610235"/>
          </a:xfrm>
          <a:prstGeom prst="rect">
            <a:avLst/>
          </a:prstGeom>
          <a:ln w="28575">
            <a:no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zh-CN" sz="1300" dirty="0">
                <a:latin typeface="+mn-lt"/>
              </a:rPr>
              <a:t>Vacuum negative pressure gauge</a:t>
            </a:r>
          </a:p>
        </p:txBody>
      </p:sp>
      <p:sp>
        <p:nvSpPr>
          <p:cNvPr id="43" name="文字方塊 21"/>
          <p:cNvSpPr txBox="1"/>
          <p:nvPr/>
        </p:nvSpPr>
        <p:spPr bwMode="auto">
          <a:xfrm>
            <a:off x="249555" y="5932170"/>
            <a:ext cx="3774440" cy="645160"/>
          </a:xfrm>
          <a:prstGeom prst="rect">
            <a:avLst/>
          </a:prstGeom>
          <a:noFill/>
          <a:ln>
            <a:noFill/>
          </a:ln>
        </p:spPr>
        <p:txBody>
          <a:bodyPr wrap="square" rtlCol="0">
            <a:spAutoFit/>
          </a:bodyPr>
          <a:lstStyle/>
          <a:p>
            <a:pPr>
              <a:spcBef>
                <a:spcPct val="0"/>
              </a:spcBef>
            </a:pPr>
            <a:r>
              <a:rPr lang="zh-CN" sz="1200" dirty="0">
                <a:latin typeface="Arial" panose="020B0604020202020204" pitchFamily="34" charset="0"/>
                <a:ea typeface="微软雅黑" panose="020B0503020204020204" pitchFamily="34" charset="-122"/>
              </a:rPr>
              <a:t>Main structure: slide table, servo actuator, </a:t>
            </a:r>
          </a:p>
          <a:p>
            <a:pPr>
              <a:spcBef>
                <a:spcPct val="0"/>
              </a:spcBef>
            </a:pPr>
            <a:r>
              <a:rPr lang="zh-CN" sz="1200" dirty="0">
                <a:latin typeface="Arial" panose="020B0604020202020204" pitchFamily="34" charset="0"/>
                <a:ea typeface="微软雅黑" panose="020B0503020204020204" pitchFamily="34" charset="-122"/>
              </a:rPr>
              <a:t>material retrieval component,CCD, </a:t>
            </a:r>
          </a:p>
          <a:p>
            <a:pPr>
              <a:spcBef>
                <a:spcPct val="0"/>
              </a:spcBef>
            </a:pPr>
            <a:r>
              <a:rPr lang="zh-CN" sz="1200" dirty="0">
                <a:latin typeface="Arial" panose="020B0604020202020204" pitchFamily="34" charset="0"/>
                <a:ea typeface="微软雅黑" panose="020B0503020204020204" pitchFamily="34" charset="-122"/>
              </a:rPr>
              <a:t>suction nozzle, scanner</a:t>
            </a:r>
          </a:p>
        </p:txBody>
      </p:sp>
      <p:sp>
        <p:nvSpPr>
          <p:cNvPr id="45" name="TextBox 216"/>
          <p:cNvSpPr txBox="1">
            <a:spLocks noChangeArrowheads="1"/>
          </p:cNvSpPr>
          <p:nvPr/>
        </p:nvSpPr>
        <p:spPr bwMode="auto">
          <a:xfrm>
            <a:off x="2830195" y="3541395"/>
            <a:ext cx="2009140" cy="29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00000"/>
              </a:lnSpc>
            </a:pPr>
            <a:r>
              <a:rPr lang="zh-CN" altLang="en-US" sz="1300" dirty="0">
                <a:latin typeface="+mn-lt"/>
              </a:rPr>
              <a:t>Suction nozzle</a:t>
            </a:r>
          </a:p>
        </p:txBody>
      </p:sp>
      <p:sp>
        <p:nvSpPr>
          <p:cNvPr id="10" name="TextBox 216"/>
          <p:cNvSpPr txBox="1">
            <a:spLocks noChangeArrowheads="1"/>
          </p:cNvSpPr>
          <p:nvPr/>
        </p:nvSpPr>
        <p:spPr bwMode="auto">
          <a:xfrm>
            <a:off x="654685" y="3264535"/>
            <a:ext cx="862330"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sz="1300" dirty="0">
                <a:latin typeface="+mn-lt"/>
                <a:sym typeface="+mn-ea"/>
              </a:rPr>
              <a:t>On CCD</a:t>
            </a:r>
          </a:p>
        </p:txBody>
      </p:sp>
      <p:sp>
        <p:nvSpPr>
          <p:cNvPr id="11" name="Shape 78"/>
          <p:cNvSpPr/>
          <p:nvPr/>
        </p:nvSpPr>
        <p:spPr>
          <a:xfrm rot="10800000" flipV="1">
            <a:off x="3228340" y="2491740"/>
            <a:ext cx="424180" cy="155575"/>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cxnSp>
        <p:nvCxnSpPr>
          <p:cNvPr id="149" name="肘形连接符 148"/>
          <p:cNvCxnSpPr/>
          <p:nvPr/>
        </p:nvCxnSpPr>
        <p:spPr>
          <a:xfrm flipV="1">
            <a:off x="1384935" y="3105150"/>
            <a:ext cx="457200" cy="360045"/>
          </a:xfrm>
          <a:prstGeom prst="bentConnector3">
            <a:avLst>
              <a:gd name="adj1" fmla="val 98750"/>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13" name="肘形连接符 12"/>
          <p:cNvCxnSpPr/>
          <p:nvPr/>
        </p:nvCxnSpPr>
        <p:spPr>
          <a:xfrm rot="16200000" flipV="1">
            <a:off x="2395220" y="3188970"/>
            <a:ext cx="648335" cy="358140"/>
          </a:xfrm>
          <a:prstGeom prst="bentConnector3">
            <a:avLst>
              <a:gd name="adj1" fmla="val 3183"/>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15" name="Shape 78"/>
          <p:cNvSpPr/>
          <p:nvPr/>
        </p:nvSpPr>
        <p:spPr>
          <a:xfrm>
            <a:off x="960755" y="2207895"/>
            <a:ext cx="469265" cy="460375"/>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cxnSp>
        <p:nvCxnSpPr>
          <p:cNvPr id="16" name="肘形连接符 15"/>
          <p:cNvCxnSpPr/>
          <p:nvPr/>
        </p:nvCxnSpPr>
        <p:spPr>
          <a:xfrm rot="10800000" flipV="1">
            <a:off x="2035810" y="1624965"/>
            <a:ext cx="1015365" cy="217805"/>
          </a:xfrm>
          <a:prstGeom prst="bentConnector3">
            <a:avLst>
              <a:gd name="adj1" fmla="val 24640"/>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5" name="肘形连接符 4"/>
          <p:cNvCxnSpPr/>
          <p:nvPr/>
        </p:nvCxnSpPr>
        <p:spPr>
          <a:xfrm rot="10800000">
            <a:off x="2610485" y="2911475"/>
            <a:ext cx="445770" cy="422910"/>
          </a:xfrm>
          <a:prstGeom prst="bentConnector3">
            <a:avLst>
              <a:gd name="adj1" fmla="val 49858"/>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14"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7</a:t>
            </a:fld>
            <a:endParaRPr lang="zh-TW" altLang="en-US" sz="1400">
              <a:solidFill>
                <a:srgbClr val="898989"/>
              </a:solidFill>
              <a:latin typeface="Arial" panose="020B0604020202020204" pitchFamily="34" charset="0"/>
              <a:ea typeface="微软雅黑" panose="020B0503020204020204" pitchFamily="34" charset="-122"/>
            </a:endParaRPr>
          </a:p>
        </p:txBody>
      </p:sp>
      <p:sp>
        <p:nvSpPr>
          <p:cNvPr id="2" name="椭圆 1"/>
          <p:cNvSpPr/>
          <p:nvPr>
            <p:custDataLst>
              <p:tags r:id="rId2"/>
            </p:custDataLst>
          </p:nvPr>
        </p:nvSpPr>
        <p:spPr>
          <a:xfrm>
            <a:off x="5334111" y="762947"/>
            <a:ext cx="329157" cy="342864"/>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1</a:t>
            </a:r>
          </a:p>
        </p:txBody>
      </p:sp>
      <p:cxnSp>
        <p:nvCxnSpPr>
          <p:cNvPr id="27" name="肘形连接符 26"/>
          <p:cNvCxnSpPr/>
          <p:nvPr/>
        </p:nvCxnSpPr>
        <p:spPr>
          <a:xfrm rot="16200000">
            <a:off x="5058839" y="2152967"/>
            <a:ext cx="1097280" cy="546735"/>
          </a:xfrm>
          <a:prstGeom prst="bentConnector3">
            <a:avLst>
              <a:gd name="adj1" fmla="val 1996"/>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28" name="TextBox 216"/>
          <p:cNvSpPr txBox="1">
            <a:spLocks noChangeArrowheads="1"/>
          </p:cNvSpPr>
          <p:nvPr/>
        </p:nvSpPr>
        <p:spPr bwMode="auto">
          <a:xfrm>
            <a:off x="4454636" y="2729230"/>
            <a:ext cx="138239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00000"/>
              </a:lnSpc>
            </a:pPr>
            <a:r>
              <a:rPr lang="zh-CN" altLang="en-US" sz="1300" dirty="0">
                <a:latin typeface="+mn-lt"/>
                <a:sym typeface="+mn-ea"/>
              </a:rPr>
              <a:t>QR code scanner</a:t>
            </a:r>
            <a:endParaRPr lang="zh-CN" sz="1300" i="1" dirty="0">
              <a:solidFill>
                <a:schemeClr val="tx1"/>
              </a:solidFill>
              <a:latin typeface="+mn-lt"/>
              <a:sym typeface="Arial" panose="020B0604020202020204" pitchFamily="34" charset="0"/>
            </a:endParaRPr>
          </a:p>
        </p:txBody>
      </p:sp>
      <p:sp>
        <p:nvSpPr>
          <p:cNvPr id="3"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cxnSp>
        <p:nvCxnSpPr>
          <p:cNvPr id="4" name="肘形连接符 3"/>
          <p:cNvCxnSpPr/>
          <p:nvPr/>
        </p:nvCxnSpPr>
        <p:spPr>
          <a:xfrm rot="16200000">
            <a:off x="1595755" y="3219450"/>
            <a:ext cx="635000" cy="538480"/>
          </a:xfrm>
          <a:prstGeom prst="bentConnector3">
            <a:avLst>
              <a:gd name="adj1" fmla="val 2100"/>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6" name="TextBox 216"/>
          <p:cNvSpPr txBox="1">
            <a:spLocks noChangeArrowheads="1"/>
          </p:cNvSpPr>
          <p:nvPr/>
        </p:nvSpPr>
        <p:spPr bwMode="auto">
          <a:xfrm>
            <a:off x="329565" y="3580130"/>
            <a:ext cx="1456690" cy="29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00000"/>
              </a:lnSpc>
            </a:pPr>
            <a:r>
              <a:rPr lang="zh-CN" altLang="en-US" sz="1300" dirty="0">
                <a:latin typeface="+mn-lt"/>
              </a:rPr>
              <a:t>Material retrieval component</a:t>
            </a:r>
          </a:p>
        </p:txBody>
      </p:sp>
      <p:cxnSp>
        <p:nvCxnSpPr>
          <p:cNvPr id="8" name="肘形连接符 7"/>
          <p:cNvCxnSpPr/>
          <p:nvPr/>
        </p:nvCxnSpPr>
        <p:spPr>
          <a:xfrm rot="16200000" flipV="1">
            <a:off x="2248535" y="3423920"/>
            <a:ext cx="648335" cy="358140"/>
          </a:xfrm>
          <a:prstGeom prst="bentConnector3">
            <a:avLst>
              <a:gd name="adj1" fmla="val 3183"/>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19" name="TextBox 216"/>
          <p:cNvSpPr txBox="1">
            <a:spLocks noChangeArrowheads="1"/>
          </p:cNvSpPr>
          <p:nvPr/>
        </p:nvSpPr>
        <p:spPr bwMode="auto">
          <a:xfrm>
            <a:off x="2687955" y="3767455"/>
            <a:ext cx="1040130" cy="29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00000"/>
              </a:lnSpc>
            </a:pPr>
            <a:r>
              <a:rPr lang="zh-CN" altLang="en-US" sz="1300" dirty="0">
                <a:latin typeface="+mn-lt"/>
              </a:rPr>
              <a:t>QR code scanner</a:t>
            </a:r>
          </a:p>
        </p:txBody>
      </p:sp>
      <p:cxnSp>
        <p:nvCxnSpPr>
          <p:cNvPr id="25" name="肘形连接符 24"/>
          <p:cNvCxnSpPr>
            <a:stCxn id="26" idx="3"/>
          </p:cNvCxnSpPr>
          <p:nvPr/>
        </p:nvCxnSpPr>
        <p:spPr>
          <a:xfrm flipV="1">
            <a:off x="6354972" y="2167255"/>
            <a:ext cx="564003" cy="1083628"/>
          </a:xfrm>
          <a:prstGeom prst="bentConnector2">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26" name="TextBox 216"/>
          <p:cNvSpPr txBox="1">
            <a:spLocks noChangeArrowheads="1"/>
          </p:cNvSpPr>
          <p:nvPr/>
        </p:nvSpPr>
        <p:spPr bwMode="auto">
          <a:xfrm>
            <a:off x="5040742" y="3105150"/>
            <a:ext cx="1314230" cy="29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00000"/>
              </a:lnSpc>
            </a:pPr>
            <a:r>
              <a:rPr lang="zh-CN" altLang="en-US" sz="1300" dirty="0">
                <a:latin typeface="+mn-lt"/>
              </a:rPr>
              <a:t>Suction nozzle</a:t>
            </a:r>
          </a:p>
        </p:txBody>
      </p:sp>
      <p:graphicFrame>
        <p:nvGraphicFramePr>
          <p:cNvPr id="32" name="表格 31"/>
          <p:cNvGraphicFramePr>
            <a:graphicFrameLocks noGrp="1"/>
          </p:cNvGraphicFramePr>
          <p:nvPr>
            <p:custDataLst>
              <p:tags r:id="rId3"/>
            </p:custDataLst>
          </p:nvPr>
        </p:nvGraphicFramePr>
        <p:xfrm>
          <a:off x="7630160" y="3800793"/>
          <a:ext cx="3910115" cy="2743200"/>
        </p:xfrm>
        <a:graphic>
          <a:graphicData uri="http://schemas.openxmlformats.org/drawingml/2006/table">
            <a:tbl>
              <a:tblPr firstRow="1" bandRow="1">
                <a:tableStyleId>{5C22544A-7EE6-4342-B048-85BDC9FD1C3A}</a:tableStyleId>
              </a:tblPr>
              <a:tblGrid>
                <a:gridCol w="1482725">
                  <a:extLst>
                    <a:ext uri="{9D8B030D-6E8A-4147-A177-3AD203B41FA5}">
                      <a16:colId xmlns:a16="http://schemas.microsoft.com/office/drawing/2014/main" val="20000"/>
                    </a:ext>
                  </a:extLst>
                </a:gridCol>
                <a:gridCol w="2427390">
                  <a:extLst>
                    <a:ext uri="{9D8B030D-6E8A-4147-A177-3AD203B41FA5}">
                      <a16:colId xmlns:a16="http://schemas.microsoft.com/office/drawing/2014/main" val="20001"/>
                    </a:ext>
                  </a:extLst>
                </a:gridCol>
              </a:tblGrid>
              <a:tr h="273600">
                <a:tc grid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200">
                          <a:solidFill>
                            <a:schemeClr val="tx1"/>
                          </a:solidFill>
                          <a:latin typeface="微软雅黑" panose="020B0503020204020204" pitchFamily="34" charset="-122"/>
                          <a:ea typeface="微软雅黑" panose="020B0503020204020204" pitchFamily="34" charset="-122"/>
                        </a:rPr>
                        <a:t>Y-axis transfer</a:t>
                      </a:r>
                      <a:endParaRPr lang="zh-CN" altLang="en-US" sz="1200">
                        <a:solidFill>
                          <a:schemeClr val="tx1"/>
                        </a:solidFill>
                        <a:latin typeface="微软雅黑" panose="020B0503020204020204" pitchFamily="34" charset="-122"/>
                        <a:ea typeface="微软雅黑" panose="020B0503020204020204" pitchFamily="34" charset="-122"/>
                      </a:endParaRPr>
                    </a:p>
                  </a:txBody>
                  <a:tcPr anchor="ctr">
                    <a:solidFill>
                      <a:srgbClr val="00FF00"/>
                    </a:solidFill>
                  </a:tcPr>
                </a:tc>
                <a:tc hMerge="1">
                  <a:txBody>
                    <a:bodyPr/>
                    <a:lstStyle/>
                    <a:p>
                      <a:endParaRPr lang="zh-CN"/>
                    </a:p>
                  </a:txBody>
                  <a:tcPr/>
                </a:tc>
                <a:extLst>
                  <a:ext uri="{0D108BD9-81ED-4DB2-BD59-A6C34878D82A}">
                    <a16:rowId xmlns:a16="http://schemas.microsoft.com/office/drawing/2014/main" val="10000"/>
                  </a:ext>
                </a:extLst>
              </a:tr>
              <a:tr h="273600">
                <a:tc>
                  <a:txBody>
                    <a:bodyPr/>
                    <a:lstStyle/>
                    <a:p>
                      <a:pPr algn="l"/>
                      <a:r>
                        <a:rPr lang="en-US" altLang="zh-CN" sz="1200">
                          <a:latin typeface="微软雅黑" panose="020B0503020204020204" pitchFamily="34" charset="-122"/>
                          <a:ea typeface="微软雅黑" panose="020B0503020204020204" pitchFamily="34" charset="-122"/>
                        </a:rPr>
                        <a:t>Type</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sz="1200">
                          <a:latin typeface="微软雅黑" panose="020B0503020204020204" pitchFamily="34" charset="-122"/>
                          <a:ea typeface="微软雅黑" panose="020B0503020204020204" pitchFamily="34" charset="-122"/>
                          <a:sym typeface="+mn-ea"/>
                        </a:rPr>
                        <a:t>ETH17-L40-550-BC-M75</a:t>
                      </a:r>
                      <a:r>
                        <a:rPr lang="en-US" altLang="zh-CN" sz="1200">
                          <a:ln>
                            <a:noFill/>
                          </a:ln>
                          <a:solidFill>
                            <a:srgbClr val="000000"/>
                          </a:solidFill>
                          <a:effectLst/>
                          <a:latin typeface="微软雅黑" panose="020B0503020204020204" pitchFamily="34" charset="-122"/>
                          <a:ea typeface="微软雅黑" panose="020B0503020204020204" pitchFamily="34" charset="-122"/>
                          <a:sym typeface="+mn-ea"/>
                        </a:rPr>
                        <a:t>-B2</a:t>
                      </a:r>
                      <a:endParaRPr lang="en-US" altLang="zh-CN" sz="12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1"/>
                  </a:ext>
                </a:extLst>
              </a:tr>
              <a:tr h="274320">
                <a:tc>
                  <a:txBody>
                    <a:bodyPr/>
                    <a:lstStyle/>
                    <a:p>
                      <a:pPr algn="l"/>
                      <a:r>
                        <a:rPr lang="en-US" altLang="zh-CN" sz="1200">
                          <a:latin typeface="微软雅黑" panose="020B0503020204020204" pitchFamily="34" charset="-122"/>
                          <a:ea typeface="微软雅黑" panose="020B0503020204020204" pitchFamily="34" charset="-122"/>
                        </a:rPr>
                        <a:t>Brand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rPr>
                        <a:t>TOYO</a:t>
                      </a:r>
                      <a:endParaRPr lang="zh-CN" alt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2"/>
                  </a:ext>
                </a:extLst>
              </a:tr>
              <a:tr h="273600">
                <a:tc>
                  <a:txBody>
                    <a:bodyPr/>
                    <a:lstStyle/>
                    <a:p>
                      <a:pPr algn="l"/>
                      <a:r>
                        <a:rPr lang="en-US" altLang="zh-CN" sz="1200">
                          <a:latin typeface="微软雅黑" panose="020B0503020204020204" pitchFamily="34" charset="-122"/>
                          <a:ea typeface="微软雅黑" panose="020B0503020204020204" pitchFamily="34" charset="-122"/>
                        </a:rPr>
                        <a:t>repeatability</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rPr>
                        <a:t>±0.005mm</a:t>
                      </a:r>
                      <a:endParaRPr lang="zh-CN" alt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3"/>
                  </a:ext>
                </a:extLst>
              </a:tr>
              <a:tr h="273600">
                <a:tc>
                  <a:txBody>
                    <a:bodyPr/>
                    <a:lstStyle/>
                    <a:p>
                      <a:pPr algn="l">
                        <a:buNone/>
                      </a:pPr>
                      <a:r>
                        <a:rPr lang="en-US" altLang="zh-CN" sz="1200" dirty="0">
                          <a:ln>
                            <a:noFill/>
                          </a:ln>
                          <a:solidFill>
                            <a:srgbClr val="000000"/>
                          </a:solidFill>
                          <a:effectLst/>
                          <a:latin typeface="微软雅黑" panose="020B0503020204020204" pitchFamily="34" charset="-122"/>
                          <a:ea typeface="微软雅黑" panose="020B0503020204020204" pitchFamily="34" charset="-122"/>
                          <a:sym typeface="+mn-ea"/>
                        </a:rPr>
                        <a:t>Position accuracy</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buNone/>
                      </a:pPr>
                      <a:r>
                        <a:rPr lang="en-US" altLang="zh-CN" sz="1200">
                          <a:latin typeface="微软雅黑" panose="020B0503020204020204" pitchFamily="34" charset="-122"/>
                          <a:ea typeface="微软雅黑" panose="020B0503020204020204" pitchFamily="34" charset="-122"/>
                          <a:sym typeface="Arial" panose="020B0604020202020204"/>
                        </a:rPr>
                        <a:t>±0.01mm</a:t>
                      </a:r>
                      <a:endParaRPr lang="zh-CN" alt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4"/>
                  </a:ext>
                </a:extLst>
              </a:tr>
              <a:tr h="2736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latin typeface="微软雅黑" panose="020B0503020204020204" pitchFamily="34" charset="-122"/>
                          <a:ea typeface="微软雅黑" panose="020B0503020204020204" pitchFamily="34" charset="-122"/>
                        </a:rPr>
                        <a:t>Travel</a:t>
                      </a:r>
                      <a:r>
                        <a:rPr lang="en-US" altLang="zh-CN" sz="1200" baseline="0">
                          <a:latin typeface="微软雅黑" panose="020B0503020204020204" pitchFamily="34" charset="-122"/>
                          <a:ea typeface="微软雅黑" panose="020B0503020204020204" pitchFamily="34" charset="-122"/>
                        </a:rPr>
                        <a:t> distance</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a:latin typeface="微软雅黑" panose="020B0503020204020204" pitchFamily="34" charset="-122"/>
                          <a:ea typeface="微软雅黑" panose="020B0503020204020204" pitchFamily="34" charset="-122"/>
                        </a:rPr>
                        <a:t>550mm</a:t>
                      </a:r>
                      <a:endParaRPr lang="zh-CN" altLang="en-US" sz="12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5"/>
                  </a:ext>
                </a:extLst>
              </a:tr>
              <a:tr h="273600">
                <a:tc>
                  <a:txBody>
                    <a:bodyPr/>
                    <a:lstStyle/>
                    <a:p>
                      <a:pPr algn="l"/>
                      <a:r>
                        <a:rPr lang="en-US" altLang="zh-CN" sz="1200">
                          <a:latin typeface="微软雅黑" panose="020B0503020204020204" pitchFamily="34" charset="-122"/>
                          <a:ea typeface="微软雅黑" panose="020B0503020204020204" pitchFamily="34" charset="-122"/>
                        </a:rPr>
                        <a:t>Max speed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a:latin typeface="微软雅黑" panose="020B0503020204020204" pitchFamily="34" charset="-122"/>
                          <a:ea typeface="微软雅黑" panose="020B0503020204020204" pitchFamily="34" charset="-122"/>
                        </a:rPr>
                        <a:t>2000mm/s</a:t>
                      </a:r>
                      <a:endParaRPr lang="zh-CN" altLang="en-US" sz="12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6"/>
                  </a:ext>
                </a:extLst>
              </a:tr>
              <a:tr h="273600">
                <a:tc>
                  <a:txBody>
                    <a:bodyPr/>
                    <a:lstStyle/>
                    <a:p>
                      <a:pPr algn="l"/>
                      <a:r>
                        <a:rPr lang="en-US" altLang="zh-CN" sz="1200">
                          <a:latin typeface="微软雅黑" panose="020B0503020204020204" pitchFamily="34" charset="-122"/>
                          <a:ea typeface="微软雅黑" panose="020B0503020204020204" pitchFamily="34" charset="-122"/>
                        </a:rPr>
                        <a:t>Work</a:t>
                      </a:r>
                      <a:r>
                        <a:rPr lang="en-US" altLang="zh-CN" sz="1200" baseline="0">
                          <a:latin typeface="微软雅黑" panose="020B0503020204020204" pitchFamily="34" charset="-122"/>
                          <a:ea typeface="微软雅黑" panose="020B0503020204020204" pitchFamily="34" charset="-122"/>
                        </a:rPr>
                        <a:t> speed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a:latin typeface="微软雅黑" panose="020B0503020204020204" pitchFamily="34" charset="-122"/>
                          <a:ea typeface="微软雅黑" panose="020B0503020204020204" pitchFamily="34" charset="-122"/>
                        </a:rPr>
                        <a:t>1600mm/s</a:t>
                      </a:r>
                      <a:endParaRPr lang="zh-CN" altLang="en-US" sz="12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7"/>
                  </a:ext>
                </a:extLst>
              </a:tr>
              <a:tr h="273600">
                <a:tc>
                  <a:txBody>
                    <a:bodyPr/>
                    <a:lstStyle/>
                    <a:p>
                      <a:pPr algn="l"/>
                      <a:r>
                        <a:rPr lang="en-US" altLang="zh-CN" sz="1200">
                          <a:latin typeface="微软雅黑" panose="020B0503020204020204" pitchFamily="34" charset="-122"/>
                          <a:ea typeface="微软雅黑" panose="020B0503020204020204" pitchFamily="34" charset="-122"/>
                        </a:rPr>
                        <a:t>Rate load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a:latin typeface="微软雅黑" panose="020B0503020204020204" pitchFamily="34" charset="-122"/>
                          <a:ea typeface="微软雅黑" panose="020B0503020204020204" pitchFamily="34" charset="-122"/>
                        </a:rPr>
                        <a:t>43kg</a:t>
                      </a:r>
                      <a:endParaRPr lang="zh-CN" altLang="en-US" sz="12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8"/>
                  </a:ext>
                </a:extLst>
              </a:tr>
              <a:tr h="273600">
                <a:tc>
                  <a:txBody>
                    <a:bodyPr/>
                    <a:lstStyle/>
                    <a:p>
                      <a:pPr algn="l"/>
                      <a:r>
                        <a:rPr lang="en-US" altLang="zh-CN" sz="1200">
                          <a:latin typeface="微软雅黑" panose="020B0503020204020204" pitchFamily="34" charset="-122"/>
                          <a:ea typeface="微软雅黑" panose="020B0503020204020204" pitchFamily="34" charset="-122"/>
                        </a:rPr>
                        <a:t>Work load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a:latin typeface="微软雅黑" panose="020B0503020204020204" pitchFamily="34" charset="-122"/>
                          <a:ea typeface="微软雅黑" panose="020B0503020204020204" pitchFamily="34" charset="-122"/>
                        </a:rPr>
                        <a:t>26kg</a:t>
                      </a:r>
                    </a:p>
                  </a:txBody>
                  <a:tcPr anchor="ctr"/>
                </a:tc>
                <a:extLst>
                  <a:ext uri="{0D108BD9-81ED-4DB2-BD59-A6C34878D82A}">
                    <a16:rowId xmlns:a16="http://schemas.microsoft.com/office/drawing/2014/main" val="10009"/>
                  </a:ext>
                </a:extLst>
              </a:tr>
            </a:tbl>
          </a:graphicData>
        </a:graphic>
      </p:graphicFrame>
      <p:graphicFrame>
        <p:nvGraphicFramePr>
          <p:cNvPr id="33" name="表格 32"/>
          <p:cNvGraphicFramePr>
            <a:graphicFrameLocks noGrp="1"/>
          </p:cNvGraphicFramePr>
          <p:nvPr>
            <p:custDataLst>
              <p:tags r:id="rId4"/>
            </p:custDataLst>
          </p:nvPr>
        </p:nvGraphicFramePr>
        <p:xfrm>
          <a:off x="7629843" y="849630"/>
          <a:ext cx="3910399" cy="2743200"/>
        </p:xfrm>
        <a:graphic>
          <a:graphicData uri="http://schemas.openxmlformats.org/drawingml/2006/table">
            <a:tbl>
              <a:tblPr firstRow="1" bandRow="1">
                <a:tableStyleId>{5C22544A-7EE6-4342-B048-85BDC9FD1C3A}</a:tableStyleId>
              </a:tblPr>
              <a:tblGrid>
                <a:gridCol w="1501775">
                  <a:extLst>
                    <a:ext uri="{9D8B030D-6E8A-4147-A177-3AD203B41FA5}">
                      <a16:colId xmlns:a16="http://schemas.microsoft.com/office/drawing/2014/main" val="20000"/>
                    </a:ext>
                  </a:extLst>
                </a:gridCol>
                <a:gridCol w="2408624">
                  <a:extLst>
                    <a:ext uri="{9D8B030D-6E8A-4147-A177-3AD203B41FA5}">
                      <a16:colId xmlns:a16="http://schemas.microsoft.com/office/drawing/2014/main" val="20001"/>
                    </a:ext>
                  </a:extLst>
                </a:gridCol>
              </a:tblGrid>
              <a:tr h="274320">
                <a:tc grid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200">
                          <a:solidFill>
                            <a:schemeClr val="tx1"/>
                          </a:solidFill>
                          <a:latin typeface="微软雅黑" panose="020B0503020204020204" pitchFamily="34" charset="-122"/>
                          <a:ea typeface="微软雅黑" panose="020B0503020204020204" pitchFamily="34" charset="-122"/>
                          <a:sym typeface="+mn-ea"/>
                        </a:rPr>
                        <a:t>X-axis transfer</a:t>
                      </a:r>
                      <a:endParaRPr lang="en-US" altLang="zh-CN" sz="1200">
                        <a:solidFill>
                          <a:schemeClr val="tx1"/>
                        </a:solidFill>
                        <a:latin typeface="微软雅黑" panose="020B0503020204020204" pitchFamily="34" charset="-122"/>
                        <a:ea typeface="微软雅黑" panose="020B0503020204020204" pitchFamily="34" charset="-122"/>
                      </a:endParaRPr>
                    </a:p>
                  </a:txBody>
                  <a:tcPr anchor="ctr">
                    <a:solidFill>
                      <a:srgbClr val="00FF00"/>
                    </a:solidFill>
                  </a:tcPr>
                </a:tc>
                <a:tc hMerge="1">
                  <a:txBody>
                    <a:bodyPr/>
                    <a:lstStyle/>
                    <a:p>
                      <a:endParaRPr lang="zh-CN"/>
                    </a:p>
                  </a:txBody>
                  <a:tcPr/>
                </a:tc>
                <a:extLst>
                  <a:ext uri="{0D108BD9-81ED-4DB2-BD59-A6C34878D82A}">
                    <a16:rowId xmlns:a16="http://schemas.microsoft.com/office/drawing/2014/main" val="10000"/>
                  </a:ext>
                </a:extLst>
              </a:tr>
              <a:tr h="273600">
                <a:tc>
                  <a:txBody>
                    <a:bodyPr/>
                    <a:lstStyle/>
                    <a:p>
                      <a:pPr algn="l"/>
                      <a:r>
                        <a:rPr lang="en-US" altLang="zh-CN" sz="1200">
                          <a:latin typeface="微软雅黑" panose="020B0503020204020204" pitchFamily="34" charset="-122"/>
                          <a:ea typeface="微软雅黑" panose="020B0503020204020204" pitchFamily="34" charset="-122"/>
                        </a:rPr>
                        <a:t>Type</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a:ln>
                            <a:noFill/>
                          </a:ln>
                          <a:solidFill>
                            <a:srgbClr val="000000"/>
                          </a:solidFill>
                          <a:effectLst/>
                          <a:latin typeface="微软雅黑" panose="020B0503020204020204" pitchFamily="34" charset="-122"/>
                          <a:ea typeface="微软雅黑" panose="020B0503020204020204" pitchFamily="34" charset="-122"/>
                          <a:sym typeface="+mn-ea"/>
                        </a:rPr>
                        <a:t>GTH12-L32-350-BC-S40-C4</a:t>
                      </a:r>
                      <a:endParaRPr lang="en-US" altLang="zh-CN" sz="12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1"/>
                  </a:ext>
                </a:extLst>
              </a:tr>
              <a:tr h="273600">
                <a:tc>
                  <a:txBody>
                    <a:bodyPr/>
                    <a:lstStyle/>
                    <a:p>
                      <a:pPr algn="l"/>
                      <a:r>
                        <a:rPr lang="en-US" altLang="zh-CN" sz="1200">
                          <a:latin typeface="微软雅黑" panose="020B0503020204020204" pitchFamily="34" charset="-122"/>
                          <a:ea typeface="微软雅黑" panose="020B0503020204020204" pitchFamily="34" charset="-122"/>
                        </a:rPr>
                        <a:t>Brand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rPr>
                        <a:t>TOYO</a:t>
                      </a:r>
                      <a:endParaRPr lang="zh-CN" alt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2"/>
                  </a:ext>
                </a:extLst>
              </a:tr>
              <a:tr h="274320">
                <a:tc>
                  <a:txBody>
                    <a:bodyPr/>
                    <a:lstStyle/>
                    <a:p>
                      <a:pPr algn="l"/>
                      <a:r>
                        <a:rPr lang="en-US" altLang="zh-CN" sz="1200">
                          <a:latin typeface="微软雅黑" panose="020B0503020204020204" pitchFamily="34" charset="-122"/>
                          <a:ea typeface="微软雅黑" panose="020B0503020204020204" pitchFamily="34" charset="-122"/>
                        </a:rPr>
                        <a:t>repeatability</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rPr>
                        <a:t>±0.005mm</a:t>
                      </a:r>
                      <a:endParaRPr lang="zh-CN" alt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3"/>
                  </a:ext>
                </a:extLst>
              </a:tr>
              <a:tr h="274320">
                <a:tc>
                  <a:txBody>
                    <a:bodyPr/>
                    <a:lstStyle/>
                    <a:p>
                      <a:pPr algn="l">
                        <a:buNone/>
                      </a:pPr>
                      <a:r>
                        <a:rPr lang="en-US" altLang="zh-CN" sz="1200" dirty="0">
                          <a:ln>
                            <a:noFill/>
                          </a:ln>
                          <a:solidFill>
                            <a:srgbClr val="000000"/>
                          </a:solidFill>
                          <a:effectLst/>
                          <a:latin typeface="微软雅黑" panose="020B0503020204020204" pitchFamily="34" charset="-122"/>
                          <a:ea typeface="微软雅黑" panose="020B0503020204020204" pitchFamily="34" charset="-122"/>
                          <a:sym typeface="+mn-ea"/>
                        </a:rPr>
                        <a:t>Position accuracy</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buNone/>
                      </a:pPr>
                      <a:r>
                        <a:rPr lang="en-US" altLang="zh-CN" sz="1200">
                          <a:latin typeface="微软雅黑" panose="020B0503020204020204" pitchFamily="34" charset="-122"/>
                          <a:ea typeface="微软雅黑" panose="020B0503020204020204" pitchFamily="34" charset="-122"/>
                          <a:sym typeface="Arial" panose="020B0604020202020204"/>
                        </a:rPr>
                        <a:t>±0.01mm</a:t>
                      </a:r>
                      <a:endParaRPr lang="zh-CN" alt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4"/>
                  </a:ext>
                </a:extLst>
              </a:tr>
              <a:tr h="2736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latin typeface="微软雅黑" panose="020B0503020204020204" pitchFamily="34" charset="-122"/>
                          <a:ea typeface="微软雅黑" panose="020B0503020204020204" pitchFamily="34" charset="-122"/>
                        </a:rPr>
                        <a:t>Travel</a:t>
                      </a:r>
                      <a:r>
                        <a:rPr lang="en-US" altLang="zh-CN" sz="1200" baseline="0">
                          <a:latin typeface="微软雅黑" panose="020B0503020204020204" pitchFamily="34" charset="-122"/>
                          <a:ea typeface="微软雅黑" panose="020B0503020204020204" pitchFamily="34" charset="-122"/>
                        </a:rPr>
                        <a:t> distance</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a:latin typeface="微软雅黑" panose="020B0503020204020204" pitchFamily="34" charset="-122"/>
                          <a:ea typeface="微软雅黑" panose="020B0503020204020204" pitchFamily="34" charset="-122"/>
                        </a:rPr>
                        <a:t>350mm</a:t>
                      </a:r>
                      <a:endParaRPr lang="zh-CN" altLang="en-US" sz="12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5"/>
                  </a:ext>
                </a:extLst>
              </a:tr>
              <a:tr h="274320">
                <a:tc>
                  <a:txBody>
                    <a:bodyPr/>
                    <a:lstStyle/>
                    <a:p>
                      <a:pPr algn="l"/>
                      <a:r>
                        <a:rPr lang="en-US" altLang="zh-CN" sz="1200">
                          <a:latin typeface="微软雅黑" panose="020B0503020204020204" pitchFamily="34" charset="-122"/>
                          <a:ea typeface="微软雅黑" panose="020B0503020204020204" pitchFamily="34" charset="-122"/>
                        </a:rPr>
                        <a:t>Max speed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a:latin typeface="微软雅黑" panose="020B0503020204020204" pitchFamily="34" charset="-122"/>
                          <a:ea typeface="微软雅黑" panose="020B0503020204020204" pitchFamily="34" charset="-122"/>
                        </a:rPr>
                        <a:t>1600mm/s</a:t>
                      </a:r>
                      <a:endParaRPr lang="zh-CN" altLang="en-US" sz="12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6"/>
                  </a:ext>
                </a:extLst>
              </a:tr>
              <a:tr h="273600">
                <a:tc>
                  <a:txBody>
                    <a:bodyPr/>
                    <a:lstStyle/>
                    <a:p>
                      <a:pPr algn="l"/>
                      <a:r>
                        <a:rPr lang="en-US" altLang="zh-CN" sz="1200">
                          <a:latin typeface="微软雅黑" panose="020B0503020204020204" pitchFamily="34" charset="-122"/>
                          <a:ea typeface="微软雅黑" panose="020B0503020204020204" pitchFamily="34" charset="-122"/>
                        </a:rPr>
                        <a:t>Work</a:t>
                      </a:r>
                      <a:r>
                        <a:rPr lang="en-US" altLang="zh-CN" sz="1200" baseline="0">
                          <a:latin typeface="微软雅黑" panose="020B0503020204020204" pitchFamily="34" charset="-122"/>
                          <a:ea typeface="微软雅黑" panose="020B0503020204020204" pitchFamily="34" charset="-122"/>
                        </a:rPr>
                        <a:t> speed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a:latin typeface="微软雅黑" panose="020B0503020204020204" pitchFamily="34" charset="-122"/>
                          <a:ea typeface="微软雅黑" panose="020B0503020204020204" pitchFamily="34" charset="-122"/>
                        </a:rPr>
                        <a:t>1280mm/s</a:t>
                      </a:r>
                      <a:endParaRPr lang="zh-CN" altLang="en-US" sz="12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7"/>
                  </a:ext>
                </a:extLst>
              </a:tr>
              <a:tr h="273600">
                <a:tc>
                  <a:txBody>
                    <a:bodyPr/>
                    <a:lstStyle/>
                    <a:p>
                      <a:pPr algn="l"/>
                      <a:r>
                        <a:rPr lang="en-US" altLang="zh-CN" sz="1200">
                          <a:latin typeface="微软雅黑" panose="020B0503020204020204" pitchFamily="34" charset="-122"/>
                          <a:ea typeface="微软雅黑" panose="020B0503020204020204" pitchFamily="34" charset="-122"/>
                        </a:rPr>
                        <a:t>Rate load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a:latin typeface="微软雅黑" panose="020B0503020204020204" pitchFamily="34" charset="-122"/>
                          <a:ea typeface="微软雅黑" panose="020B0503020204020204" pitchFamily="34" charset="-122"/>
                        </a:rPr>
                        <a:t>30Kg</a:t>
                      </a:r>
                      <a:endParaRPr lang="zh-CN" altLang="en-US" sz="12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8"/>
                  </a:ext>
                </a:extLst>
              </a:tr>
              <a:tr h="273600">
                <a:tc>
                  <a:txBody>
                    <a:bodyPr/>
                    <a:lstStyle/>
                    <a:p>
                      <a:pPr algn="l"/>
                      <a:r>
                        <a:rPr lang="en-US" altLang="zh-CN" sz="1200">
                          <a:latin typeface="微软雅黑" panose="020B0503020204020204" pitchFamily="34" charset="-122"/>
                          <a:ea typeface="微软雅黑" panose="020B0503020204020204" pitchFamily="34" charset="-122"/>
                        </a:rPr>
                        <a:t>Work load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a:latin typeface="微软雅黑" panose="020B0503020204020204" pitchFamily="34" charset="-122"/>
                          <a:ea typeface="微软雅黑" panose="020B0503020204020204" pitchFamily="34" charset="-122"/>
                        </a:rPr>
                        <a:t>15kg</a:t>
                      </a:r>
                    </a:p>
                  </a:txBody>
                  <a:tcPr anchor="ctr"/>
                </a:tc>
                <a:extLst>
                  <a:ext uri="{0D108BD9-81ED-4DB2-BD59-A6C34878D82A}">
                    <a16:rowId xmlns:a16="http://schemas.microsoft.com/office/drawing/2014/main" val="10009"/>
                  </a:ext>
                </a:extLst>
              </a:tr>
            </a:tbl>
          </a:graphicData>
        </a:graphic>
      </p:graphicFrame>
      <p:graphicFrame>
        <p:nvGraphicFramePr>
          <p:cNvPr id="34" name="表格 33"/>
          <p:cNvGraphicFramePr>
            <a:graphicFrameLocks noGrp="1"/>
          </p:cNvGraphicFramePr>
          <p:nvPr>
            <p:custDataLst>
              <p:tags r:id="rId5"/>
            </p:custDataLst>
          </p:nvPr>
        </p:nvGraphicFramePr>
        <p:xfrm>
          <a:off x="3557905" y="3800793"/>
          <a:ext cx="3910115" cy="2743200"/>
        </p:xfrm>
        <a:graphic>
          <a:graphicData uri="http://schemas.openxmlformats.org/drawingml/2006/table">
            <a:tbl>
              <a:tblPr firstRow="1" bandRow="1">
                <a:tableStyleId>{5C22544A-7EE6-4342-B048-85BDC9FD1C3A}</a:tableStyleId>
              </a:tblPr>
              <a:tblGrid>
                <a:gridCol w="1482725">
                  <a:extLst>
                    <a:ext uri="{9D8B030D-6E8A-4147-A177-3AD203B41FA5}">
                      <a16:colId xmlns:a16="http://schemas.microsoft.com/office/drawing/2014/main" val="20000"/>
                    </a:ext>
                  </a:extLst>
                </a:gridCol>
                <a:gridCol w="2427390">
                  <a:extLst>
                    <a:ext uri="{9D8B030D-6E8A-4147-A177-3AD203B41FA5}">
                      <a16:colId xmlns:a16="http://schemas.microsoft.com/office/drawing/2014/main" val="20001"/>
                    </a:ext>
                  </a:extLst>
                </a:gridCol>
              </a:tblGrid>
              <a:tr h="273600">
                <a:tc grid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200">
                          <a:solidFill>
                            <a:schemeClr val="tx1"/>
                          </a:solidFill>
                          <a:latin typeface="微软雅黑" panose="020B0503020204020204" pitchFamily="34" charset="-122"/>
                          <a:ea typeface="微软雅黑" panose="020B0503020204020204" pitchFamily="34" charset="-122"/>
                        </a:rPr>
                        <a:t>Z-axis transfer</a:t>
                      </a:r>
                      <a:endParaRPr lang="zh-CN" altLang="en-US" sz="1200">
                        <a:solidFill>
                          <a:schemeClr val="tx1"/>
                        </a:solidFill>
                        <a:latin typeface="微软雅黑" panose="020B0503020204020204" pitchFamily="34" charset="-122"/>
                        <a:ea typeface="微软雅黑" panose="020B0503020204020204" pitchFamily="34" charset="-122"/>
                      </a:endParaRPr>
                    </a:p>
                  </a:txBody>
                  <a:tcPr anchor="ctr">
                    <a:solidFill>
                      <a:srgbClr val="00FF00"/>
                    </a:solidFill>
                  </a:tcPr>
                </a:tc>
                <a:tc hMerge="1">
                  <a:txBody>
                    <a:bodyPr/>
                    <a:lstStyle/>
                    <a:p>
                      <a:endParaRPr lang="zh-CN"/>
                    </a:p>
                  </a:txBody>
                  <a:tcPr/>
                </a:tc>
                <a:extLst>
                  <a:ext uri="{0D108BD9-81ED-4DB2-BD59-A6C34878D82A}">
                    <a16:rowId xmlns:a16="http://schemas.microsoft.com/office/drawing/2014/main" val="10000"/>
                  </a:ext>
                </a:extLst>
              </a:tr>
              <a:tr h="273600">
                <a:tc>
                  <a:txBody>
                    <a:bodyPr/>
                    <a:lstStyle/>
                    <a:p>
                      <a:pPr algn="l"/>
                      <a:r>
                        <a:rPr lang="en-US" altLang="zh-CN" sz="1200">
                          <a:latin typeface="微软雅黑" panose="020B0503020204020204" pitchFamily="34" charset="-122"/>
                          <a:ea typeface="微软雅黑" panose="020B0503020204020204" pitchFamily="34" charset="-122"/>
                        </a:rPr>
                        <a:t>Type</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sz="1200">
                          <a:sym typeface="+mn-ea"/>
                        </a:rPr>
                        <a:t>ZRBSS12-P10-S50-P100-B</a:t>
                      </a:r>
                      <a:endParaRPr lang="en-US" altLang="zh-CN" sz="12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1"/>
                  </a:ext>
                </a:extLst>
              </a:tr>
              <a:tr h="273600">
                <a:tc>
                  <a:txBody>
                    <a:bodyPr/>
                    <a:lstStyle/>
                    <a:p>
                      <a:pPr algn="l"/>
                      <a:r>
                        <a:rPr lang="en-US" altLang="zh-CN" sz="1200">
                          <a:latin typeface="微软雅黑" panose="020B0503020204020204" pitchFamily="34" charset="-122"/>
                          <a:ea typeface="微软雅黑" panose="020B0503020204020204" pitchFamily="34" charset="-122"/>
                        </a:rPr>
                        <a:t>Brand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a:latin typeface="微软雅黑" panose="020B0503020204020204" pitchFamily="34" charset="-122"/>
                          <a:ea typeface="微软雅黑" panose="020B0503020204020204" pitchFamily="34" charset="-122"/>
                          <a:sym typeface="Arial" panose="020B0604020202020204"/>
                        </a:rPr>
                        <a:t>SCAUTO</a:t>
                      </a:r>
                      <a:endParaRPr lang="zh-CN" alt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2"/>
                  </a:ext>
                </a:extLst>
              </a:tr>
              <a:tr h="273600">
                <a:tc>
                  <a:txBody>
                    <a:bodyPr/>
                    <a:lstStyle/>
                    <a:p>
                      <a:pPr algn="l"/>
                      <a:r>
                        <a:rPr lang="en-US" altLang="zh-CN" sz="1200">
                          <a:latin typeface="微软雅黑" panose="020B0503020204020204" pitchFamily="34" charset="-122"/>
                          <a:ea typeface="微软雅黑" panose="020B0503020204020204" pitchFamily="34" charset="-122"/>
                        </a:rPr>
                        <a:t>repeatability</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a:latin typeface="微软雅黑" panose="020B0503020204020204" pitchFamily="34" charset="-122"/>
                          <a:ea typeface="微软雅黑" panose="020B0503020204020204" pitchFamily="34" charset="-122"/>
                          <a:sym typeface="Arial" panose="020B0604020202020204"/>
                        </a:rPr>
                        <a:t>±0.01mm</a:t>
                      </a:r>
                      <a:endParaRPr lang="zh-CN" alt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3"/>
                  </a:ext>
                </a:extLst>
              </a:tr>
              <a:tr h="273600">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Position accuracy</a:t>
                      </a:r>
                      <a:endParaRPr kumimoji="0" lang="zh-CN" altLang="en-US" sz="12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Arial" panose="020B0604020202020204" pitchFamily="34" charset="0"/>
                        </a:rPr>
                        <a:t>±0.01mm</a:t>
                      </a:r>
                      <a:endParaRPr kumimoji="0" lang="zh-CN" altLang="en-US" sz="12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Arial" panose="020B0604020202020204" pitchFamily="34" charset="0"/>
                      </a:endParaRPr>
                    </a:p>
                  </a:txBody>
                  <a:tcPr anchor="ctr" horzOverflow="overflow"/>
                </a:tc>
                <a:extLst>
                  <a:ext uri="{0D108BD9-81ED-4DB2-BD59-A6C34878D82A}">
                    <a16:rowId xmlns:a16="http://schemas.microsoft.com/office/drawing/2014/main" val="10004"/>
                  </a:ext>
                </a:extLst>
              </a:tr>
              <a:tr h="2736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latin typeface="微软雅黑" panose="020B0503020204020204" pitchFamily="34" charset="-122"/>
                          <a:ea typeface="微软雅黑" panose="020B0503020204020204" pitchFamily="34" charset="-122"/>
                        </a:rPr>
                        <a:t>Travel</a:t>
                      </a:r>
                      <a:r>
                        <a:rPr lang="en-US" altLang="zh-CN" sz="1200" baseline="0">
                          <a:latin typeface="微软雅黑" panose="020B0503020204020204" pitchFamily="34" charset="-122"/>
                          <a:ea typeface="微软雅黑" panose="020B0503020204020204" pitchFamily="34" charset="-122"/>
                        </a:rPr>
                        <a:t> distance</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a:latin typeface="微软雅黑" panose="020B0503020204020204" pitchFamily="34" charset="-122"/>
                          <a:ea typeface="微软雅黑" panose="020B0503020204020204" pitchFamily="34" charset="-122"/>
                          <a:sym typeface="+mn-ea"/>
                        </a:rPr>
                        <a:t>50mm</a:t>
                      </a:r>
                      <a:endParaRPr lang="zh-CN" altLang="en-US" sz="12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5"/>
                  </a:ext>
                </a:extLst>
              </a:tr>
              <a:tr h="273600">
                <a:tc>
                  <a:txBody>
                    <a:bodyPr/>
                    <a:lstStyle/>
                    <a:p>
                      <a:pPr algn="l"/>
                      <a:r>
                        <a:rPr lang="en-US" altLang="zh-CN" sz="1200">
                          <a:latin typeface="微软雅黑" panose="020B0503020204020204" pitchFamily="34" charset="-122"/>
                          <a:ea typeface="微软雅黑" panose="020B0503020204020204" pitchFamily="34" charset="-122"/>
                        </a:rPr>
                        <a:t>Max speed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a:latin typeface="微软雅黑" panose="020B0503020204020204" pitchFamily="34" charset="-122"/>
                          <a:ea typeface="微软雅黑" panose="020B0503020204020204" pitchFamily="34" charset="-122"/>
                          <a:sym typeface="+mn-ea"/>
                        </a:rPr>
                        <a:t>500mm/s</a:t>
                      </a:r>
                      <a:endParaRPr lang="zh-CN" altLang="en-US" sz="12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6"/>
                  </a:ext>
                </a:extLst>
              </a:tr>
              <a:tr h="273600">
                <a:tc>
                  <a:txBody>
                    <a:bodyPr/>
                    <a:lstStyle/>
                    <a:p>
                      <a:pPr algn="l"/>
                      <a:r>
                        <a:rPr lang="en-US" altLang="zh-CN" sz="1200">
                          <a:latin typeface="微软雅黑" panose="020B0503020204020204" pitchFamily="34" charset="-122"/>
                          <a:ea typeface="微软雅黑" panose="020B0503020204020204" pitchFamily="34" charset="-122"/>
                        </a:rPr>
                        <a:t>Work</a:t>
                      </a:r>
                      <a:r>
                        <a:rPr lang="en-US" altLang="zh-CN" sz="1200" baseline="0">
                          <a:latin typeface="微软雅黑" panose="020B0503020204020204" pitchFamily="34" charset="-122"/>
                          <a:ea typeface="微软雅黑" panose="020B0503020204020204" pitchFamily="34" charset="-122"/>
                        </a:rPr>
                        <a:t> speed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a:latin typeface="微软雅黑" panose="020B0503020204020204" pitchFamily="34" charset="-122"/>
                          <a:ea typeface="微软雅黑" panose="020B0503020204020204" pitchFamily="34" charset="-122"/>
                          <a:sym typeface="+mn-ea"/>
                        </a:rPr>
                        <a:t>300mm/s</a:t>
                      </a:r>
                      <a:endParaRPr lang="zh-CN" altLang="en-US" sz="12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7"/>
                  </a:ext>
                </a:extLst>
              </a:tr>
              <a:tr h="273600">
                <a:tc>
                  <a:txBody>
                    <a:bodyPr/>
                    <a:lstStyle/>
                    <a:p>
                      <a:pPr algn="l"/>
                      <a:r>
                        <a:rPr lang="en-US" altLang="zh-CN" sz="1200">
                          <a:latin typeface="微软雅黑" panose="020B0503020204020204" pitchFamily="34" charset="-122"/>
                          <a:ea typeface="微软雅黑" panose="020B0503020204020204" pitchFamily="34" charset="-122"/>
                        </a:rPr>
                        <a:t>Rate load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a:latin typeface="微软雅黑" panose="020B0503020204020204" pitchFamily="34" charset="-122"/>
                          <a:ea typeface="微软雅黑" panose="020B0503020204020204" pitchFamily="34" charset="-122"/>
                        </a:rPr>
                        <a:t>1kg</a:t>
                      </a:r>
                    </a:p>
                  </a:txBody>
                  <a:tcPr anchor="ctr"/>
                </a:tc>
                <a:extLst>
                  <a:ext uri="{0D108BD9-81ED-4DB2-BD59-A6C34878D82A}">
                    <a16:rowId xmlns:a16="http://schemas.microsoft.com/office/drawing/2014/main" val="10008"/>
                  </a:ext>
                </a:extLst>
              </a:tr>
              <a:tr h="273600">
                <a:tc>
                  <a:txBody>
                    <a:bodyPr/>
                    <a:lstStyle/>
                    <a:p>
                      <a:pPr algn="l"/>
                      <a:r>
                        <a:rPr lang="en-US" altLang="zh-CN" sz="1200">
                          <a:latin typeface="微软雅黑" panose="020B0503020204020204" pitchFamily="34" charset="-122"/>
                          <a:ea typeface="微软雅黑" panose="020B0503020204020204" pitchFamily="34" charset="-122"/>
                        </a:rPr>
                        <a:t>Work load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200" dirty="0">
                          <a:ln>
                            <a:noFill/>
                          </a:ln>
                          <a:solidFill>
                            <a:srgbClr val="000000"/>
                          </a:solidFill>
                          <a:effectLst/>
                          <a:latin typeface="微软雅黑" panose="020B0503020204020204" pitchFamily="34" charset="-122"/>
                          <a:ea typeface="微软雅黑" panose="020B0503020204020204" pitchFamily="34" charset="-122"/>
                          <a:sym typeface="+mn-ea"/>
                        </a:rPr>
                        <a:t>0.3kg</a:t>
                      </a:r>
                      <a:endParaRPr lang="zh-CN" altLang="en-US" sz="12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00990" y="768350"/>
            <a:ext cx="4211955"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a:t>4.1 </a:t>
            </a:r>
            <a:r>
              <a:rPr sz="1800" b="1" dirty="0">
                <a:sym typeface="+mn-ea"/>
              </a:rPr>
              <a:t>X/Y TABLE Transfer Component </a:t>
            </a: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8</a:t>
            </a:fld>
            <a:endParaRPr lang="zh-TW" altLang="en-US" sz="1400">
              <a:solidFill>
                <a:srgbClr val="898989"/>
              </a:solidFill>
              <a:latin typeface="Arial" panose="020B0604020202020204" pitchFamily="34" charset="0"/>
              <a:ea typeface="微软雅黑" panose="020B0503020204020204" pitchFamily="34" charset="-122"/>
            </a:endParaRPr>
          </a:p>
        </p:txBody>
      </p:sp>
      <p:pic>
        <p:nvPicPr>
          <p:cNvPr id="11266" name="图片 3"/>
          <p:cNvPicPr>
            <a:picLocks noChangeAspect="1"/>
          </p:cNvPicPr>
          <p:nvPr>
            <p:custDataLst>
              <p:tags r:id="rId2"/>
            </p:custDataLst>
          </p:nvPr>
        </p:nvPicPr>
        <p:blipFill>
          <a:blip r:embed="rId11"/>
          <a:stretch>
            <a:fillRect/>
          </a:stretch>
        </p:blipFill>
        <p:spPr>
          <a:xfrm>
            <a:off x="6374765" y="1901508"/>
            <a:ext cx="5413375" cy="3771900"/>
          </a:xfrm>
          <a:prstGeom prst="rect">
            <a:avLst/>
          </a:prstGeom>
          <a:noFill/>
          <a:ln w="9525">
            <a:noFill/>
          </a:ln>
        </p:spPr>
      </p:pic>
      <p:sp>
        <p:nvSpPr>
          <p:cNvPr id="11268" name="矩形 5"/>
          <p:cNvSpPr/>
          <p:nvPr>
            <p:custDataLst>
              <p:tags r:id="rId3"/>
            </p:custDataLst>
          </p:nvPr>
        </p:nvSpPr>
        <p:spPr>
          <a:xfrm>
            <a:off x="7478713" y="1354455"/>
            <a:ext cx="3295650" cy="368300"/>
          </a:xfrm>
          <a:prstGeom prst="rect">
            <a:avLst/>
          </a:prstGeom>
          <a:noFill/>
          <a:ln w="9525">
            <a:noFill/>
          </a:ln>
        </p:spPr>
        <p:txBody>
          <a:bodyPr wrap="none">
            <a:spAutoFit/>
          </a:bodyPr>
          <a:lstStyle/>
          <a:p>
            <a:pPr marL="0" indent="0" algn="l">
              <a:buNone/>
            </a:pPr>
            <a:r>
              <a:rPr lang="en-US" altLang="zh-CN" sz="1800" dirty="0">
                <a:solidFill>
                  <a:srgbClr val="000000"/>
                </a:solidFill>
                <a:latin typeface="Calibri" panose="020F0502020204030204" charset="0"/>
                <a:ea typeface="微软雅黑" panose="020B0503020204020204" pitchFamily="34" charset="-122"/>
                <a:cs typeface="Calibri" panose="020F0502020204030204" charset="0"/>
              </a:rPr>
              <a:t>Y-axis </a:t>
            </a:r>
            <a:r>
              <a:rPr lang="en-US" sz="1800" dirty="0">
                <a:latin typeface="Calibri" panose="020F0502020204030204" charset="0"/>
                <a:ea typeface="微软雅黑" panose="020B0503020204020204" pitchFamily="34" charset="-122"/>
                <a:cs typeface="Calibri" panose="020F0502020204030204" charset="0"/>
                <a:sym typeface="+mn-ea"/>
              </a:rPr>
              <a:t>ETH17-L40-550-BC-M75</a:t>
            </a:r>
            <a:r>
              <a:rPr lang="en-US" dirty="0">
                <a:latin typeface="Calibri" panose="020F0502020204030204" charset="0"/>
                <a:ea typeface="微软雅黑" panose="020B0503020204020204" pitchFamily="34" charset="-122"/>
                <a:cs typeface="Calibri" panose="020F0502020204030204" charset="0"/>
                <a:sym typeface="+mn-ea"/>
              </a:rPr>
              <a:t>-B2</a:t>
            </a:r>
            <a:endParaRPr lang="en-US" altLang="zh-CN" sz="1800" dirty="0">
              <a:solidFill>
                <a:srgbClr val="000000"/>
              </a:solidFill>
              <a:latin typeface="Calibri" panose="020F0502020204030204" charset="0"/>
              <a:ea typeface="微软雅黑" panose="020B0503020204020204" pitchFamily="34" charset="-122"/>
              <a:cs typeface="Calibri" panose="020F0502020204030204" charset="0"/>
            </a:endParaRPr>
          </a:p>
        </p:txBody>
      </p:sp>
      <p:sp>
        <p:nvSpPr>
          <p:cNvPr id="11269" name="矩形 6"/>
          <p:cNvSpPr/>
          <p:nvPr>
            <p:custDataLst>
              <p:tags r:id="rId4"/>
            </p:custDataLst>
          </p:nvPr>
        </p:nvSpPr>
        <p:spPr>
          <a:xfrm>
            <a:off x="1430655" y="1340168"/>
            <a:ext cx="3702685" cy="368300"/>
          </a:xfrm>
          <a:prstGeom prst="rect">
            <a:avLst/>
          </a:prstGeom>
          <a:noFill/>
          <a:ln w="9525">
            <a:noFill/>
          </a:ln>
        </p:spPr>
        <p:txBody>
          <a:bodyPr wrap="square">
            <a:spAutoFit/>
          </a:bodyPr>
          <a:lstStyle/>
          <a:p>
            <a:pPr algn="l">
              <a:buClrTx/>
              <a:buSzTx/>
              <a:buFontTx/>
            </a:pPr>
            <a:r>
              <a:rPr lang="en-US" altLang="zh-CN" sz="1800" dirty="0">
                <a:solidFill>
                  <a:srgbClr val="000000"/>
                </a:solidFill>
                <a:latin typeface="Calibri" panose="020F0502020204030204" charset="0"/>
                <a:ea typeface="微软雅黑" panose="020B0503020204020204" pitchFamily="34" charset="-122"/>
                <a:cs typeface="Calibri" panose="020F0502020204030204" charset="0"/>
              </a:rPr>
              <a:t>X-axis  </a:t>
            </a:r>
            <a:r>
              <a:rPr lang="en-US" altLang="zh-CN" dirty="0">
                <a:solidFill>
                  <a:srgbClr val="000000"/>
                </a:solidFill>
                <a:latin typeface="Calibri" panose="020F0502020204030204" charset="0"/>
                <a:ea typeface="微软雅黑" panose="020B0503020204020204" pitchFamily="34" charset="-122"/>
                <a:cs typeface="Calibri" panose="020F0502020204030204" charset="0"/>
                <a:sym typeface="+mn-ea"/>
              </a:rPr>
              <a:t>GTH12-L32-350-BC-S40-C4</a:t>
            </a:r>
            <a:endParaRPr lang="en-US" altLang="zh-CN" sz="1800" dirty="0">
              <a:solidFill>
                <a:srgbClr val="000000"/>
              </a:solidFill>
              <a:latin typeface="Calibri" panose="020F0502020204030204" charset="0"/>
              <a:ea typeface="微软雅黑" panose="020B0503020204020204" pitchFamily="34" charset="-122"/>
              <a:cs typeface="Calibri" panose="020F0502020204030204" charset="0"/>
              <a:sym typeface="+mn-ea"/>
            </a:endParaRPr>
          </a:p>
        </p:txBody>
      </p:sp>
      <p:pic>
        <p:nvPicPr>
          <p:cNvPr id="4" name="图片 3"/>
          <p:cNvPicPr>
            <a:picLocks noChangeAspect="1"/>
          </p:cNvPicPr>
          <p:nvPr>
            <p:custDataLst>
              <p:tags r:id="rId5"/>
            </p:custDataLst>
          </p:nvPr>
        </p:nvPicPr>
        <p:blipFill>
          <a:blip r:embed="rId12"/>
          <a:stretch>
            <a:fillRect/>
          </a:stretch>
        </p:blipFill>
        <p:spPr>
          <a:xfrm>
            <a:off x="396240" y="1864360"/>
            <a:ext cx="5771515" cy="3835400"/>
          </a:xfrm>
          <a:prstGeom prst="rect">
            <a:avLst/>
          </a:prstGeom>
        </p:spPr>
      </p:pic>
      <p:sp>
        <p:nvSpPr>
          <p:cNvPr id="6" name="椭圆 5"/>
          <p:cNvSpPr/>
          <p:nvPr>
            <p:custDataLst>
              <p:tags r:id="rId6"/>
            </p:custDataLst>
          </p:nvPr>
        </p:nvSpPr>
        <p:spPr>
          <a:xfrm>
            <a:off x="5346065" y="2026920"/>
            <a:ext cx="821690" cy="2129790"/>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panose="020F0502020204030204" charset="0"/>
              <a:cs typeface="Calibri" panose="020F0502020204030204" charset="0"/>
            </a:endParaRPr>
          </a:p>
        </p:txBody>
      </p:sp>
      <p:sp>
        <p:nvSpPr>
          <p:cNvPr id="18" name="椭圆 17"/>
          <p:cNvSpPr/>
          <p:nvPr>
            <p:custDataLst>
              <p:tags r:id="rId7"/>
            </p:custDataLst>
          </p:nvPr>
        </p:nvSpPr>
        <p:spPr>
          <a:xfrm>
            <a:off x="11044555" y="2026920"/>
            <a:ext cx="821690" cy="2129790"/>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panose="020F0502020204030204" charset="0"/>
              <a:cs typeface="Calibri" panose="020F0502020204030204" charset="0"/>
            </a:endParaRPr>
          </a:p>
        </p:txBody>
      </p:sp>
      <p:sp>
        <p:nvSpPr>
          <p:cNvPr id="5" name="椭圆 4"/>
          <p:cNvSpPr/>
          <p:nvPr>
            <p:custDataLst>
              <p:tags r:id="rId8"/>
            </p:custDataLst>
          </p:nvPr>
        </p:nvSpPr>
        <p:spPr>
          <a:xfrm>
            <a:off x="4275426" y="768269"/>
            <a:ext cx="329157" cy="342864"/>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1</a:t>
            </a:r>
          </a:p>
        </p:txBody>
      </p:sp>
      <p:sp>
        <p:nvSpPr>
          <p:cNvPr id="7"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8"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4.</a:t>
            </a:r>
            <a:r>
              <a:rPr lang="en-US" altLang="zh-CN" dirty="0">
                <a:sym typeface="+mn-ea"/>
              </a:rPr>
              <a:t>The key components</a:t>
            </a:r>
            <a:endParaRPr lang="en-US" altLang="zh-CN" dirty="0">
              <a:latin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图片 44"/>
          <p:cNvPicPr>
            <a:picLocks noChangeAspect="1"/>
          </p:cNvPicPr>
          <p:nvPr/>
        </p:nvPicPr>
        <p:blipFill>
          <a:blip r:embed="rId19"/>
          <a:stretch>
            <a:fillRect/>
          </a:stretch>
        </p:blipFill>
        <p:spPr>
          <a:xfrm>
            <a:off x="5792470" y="1922145"/>
            <a:ext cx="5368290" cy="2742565"/>
          </a:xfrm>
          <a:prstGeom prst="rect">
            <a:avLst/>
          </a:prstGeom>
        </p:spPr>
      </p:pic>
      <p:pic>
        <p:nvPicPr>
          <p:cNvPr id="3" name="图片 2"/>
          <p:cNvPicPr>
            <a:picLocks noChangeAspect="1"/>
          </p:cNvPicPr>
          <p:nvPr/>
        </p:nvPicPr>
        <p:blipFill>
          <a:blip r:embed="rId20"/>
          <a:stretch>
            <a:fillRect/>
          </a:stretch>
        </p:blipFill>
        <p:spPr>
          <a:xfrm>
            <a:off x="586105" y="1955165"/>
            <a:ext cx="4473575" cy="3107690"/>
          </a:xfrm>
          <a:prstGeom prst="rect">
            <a:avLst/>
          </a:prstGeom>
        </p:spPr>
      </p:pic>
      <p:sp>
        <p:nvSpPr>
          <p:cNvPr id="21" name="文本框 20"/>
          <p:cNvSpPr txBox="1"/>
          <p:nvPr/>
        </p:nvSpPr>
        <p:spPr>
          <a:xfrm>
            <a:off x="300990" y="768350"/>
            <a:ext cx="4414520"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t>4.2 </a:t>
            </a:r>
            <a:r>
              <a:rPr lang="zh-CN" altLang="en-US" sz="1800" b="1" dirty="0"/>
              <a:t>Widening the feeding conveyor line</a:t>
            </a:r>
          </a:p>
        </p:txBody>
      </p:sp>
      <p:sp>
        <p:nvSpPr>
          <p:cNvPr id="71" name="文本框 27"/>
          <p:cNvSpPr txBox="1"/>
          <p:nvPr>
            <p:custDataLst>
              <p:tags r:id="rId1"/>
            </p:custDataLst>
          </p:nvPr>
        </p:nvSpPr>
        <p:spPr>
          <a:xfrm>
            <a:off x="93345" y="5445760"/>
            <a:ext cx="10877550" cy="737235"/>
          </a:xfrm>
          <a:prstGeom prst="rect">
            <a:avLst/>
          </a:prstGeom>
          <a:noFill/>
        </p:spPr>
        <p:txBody>
          <a:bodyPr wrap="square" rtlCol="0">
            <a:spAutoFit/>
          </a:bodyPr>
          <a:lstStyle/>
          <a:p>
            <a:pPr algn="l"/>
            <a:r>
              <a:rPr lang="zh-CN" altLang="en-US" sz="1400" dirty="0">
                <a:latin typeface="Calibri" panose="020F0502020204030204" charset="0"/>
                <a:cs typeface="Calibri" panose="020F0502020204030204" charset="0"/>
              </a:rPr>
              <a:t>Disk positioning process：</a:t>
            </a:r>
          </a:p>
          <a:p>
            <a:pPr marL="342900" indent="-342900" algn="l">
              <a:buFont typeface="+mj-ea"/>
              <a:buAutoNum type="circleNumDbPlain"/>
            </a:pPr>
            <a:r>
              <a:rPr sz="1400" dirty="0">
                <a:latin typeface="Calibri" panose="020F0502020204030204" charset="0"/>
                <a:cs typeface="Calibri" panose="020F0502020204030204" charset="0"/>
              </a:rPr>
              <a:t>The load tray flows into the conveyor line, and CX-411 senses the deceleration of the conveyor line, blocking the cylinder to block the load tray</a:t>
            </a:r>
            <a:r>
              <a:rPr lang="en-US" altLang="zh-CN" sz="1400" dirty="0">
                <a:latin typeface="Calibri" panose="020F0502020204030204" charset="0"/>
                <a:cs typeface="Calibri" panose="020F0502020204030204" charset="0"/>
              </a:rPr>
              <a:t>.</a:t>
            </a:r>
          </a:p>
          <a:p>
            <a:pPr marL="342900" indent="-342900" algn="l">
              <a:buFont typeface="+mj-ea"/>
              <a:buAutoNum type="circleNumDbPlain"/>
            </a:pPr>
            <a:r>
              <a:rPr lang="zh-CN" altLang="en-US" sz="1400" dirty="0">
                <a:latin typeface="Calibri" panose="020F0502020204030204" charset="0"/>
                <a:cs typeface="Calibri" panose="020F0502020204030204" charset="0"/>
                <a:sym typeface="+mn-ea"/>
              </a:rPr>
              <a:t>Side positioning cylinder push plate .</a:t>
            </a:r>
            <a:endParaRPr lang="zh-CN" altLang="en-US" sz="1400" dirty="0">
              <a:ea typeface="等线" panose="02010600030101010101" charset="-122"/>
              <a:sym typeface="+mn-ea"/>
            </a:endParaRPr>
          </a:p>
        </p:txBody>
      </p:sp>
      <p:sp>
        <p:nvSpPr>
          <p:cNvPr id="10" name="TextBox 216"/>
          <p:cNvSpPr txBox="1">
            <a:spLocks noChangeArrowheads="1"/>
          </p:cNvSpPr>
          <p:nvPr/>
        </p:nvSpPr>
        <p:spPr bwMode="auto">
          <a:xfrm>
            <a:off x="2375535" y="1235710"/>
            <a:ext cx="1814195" cy="61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zh-CN" sz="1300">
                <a:latin typeface="+mn-lt"/>
              </a:rPr>
              <a:t>Load tray in place deceleration sensor</a:t>
            </a:r>
          </a:p>
        </p:txBody>
      </p:sp>
      <p:sp>
        <p:nvSpPr>
          <p:cNvPr id="8" name="TextBox 216"/>
          <p:cNvSpPr txBox="1">
            <a:spLocks noChangeArrowheads="1"/>
          </p:cNvSpPr>
          <p:nvPr>
            <p:custDataLst>
              <p:tags r:id="rId2"/>
            </p:custDataLst>
          </p:nvPr>
        </p:nvSpPr>
        <p:spPr bwMode="auto">
          <a:xfrm>
            <a:off x="4043680" y="1545590"/>
            <a:ext cx="1555750" cy="61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zh-CN" altLang="en-US" sz="1300" dirty="0">
                <a:latin typeface="+mn-lt"/>
                <a:sym typeface="+mn-ea"/>
              </a:rPr>
              <a:t>Load blocking cylinder</a:t>
            </a:r>
          </a:p>
        </p:txBody>
      </p:sp>
      <p:sp>
        <p:nvSpPr>
          <p:cNvPr id="36" name="TextBox 216"/>
          <p:cNvSpPr txBox="1">
            <a:spLocks noChangeArrowheads="1"/>
          </p:cNvSpPr>
          <p:nvPr/>
        </p:nvSpPr>
        <p:spPr bwMode="auto">
          <a:xfrm>
            <a:off x="988060" y="1781175"/>
            <a:ext cx="2034540" cy="61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zh-CN" altLang="en-US" sz="1300" dirty="0">
                <a:latin typeface="+mn-lt"/>
              </a:rPr>
              <a:t>Side positioning cylinder</a:t>
            </a:r>
          </a:p>
          <a:p>
            <a:pPr eaLnBrk="1" hangingPunct="1">
              <a:lnSpc>
                <a:spcPct val="130000"/>
              </a:lnSpc>
            </a:pPr>
            <a:r>
              <a:rPr lang="zh-CN" altLang="en-US" sz="1300" dirty="0">
                <a:latin typeface="+mn-lt"/>
              </a:rPr>
              <a:t>Thrust 100N</a:t>
            </a:r>
          </a:p>
        </p:txBody>
      </p:sp>
      <p:sp>
        <p:nvSpPr>
          <p:cNvPr id="58" name="TextBox 216"/>
          <p:cNvSpPr txBox="1">
            <a:spLocks noChangeArrowheads="1"/>
          </p:cNvSpPr>
          <p:nvPr/>
        </p:nvSpPr>
        <p:spPr bwMode="auto">
          <a:xfrm>
            <a:off x="741680" y="4676775"/>
            <a:ext cx="709295" cy="286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zh-CN" sz="1300" dirty="0">
                <a:latin typeface="+mn-lt"/>
              </a:rPr>
              <a:t>Motor</a:t>
            </a:r>
          </a:p>
        </p:txBody>
      </p:sp>
      <p:sp>
        <p:nvSpPr>
          <p:cNvPr id="13" name="灯片编号占位符 3"/>
          <p:cNvSpPr>
            <a:spLocks noGrp="1" noChangeArrowheads="1"/>
          </p:cNvSpPr>
          <p:nvPr>
            <p:custDataLst>
              <p:tags r:id="rId3"/>
            </p:custDataLst>
          </p:nvPr>
        </p:nvSpPr>
        <p:spPr bwMode="auto">
          <a:xfrm>
            <a:off x="11490234" y="5976703"/>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9</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9" name="圆角矩形 39"/>
          <p:cNvSpPr/>
          <p:nvPr/>
        </p:nvSpPr>
        <p:spPr>
          <a:xfrm>
            <a:off x="5805170" y="2260600"/>
            <a:ext cx="2296160" cy="2404110"/>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40"/>
          <p:cNvSpPr/>
          <p:nvPr/>
        </p:nvSpPr>
        <p:spPr>
          <a:xfrm>
            <a:off x="8207375" y="2260600"/>
            <a:ext cx="2639060" cy="2404110"/>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1"/>
          <p:cNvSpPr txBox="1"/>
          <p:nvPr/>
        </p:nvSpPr>
        <p:spPr>
          <a:xfrm>
            <a:off x="8886248" y="4664663"/>
            <a:ext cx="1287636" cy="410845"/>
          </a:xfrm>
          <a:prstGeom prst="rect">
            <a:avLst/>
          </a:prstGeom>
          <a:noFill/>
        </p:spPr>
        <p:txBody>
          <a:bodyPr wrap="square" rtlCol="0">
            <a:spAutoFit/>
          </a:bodyPr>
          <a:lstStyle/>
          <a:p>
            <a:pPr eaLnBrk="1" hangingPunct="1">
              <a:lnSpc>
                <a:spcPct val="130000"/>
              </a:lnSpc>
            </a:pPr>
            <a:r>
              <a:rPr lang="zh-CN" altLang="en-US" sz="1600" dirty="0">
                <a:sym typeface="+mn-ea"/>
              </a:rPr>
              <a:t>Work area</a:t>
            </a:r>
            <a:endParaRPr lang="zh-CN" altLang="en-US" sz="1600" dirty="0"/>
          </a:p>
        </p:txBody>
      </p:sp>
      <p:sp>
        <p:nvSpPr>
          <p:cNvPr id="17" name="TextBox 43"/>
          <p:cNvSpPr txBox="1"/>
          <p:nvPr/>
        </p:nvSpPr>
        <p:spPr>
          <a:xfrm>
            <a:off x="6290426" y="4683628"/>
            <a:ext cx="1287636" cy="410845"/>
          </a:xfrm>
          <a:prstGeom prst="rect">
            <a:avLst/>
          </a:prstGeom>
          <a:noFill/>
        </p:spPr>
        <p:txBody>
          <a:bodyPr wrap="square" rtlCol="0">
            <a:spAutoFit/>
          </a:bodyPr>
          <a:lstStyle/>
          <a:p>
            <a:pPr eaLnBrk="1" hangingPunct="1">
              <a:lnSpc>
                <a:spcPct val="130000"/>
              </a:lnSpc>
            </a:pPr>
            <a:r>
              <a:rPr sz="1600" dirty="0">
                <a:sym typeface="+mn-ea"/>
              </a:rPr>
              <a:t>Front Buffer</a:t>
            </a:r>
            <a:endParaRPr lang="zh-CN" altLang="en-US" sz="1600" dirty="0"/>
          </a:p>
        </p:txBody>
      </p:sp>
      <p:sp>
        <p:nvSpPr>
          <p:cNvPr id="27" name="TextBox 216"/>
          <p:cNvSpPr txBox="1">
            <a:spLocks noChangeArrowheads="1"/>
          </p:cNvSpPr>
          <p:nvPr>
            <p:custDataLst>
              <p:tags r:id="rId4"/>
            </p:custDataLst>
          </p:nvPr>
        </p:nvSpPr>
        <p:spPr bwMode="auto">
          <a:xfrm>
            <a:off x="9928639" y="1520806"/>
            <a:ext cx="938527" cy="61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zh-CN" altLang="en-US" sz="1300" dirty="0">
                <a:latin typeface="+mn-lt"/>
              </a:rPr>
              <a:t>sensor</a:t>
            </a:r>
          </a:p>
          <a:p>
            <a:pPr eaLnBrk="1" hangingPunct="1">
              <a:lnSpc>
                <a:spcPct val="130000"/>
              </a:lnSpc>
            </a:pPr>
            <a:r>
              <a:rPr lang="en-US" altLang="zh-CN" sz="1300" dirty="0">
                <a:latin typeface="+mn-lt"/>
              </a:rPr>
              <a:t>CX-411</a:t>
            </a:r>
            <a:endParaRPr lang="zh-CN" sz="1300" dirty="0">
              <a:latin typeface="+mn-lt"/>
            </a:endParaRPr>
          </a:p>
        </p:txBody>
      </p:sp>
      <p:sp>
        <p:nvSpPr>
          <p:cNvPr id="37" name="TextBox 45"/>
          <p:cNvSpPr txBox="1"/>
          <p:nvPr/>
        </p:nvSpPr>
        <p:spPr>
          <a:xfrm rot="16200000">
            <a:off x="4601845" y="3139440"/>
            <a:ext cx="1794510" cy="521970"/>
          </a:xfrm>
          <a:prstGeom prst="rect">
            <a:avLst/>
          </a:prstGeom>
          <a:noFill/>
        </p:spPr>
        <p:txBody>
          <a:bodyPr wrap="square" rtlCol="0">
            <a:spAutoFit/>
          </a:bodyPr>
          <a:lstStyle/>
          <a:p>
            <a:pPr algn="ctr"/>
            <a:r>
              <a:rPr lang="en-US" altLang="zh-CN" sz="1400" dirty="0"/>
              <a:t>Widening range 230~320</a:t>
            </a:r>
          </a:p>
        </p:txBody>
      </p:sp>
      <p:sp>
        <p:nvSpPr>
          <p:cNvPr id="39" name="TextBox 216"/>
          <p:cNvSpPr txBox="1">
            <a:spLocks noChangeArrowheads="1"/>
          </p:cNvSpPr>
          <p:nvPr>
            <p:custDataLst>
              <p:tags r:id="rId5"/>
            </p:custDataLst>
          </p:nvPr>
        </p:nvSpPr>
        <p:spPr bwMode="auto">
          <a:xfrm>
            <a:off x="11150600" y="3134360"/>
            <a:ext cx="842010" cy="61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zh-CN" sz="1300" dirty="0">
                <a:latin typeface="+mn-lt"/>
              </a:rPr>
              <a:t>Blocking block</a:t>
            </a:r>
          </a:p>
        </p:txBody>
      </p:sp>
      <p:sp>
        <p:nvSpPr>
          <p:cNvPr id="7" name="TextBox 216"/>
          <p:cNvSpPr txBox="1">
            <a:spLocks noChangeArrowheads="1"/>
          </p:cNvSpPr>
          <p:nvPr>
            <p:custDataLst>
              <p:tags r:id="rId6"/>
            </p:custDataLst>
          </p:nvPr>
        </p:nvSpPr>
        <p:spPr bwMode="auto">
          <a:xfrm>
            <a:off x="586105" y="2731770"/>
            <a:ext cx="1242695"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sz="1300" dirty="0">
                <a:latin typeface="+mn-lt"/>
                <a:sym typeface="+mn-ea"/>
              </a:rPr>
              <a:t>Front Buffer</a:t>
            </a:r>
          </a:p>
        </p:txBody>
      </p:sp>
      <p:cxnSp>
        <p:nvCxnSpPr>
          <p:cNvPr id="150" name="直接箭头连接符 149"/>
          <p:cNvCxnSpPr/>
          <p:nvPr>
            <p:custDataLst>
              <p:tags r:id="rId7"/>
            </p:custDataLst>
          </p:nvPr>
        </p:nvCxnSpPr>
        <p:spPr>
          <a:xfrm>
            <a:off x="1355090" y="3035300"/>
            <a:ext cx="619760" cy="546735"/>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custDataLst>
              <p:tags r:id="rId8"/>
            </p:custDataLst>
          </p:nvPr>
        </p:nvCxnSpPr>
        <p:spPr>
          <a:xfrm>
            <a:off x="2259965" y="2155825"/>
            <a:ext cx="317500" cy="27940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custDataLst>
              <p:tags r:id="rId9"/>
            </p:custDataLst>
          </p:nvPr>
        </p:nvCxnSpPr>
        <p:spPr>
          <a:xfrm flipH="1">
            <a:off x="4000500" y="2087245"/>
            <a:ext cx="347345" cy="348615"/>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custDataLst>
              <p:tags r:id="rId10"/>
            </p:custDataLst>
          </p:nvPr>
        </p:nvCxnSpPr>
        <p:spPr>
          <a:xfrm flipH="1">
            <a:off x="3133090" y="1776730"/>
            <a:ext cx="6985" cy="48387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custDataLst>
              <p:tags r:id="rId11"/>
            </p:custDataLst>
          </p:nvPr>
        </p:nvCxnSpPr>
        <p:spPr>
          <a:xfrm flipH="1" flipV="1">
            <a:off x="988060" y="4158615"/>
            <a:ext cx="159385" cy="58801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custDataLst>
              <p:tags r:id="rId12"/>
            </p:custDataLst>
          </p:nvPr>
        </p:nvCxnSpPr>
        <p:spPr>
          <a:xfrm flipV="1">
            <a:off x="1147445" y="4664710"/>
            <a:ext cx="563245" cy="7112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custDataLst>
              <p:tags r:id="rId13"/>
            </p:custDataLst>
          </p:nvPr>
        </p:nvCxnSpPr>
        <p:spPr>
          <a:xfrm flipH="1" flipV="1">
            <a:off x="3486785" y="2891790"/>
            <a:ext cx="1090295" cy="63246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43" name="TextBox 216"/>
          <p:cNvSpPr txBox="1">
            <a:spLocks noChangeArrowheads="1"/>
          </p:cNvSpPr>
          <p:nvPr>
            <p:custDataLst>
              <p:tags r:id="rId14"/>
            </p:custDataLst>
          </p:nvPr>
        </p:nvSpPr>
        <p:spPr bwMode="auto">
          <a:xfrm>
            <a:off x="4316095" y="3458210"/>
            <a:ext cx="1041400"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zh-CN" altLang="en-US" sz="1300" dirty="0">
                <a:latin typeface="+mn-lt"/>
                <a:sym typeface="+mn-ea"/>
              </a:rPr>
              <a:t>Work area</a:t>
            </a:r>
          </a:p>
        </p:txBody>
      </p:sp>
      <p:grpSp>
        <p:nvGrpSpPr>
          <p:cNvPr id="46" name="组合 45"/>
          <p:cNvGrpSpPr/>
          <p:nvPr/>
        </p:nvGrpSpPr>
        <p:grpSpPr>
          <a:xfrm>
            <a:off x="5599430" y="2590165"/>
            <a:ext cx="505460" cy="1689100"/>
            <a:chOff x="3359" y="2181"/>
            <a:chExt cx="888" cy="3746"/>
          </a:xfrm>
        </p:grpSpPr>
        <p:cxnSp>
          <p:nvCxnSpPr>
            <p:cNvPr id="47" name="直接连接符 46"/>
            <p:cNvCxnSpPr/>
            <p:nvPr/>
          </p:nvCxnSpPr>
          <p:spPr>
            <a:xfrm flipH="1">
              <a:off x="3359" y="2182"/>
              <a:ext cx="889"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3359" y="5927"/>
              <a:ext cx="889"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a:off x="3529" y="2181"/>
              <a:ext cx="26" cy="3736"/>
            </a:xfrm>
            <a:prstGeom prst="straightConnector1">
              <a:avLst/>
            </a:prstGeom>
            <a:ln>
              <a:solidFill>
                <a:srgbClr val="FF0000"/>
              </a:solidFill>
              <a:headEnd type="arrow" w="med" len="med"/>
              <a:tailEnd type="arrow" w="med" len="med"/>
            </a:ln>
          </p:spPr>
          <p:style>
            <a:lnRef idx="1">
              <a:schemeClr val="dk1"/>
            </a:lnRef>
            <a:fillRef idx="0">
              <a:schemeClr val="dk1"/>
            </a:fillRef>
            <a:effectRef idx="0">
              <a:schemeClr val="dk1"/>
            </a:effectRef>
            <a:fontRef idx="minor">
              <a:schemeClr val="tx1"/>
            </a:fontRef>
          </p:style>
        </p:cxnSp>
      </p:grpSp>
      <p:cxnSp>
        <p:nvCxnSpPr>
          <p:cNvPr id="50" name="直接箭头连接符 49"/>
          <p:cNvCxnSpPr>
            <a:stCxn id="39" idx="1"/>
          </p:cNvCxnSpPr>
          <p:nvPr>
            <p:custDataLst>
              <p:tags r:id="rId15"/>
            </p:custDataLst>
          </p:nvPr>
        </p:nvCxnSpPr>
        <p:spPr>
          <a:xfrm flipH="1">
            <a:off x="10569575" y="3439795"/>
            <a:ext cx="581025" cy="102235"/>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custDataLst>
              <p:tags r:id="rId16"/>
            </p:custDataLst>
          </p:nvPr>
        </p:nvCxnSpPr>
        <p:spPr>
          <a:xfrm flipH="1">
            <a:off x="10059670" y="2042795"/>
            <a:ext cx="206375" cy="34290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2" name="椭圆 1"/>
          <p:cNvSpPr/>
          <p:nvPr/>
        </p:nvSpPr>
        <p:spPr>
          <a:xfrm>
            <a:off x="4650105" y="782217"/>
            <a:ext cx="588010" cy="345646"/>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3&amp;6</a:t>
            </a:r>
          </a:p>
        </p:txBody>
      </p:sp>
      <p:sp>
        <p:nvSpPr>
          <p:cNvPr id="5"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66"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4.</a:t>
            </a:r>
            <a:r>
              <a:rPr lang="en-US" altLang="zh-CN" dirty="0">
                <a:sym typeface="+mn-ea"/>
              </a:rPr>
              <a:t>The key components</a:t>
            </a:r>
            <a:endParaRPr lang="en-US" altLang="zh-CN" dirty="0">
              <a:latin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27"/>
          <p:cNvSpPr txBox="1"/>
          <p:nvPr>
            <p:custDataLst>
              <p:tags r:id="rId1"/>
            </p:custDataLst>
          </p:nvPr>
        </p:nvSpPr>
        <p:spPr>
          <a:xfrm>
            <a:off x="93345" y="5190490"/>
            <a:ext cx="9025255" cy="1383665"/>
          </a:xfrm>
          <a:prstGeom prst="rect">
            <a:avLst/>
          </a:prstGeom>
          <a:noFill/>
        </p:spPr>
        <p:txBody>
          <a:bodyPr wrap="square" rtlCol="0">
            <a:spAutoFit/>
          </a:bodyPr>
          <a:lstStyle/>
          <a:p>
            <a:pPr algn="l"/>
            <a:r>
              <a:rPr lang="zh-CN" altLang="en-US" sz="1400" dirty="0"/>
              <a:t>Conveyor line width adjustment process</a:t>
            </a:r>
            <a:r>
              <a:rPr lang="zh-CN" altLang="en-US" sz="1400" dirty="0">
                <a:latin typeface="Calibri" panose="020F0502020204030204" charset="0"/>
                <a:cs typeface="Calibri" panose="020F0502020204030204" charset="0"/>
              </a:rPr>
              <a:t>：</a:t>
            </a:r>
          </a:p>
          <a:p>
            <a:pPr marL="342900" indent="-342900" algn="l">
              <a:buFont typeface="+mj-ea"/>
              <a:buAutoNum type="circleNumDbPlain"/>
            </a:pPr>
            <a:r>
              <a:rPr sz="1400" dirty="0"/>
              <a:t>When the machine is turned on, it will automatically adjust the width of the conveyor line once (no width adjustment is required for subsequent production)</a:t>
            </a:r>
            <a:r>
              <a:rPr lang="zh-CN" altLang="en-US" sz="1400" dirty="0">
                <a:latin typeface="Calibri" panose="020F0502020204030204" charset="0"/>
                <a:cs typeface="Calibri" panose="020F0502020204030204" charset="0"/>
                <a:sym typeface="+mn-ea"/>
              </a:rPr>
              <a:t>.</a:t>
            </a:r>
            <a:endParaRPr lang="zh-CN" altLang="en-US" sz="1400" dirty="0">
              <a:latin typeface="Calibri" panose="020F0502020204030204" charset="0"/>
              <a:cs typeface="Calibri" panose="020F0502020204030204" charset="0"/>
            </a:endParaRPr>
          </a:p>
          <a:p>
            <a:pPr marL="342900" indent="-342900" algn="l">
              <a:buFont typeface="+mj-ea"/>
              <a:buAutoNum type="circleNumDbPlain"/>
            </a:pPr>
            <a:r>
              <a:rPr lang="zh-CN" altLang="en-US" sz="1400" dirty="0"/>
              <a:t>When adjusting the width, the moving edge of the conveyor line returns to the original point towards the rear soft limit</a:t>
            </a:r>
            <a:r>
              <a:rPr lang="zh-CN" altLang="en-US" sz="1400" dirty="0">
                <a:latin typeface="Calibri" panose="020F0502020204030204" charset="0"/>
                <a:cs typeface="Calibri" panose="020F0502020204030204" charset="0"/>
                <a:sym typeface="+mn-ea"/>
              </a:rPr>
              <a:t>.</a:t>
            </a:r>
            <a:endParaRPr lang="zh-CN" altLang="en-US" sz="1400" dirty="0">
              <a:latin typeface="Calibri" panose="020F0502020204030204" charset="0"/>
              <a:cs typeface="Calibri" panose="020F0502020204030204" charset="0"/>
            </a:endParaRPr>
          </a:p>
          <a:p>
            <a:pPr marL="342900" indent="-342900" algn="l">
              <a:buFont typeface="+mj-ea"/>
              <a:buAutoNum type="circleNumDbPlain"/>
            </a:pPr>
            <a:r>
              <a:rPr lang="zh-CN" altLang="en-US" sz="1400" dirty="0">
                <a:latin typeface="Calibri" panose="020F0502020204030204" charset="0"/>
                <a:cs typeface="Calibri" panose="020F0502020204030204" charset="0"/>
                <a:sym typeface="+mn-ea"/>
              </a:rPr>
              <a:t>After reaching the origin, the moving edge automatically reaches the required width of the loading plate .</a:t>
            </a:r>
            <a:endParaRPr lang="zh-CN" altLang="en-US" sz="1400" dirty="0">
              <a:ea typeface="等线" panose="02010600030101010101" charset="-122"/>
              <a:sym typeface="+mn-ea"/>
            </a:endParaRPr>
          </a:p>
        </p:txBody>
      </p:sp>
      <p:sp>
        <p:nvSpPr>
          <p:cNvPr id="13" name="灯片编号占位符 3"/>
          <p:cNvSpPr>
            <a:spLocks noGrp="1" noChangeArrowheads="1"/>
          </p:cNvSpPr>
          <p:nvPr>
            <p:custDataLst>
              <p:tags r:id="rId2"/>
            </p:custDataLst>
          </p:nvPr>
        </p:nvSpPr>
        <p:spPr bwMode="auto">
          <a:xfrm>
            <a:off x="11490234" y="5976703"/>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10</a:t>
            </a:fld>
            <a:endParaRPr lang="zh-TW" altLang="en-US" sz="1400" dirty="0">
              <a:solidFill>
                <a:srgbClr val="898989"/>
              </a:solidFill>
              <a:latin typeface="Arial" panose="020B0604020202020204" pitchFamily="34" charset="0"/>
              <a:ea typeface="微软雅黑" panose="020B0503020204020204" pitchFamily="34" charset="-122"/>
            </a:endParaRPr>
          </a:p>
        </p:txBody>
      </p:sp>
      <p:pic>
        <p:nvPicPr>
          <p:cNvPr id="52" name="图片 51"/>
          <p:cNvPicPr>
            <a:picLocks noChangeAspect="1"/>
          </p:cNvPicPr>
          <p:nvPr/>
        </p:nvPicPr>
        <p:blipFill>
          <a:blip r:embed="rId14"/>
          <a:stretch>
            <a:fillRect/>
          </a:stretch>
        </p:blipFill>
        <p:spPr>
          <a:xfrm>
            <a:off x="3404870" y="1400810"/>
            <a:ext cx="5985510" cy="4044950"/>
          </a:xfrm>
          <a:prstGeom prst="rect">
            <a:avLst/>
          </a:prstGeom>
        </p:spPr>
      </p:pic>
      <p:pic>
        <p:nvPicPr>
          <p:cNvPr id="54" name="图片 53"/>
          <p:cNvPicPr>
            <a:picLocks noChangeAspect="1"/>
          </p:cNvPicPr>
          <p:nvPr/>
        </p:nvPicPr>
        <p:blipFill>
          <a:blip r:embed="rId15"/>
          <a:stretch>
            <a:fillRect/>
          </a:stretch>
        </p:blipFill>
        <p:spPr>
          <a:xfrm>
            <a:off x="1114425" y="3467735"/>
            <a:ext cx="1826895" cy="1642110"/>
          </a:xfrm>
          <a:prstGeom prst="rect">
            <a:avLst/>
          </a:prstGeom>
        </p:spPr>
      </p:pic>
      <p:pic>
        <p:nvPicPr>
          <p:cNvPr id="2" name="图片 1"/>
          <p:cNvPicPr>
            <a:picLocks noChangeAspect="1"/>
          </p:cNvPicPr>
          <p:nvPr/>
        </p:nvPicPr>
        <p:blipFill>
          <a:blip r:embed="rId16"/>
          <a:stretch>
            <a:fillRect/>
          </a:stretch>
        </p:blipFill>
        <p:spPr>
          <a:xfrm>
            <a:off x="631190" y="1442085"/>
            <a:ext cx="2023745" cy="1689100"/>
          </a:xfrm>
          <a:prstGeom prst="rect">
            <a:avLst/>
          </a:prstGeom>
        </p:spPr>
      </p:pic>
      <p:sp>
        <p:nvSpPr>
          <p:cNvPr id="10" name="TextBox 216"/>
          <p:cNvSpPr txBox="1">
            <a:spLocks noChangeArrowheads="1"/>
          </p:cNvSpPr>
          <p:nvPr/>
        </p:nvSpPr>
        <p:spPr bwMode="auto">
          <a:xfrm>
            <a:off x="2640965" y="1755775"/>
            <a:ext cx="2075180" cy="61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sz="1300" dirty="0">
                <a:latin typeface="+mn-lt"/>
                <a:sym typeface="+mn-ea"/>
              </a:rPr>
              <a:t>Adjusted soft limit&amp;</a:t>
            </a:r>
          </a:p>
          <a:p>
            <a:pPr eaLnBrk="1" hangingPunct="1">
              <a:lnSpc>
                <a:spcPct val="130000"/>
              </a:lnSpc>
            </a:pPr>
            <a:r>
              <a:rPr sz="1300" dirty="0">
                <a:latin typeface="+mn-lt"/>
                <a:sym typeface="+mn-ea"/>
              </a:rPr>
              <a:t>origin</a:t>
            </a:r>
          </a:p>
        </p:txBody>
      </p:sp>
      <p:cxnSp>
        <p:nvCxnSpPr>
          <p:cNvPr id="34" name="直接箭头连接符 33"/>
          <p:cNvCxnSpPr/>
          <p:nvPr>
            <p:custDataLst>
              <p:tags r:id="rId3"/>
            </p:custDataLst>
          </p:nvPr>
        </p:nvCxnSpPr>
        <p:spPr>
          <a:xfrm flipH="1" flipV="1">
            <a:off x="1567180" y="2717165"/>
            <a:ext cx="334010" cy="340995"/>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3" name="TextBox 216"/>
          <p:cNvSpPr txBox="1">
            <a:spLocks noChangeArrowheads="1"/>
          </p:cNvSpPr>
          <p:nvPr/>
        </p:nvSpPr>
        <p:spPr bwMode="auto">
          <a:xfrm>
            <a:off x="1818640" y="2776855"/>
            <a:ext cx="1957705" cy="61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zh-CN" altLang="en-US" sz="1300" dirty="0">
                <a:latin typeface="+mn-lt"/>
                <a:sym typeface="+mn-ea"/>
              </a:rPr>
              <a:t>Soft limit before adjustment</a:t>
            </a:r>
          </a:p>
        </p:txBody>
      </p:sp>
      <p:cxnSp>
        <p:nvCxnSpPr>
          <p:cNvPr id="5" name="直接箭头连接符 4"/>
          <p:cNvCxnSpPr>
            <a:stCxn id="10" idx="1"/>
          </p:cNvCxnSpPr>
          <p:nvPr>
            <p:custDataLst>
              <p:tags r:id="rId4"/>
            </p:custDataLst>
          </p:nvPr>
        </p:nvCxnSpPr>
        <p:spPr>
          <a:xfrm flipH="1">
            <a:off x="2014220" y="2061210"/>
            <a:ext cx="626745" cy="3429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custDataLst>
              <p:tags r:id="rId5"/>
            </p:custDataLst>
          </p:nvPr>
        </p:nvCxnSpPr>
        <p:spPr>
          <a:xfrm flipH="1" flipV="1">
            <a:off x="2654935" y="3925570"/>
            <a:ext cx="394335" cy="27305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7" name="TextBox 216"/>
          <p:cNvSpPr txBox="1">
            <a:spLocks noChangeArrowheads="1"/>
          </p:cNvSpPr>
          <p:nvPr/>
        </p:nvSpPr>
        <p:spPr bwMode="auto">
          <a:xfrm>
            <a:off x="2548890" y="4140835"/>
            <a:ext cx="1680210" cy="61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zh-CN" altLang="en-US" sz="1300" dirty="0">
                <a:latin typeface="+mn-lt"/>
                <a:sym typeface="+mn-ea"/>
              </a:rPr>
              <a:t>Widening motor：</a:t>
            </a:r>
            <a:r>
              <a:rPr lang="en-US" altLang="zh-CN" sz="1300" dirty="0">
                <a:latin typeface="+mn-lt"/>
                <a:sym typeface="+mn-ea"/>
              </a:rPr>
              <a:t>leadshine:</a:t>
            </a:r>
            <a:r>
              <a:rPr sz="1300" dirty="0">
                <a:latin typeface="+mn-lt"/>
                <a:sym typeface="+mn-ea"/>
              </a:rPr>
              <a:t>57CM23</a:t>
            </a:r>
          </a:p>
        </p:txBody>
      </p:sp>
      <p:cxnSp>
        <p:nvCxnSpPr>
          <p:cNvPr id="8" name="直接箭头连接符 7"/>
          <p:cNvCxnSpPr/>
          <p:nvPr>
            <p:custDataLst>
              <p:tags r:id="rId6"/>
            </p:custDataLst>
          </p:nvPr>
        </p:nvCxnSpPr>
        <p:spPr>
          <a:xfrm flipH="1" flipV="1">
            <a:off x="1114425" y="2906395"/>
            <a:ext cx="164465" cy="395605"/>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9" name="TextBox 216"/>
          <p:cNvSpPr txBox="1">
            <a:spLocks noChangeArrowheads="1"/>
          </p:cNvSpPr>
          <p:nvPr/>
        </p:nvSpPr>
        <p:spPr bwMode="auto">
          <a:xfrm>
            <a:off x="941705" y="3206115"/>
            <a:ext cx="719455" cy="61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zh-CN" altLang="en-US" sz="1300" dirty="0">
                <a:latin typeface="+mn-lt"/>
                <a:sym typeface="+mn-ea"/>
              </a:rPr>
              <a:t>Hard limit</a:t>
            </a:r>
          </a:p>
        </p:txBody>
      </p:sp>
      <p:pic>
        <p:nvPicPr>
          <p:cNvPr id="11" name="图片 10"/>
          <p:cNvPicPr>
            <a:picLocks noChangeAspect="1"/>
          </p:cNvPicPr>
          <p:nvPr/>
        </p:nvPicPr>
        <p:blipFill>
          <a:blip r:embed="rId17"/>
          <a:stretch>
            <a:fillRect/>
          </a:stretch>
        </p:blipFill>
        <p:spPr>
          <a:xfrm>
            <a:off x="8651875" y="1883410"/>
            <a:ext cx="1705610" cy="1172210"/>
          </a:xfrm>
          <a:prstGeom prst="rect">
            <a:avLst/>
          </a:prstGeom>
        </p:spPr>
      </p:pic>
      <p:cxnSp>
        <p:nvCxnSpPr>
          <p:cNvPr id="12" name="直接箭头连接符 11"/>
          <p:cNvCxnSpPr/>
          <p:nvPr>
            <p:custDataLst>
              <p:tags r:id="rId7"/>
            </p:custDataLst>
          </p:nvPr>
        </p:nvCxnSpPr>
        <p:spPr>
          <a:xfrm flipH="1">
            <a:off x="9856470" y="1754505"/>
            <a:ext cx="215900" cy="31750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36" name="TextBox 216"/>
          <p:cNvSpPr txBox="1">
            <a:spLocks noChangeArrowheads="1"/>
          </p:cNvSpPr>
          <p:nvPr/>
        </p:nvSpPr>
        <p:spPr bwMode="auto">
          <a:xfrm>
            <a:off x="9184005" y="970280"/>
            <a:ext cx="213233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zh-CN" altLang="en-US" sz="1300" dirty="0">
                <a:latin typeface="+mn-lt"/>
              </a:rPr>
              <a:t>Side positioning</a:t>
            </a:r>
          </a:p>
          <a:p>
            <a:pPr eaLnBrk="1" hangingPunct="1">
              <a:lnSpc>
                <a:spcPct val="130000"/>
              </a:lnSpc>
            </a:pPr>
            <a:r>
              <a:rPr lang="en-US" altLang="zh-CN" sz="1300" dirty="0">
                <a:latin typeface="+mn-lt"/>
                <a:sym typeface="+mn-ea"/>
              </a:rPr>
              <a:t>AIRTAC</a:t>
            </a:r>
            <a:r>
              <a:rPr lang="zh-CN" altLang="en-US" sz="1300" dirty="0">
                <a:latin typeface="+mn-lt"/>
              </a:rPr>
              <a:t>：</a:t>
            </a:r>
            <a:r>
              <a:rPr lang="en-US" altLang="zh-CN" sz="1300" dirty="0">
                <a:latin typeface="+mn-lt"/>
              </a:rPr>
              <a:t>TCM16*20S</a:t>
            </a:r>
            <a:endParaRPr lang="zh-CN" altLang="en-US" sz="1300" dirty="0">
              <a:latin typeface="+mn-lt"/>
            </a:endParaRPr>
          </a:p>
          <a:p>
            <a:pPr eaLnBrk="1" hangingPunct="1">
              <a:lnSpc>
                <a:spcPct val="130000"/>
              </a:lnSpc>
            </a:pPr>
            <a:r>
              <a:rPr lang="zh-CN" altLang="en-US" sz="1300" dirty="0">
                <a:latin typeface="+mn-lt"/>
              </a:rPr>
              <a:t>Thrust </a:t>
            </a:r>
            <a:r>
              <a:rPr lang="en-US" altLang="zh-CN" sz="1300" dirty="0">
                <a:latin typeface="+mn-lt"/>
              </a:rPr>
              <a:t>100N</a:t>
            </a:r>
          </a:p>
        </p:txBody>
      </p:sp>
      <p:pic>
        <p:nvPicPr>
          <p:cNvPr id="14" name="图片 13"/>
          <p:cNvPicPr>
            <a:picLocks noChangeAspect="1"/>
          </p:cNvPicPr>
          <p:nvPr/>
        </p:nvPicPr>
        <p:blipFill>
          <a:blip r:embed="rId18"/>
          <a:stretch>
            <a:fillRect/>
          </a:stretch>
        </p:blipFill>
        <p:spPr>
          <a:xfrm>
            <a:off x="9390380" y="4518660"/>
            <a:ext cx="622935" cy="1330325"/>
          </a:xfrm>
          <a:prstGeom prst="rect">
            <a:avLst/>
          </a:prstGeom>
        </p:spPr>
      </p:pic>
      <p:sp>
        <p:nvSpPr>
          <p:cNvPr id="15" name="TextBox 216"/>
          <p:cNvSpPr txBox="1">
            <a:spLocks noChangeArrowheads="1"/>
          </p:cNvSpPr>
          <p:nvPr/>
        </p:nvSpPr>
        <p:spPr bwMode="auto">
          <a:xfrm>
            <a:off x="9783445" y="4088765"/>
            <a:ext cx="2168525" cy="61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zh-CN" altLang="en-US" sz="1300" dirty="0">
                <a:latin typeface="+mn-lt"/>
                <a:sym typeface="+mn-ea"/>
              </a:rPr>
              <a:t>Load blocking</a:t>
            </a:r>
          </a:p>
          <a:p>
            <a:pPr eaLnBrk="1" hangingPunct="1">
              <a:lnSpc>
                <a:spcPct val="130000"/>
              </a:lnSpc>
            </a:pPr>
            <a:r>
              <a:rPr lang="en-US" altLang="zh-CN" sz="1300" dirty="0">
                <a:latin typeface="+mn-lt"/>
              </a:rPr>
              <a:t>AIRTAC</a:t>
            </a:r>
            <a:r>
              <a:rPr lang="zh-CN" altLang="en-US" sz="1300" dirty="0">
                <a:latin typeface="+mn-lt"/>
              </a:rPr>
              <a:t>：</a:t>
            </a:r>
            <a:r>
              <a:rPr lang="en-US" altLang="zh-CN" sz="1300" dirty="0">
                <a:latin typeface="+mn-lt"/>
              </a:rPr>
              <a:t>TCM16*20S</a:t>
            </a:r>
          </a:p>
        </p:txBody>
      </p:sp>
      <p:cxnSp>
        <p:nvCxnSpPr>
          <p:cNvPr id="16" name="直接箭头连接符 15"/>
          <p:cNvCxnSpPr/>
          <p:nvPr>
            <p:custDataLst>
              <p:tags r:id="rId8"/>
            </p:custDataLst>
          </p:nvPr>
        </p:nvCxnSpPr>
        <p:spPr>
          <a:xfrm flipH="1">
            <a:off x="9811385" y="4709795"/>
            <a:ext cx="274955" cy="324485"/>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custDataLst>
              <p:tags r:id="rId9"/>
            </p:custDataLst>
          </p:nvPr>
        </p:nvCxnSpPr>
        <p:spPr>
          <a:xfrm flipH="1">
            <a:off x="5323840" y="1561465"/>
            <a:ext cx="237490" cy="44450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18" name="TextBox 216"/>
          <p:cNvSpPr txBox="1">
            <a:spLocks noChangeArrowheads="1"/>
          </p:cNvSpPr>
          <p:nvPr/>
        </p:nvSpPr>
        <p:spPr bwMode="auto">
          <a:xfrm>
            <a:off x="5027295" y="982980"/>
            <a:ext cx="1920240" cy="61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zh-CN" altLang="en-US" sz="1300" dirty="0">
                <a:latin typeface="+mn-lt"/>
              </a:rPr>
              <a:t>Anti static belt:</a:t>
            </a:r>
          </a:p>
          <a:p>
            <a:pPr eaLnBrk="1" hangingPunct="1">
              <a:lnSpc>
                <a:spcPct val="130000"/>
              </a:lnSpc>
            </a:pPr>
            <a:r>
              <a:rPr lang="zh-CN" altLang="en-US" sz="1300" dirty="0">
                <a:latin typeface="+mn-lt"/>
              </a:rPr>
              <a:t>Width 15, Thickness 2</a:t>
            </a:r>
          </a:p>
        </p:txBody>
      </p:sp>
      <p:cxnSp>
        <p:nvCxnSpPr>
          <p:cNvPr id="20" name="直接箭头连接符 19"/>
          <p:cNvCxnSpPr/>
          <p:nvPr>
            <p:custDataLst>
              <p:tags r:id="rId10"/>
            </p:custDataLst>
          </p:nvPr>
        </p:nvCxnSpPr>
        <p:spPr>
          <a:xfrm flipH="1">
            <a:off x="6850380" y="2072640"/>
            <a:ext cx="236855" cy="43307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22" name="TextBox 216"/>
          <p:cNvSpPr txBox="1">
            <a:spLocks noChangeArrowheads="1"/>
          </p:cNvSpPr>
          <p:nvPr/>
        </p:nvSpPr>
        <p:spPr bwMode="auto">
          <a:xfrm>
            <a:off x="6597650" y="1490345"/>
            <a:ext cx="1085850" cy="570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zh-CN" altLang="en-US" sz="1200" b="1" dirty="0">
                <a:solidFill>
                  <a:srgbClr val="FF0000"/>
                </a:solidFill>
              </a:rPr>
              <a:t>Conveyor line activity edge</a:t>
            </a:r>
          </a:p>
        </p:txBody>
      </p:sp>
      <p:sp>
        <p:nvSpPr>
          <p:cNvPr id="23" name="TextBox 216"/>
          <p:cNvSpPr txBox="1">
            <a:spLocks noChangeArrowheads="1"/>
          </p:cNvSpPr>
          <p:nvPr/>
        </p:nvSpPr>
        <p:spPr bwMode="auto">
          <a:xfrm>
            <a:off x="4716780" y="4420235"/>
            <a:ext cx="1047750" cy="570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zh-CN" altLang="en-US" sz="1200" b="1" dirty="0"/>
              <a:t>Fixed edge of conveyor line</a:t>
            </a:r>
          </a:p>
        </p:txBody>
      </p:sp>
      <p:cxnSp>
        <p:nvCxnSpPr>
          <p:cNvPr id="24" name="直接箭头连接符 23"/>
          <p:cNvCxnSpPr/>
          <p:nvPr>
            <p:custDataLst>
              <p:tags r:id="rId11"/>
            </p:custDataLst>
          </p:nvPr>
        </p:nvCxnSpPr>
        <p:spPr>
          <a:xfrm flipV="1">
            <a:off x="5205730" y="3732530"/>
            <a:ext cx="453390" cy="739775"/>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26"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66"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4.</a:t>
            </a:r>
            <a:r>
              <a:rPr lang="en-US" altLang="zh-CN" dirty="0">
                <a:sym typeface="+mn-ea"/>
              </a:rPr>
              <a:t>The key components</a:t>
            </a:r>
            <a:endParaRPr lang="en-US" altLang="zh-CN" dirty="0">
              <a:latin typeface="+mn-lt"/>
            </a:endParaRPr>
          </a:p>
        </p:txBody>
      </p:sp>
      <p:sp>
        <p:nvSpPr>
          <p:cNvPr id="19" name="文本框 18"/>
          <p:cNvSpPr txBox="1"/>
          <p:nvPr/>
        </p:nvSpPr>
        <p:spPr>
          <a:xfrm>
            <a:off x="300990" y="768350"/>
            <a:ext cx="4414520"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t>4.2 </a:t>
            </a:r>
            <a:r>
              <a:rPr lang="zh-CN" altLang="en-US" sz="1800" b="1" dirty="0"/>
              <a:t>Widening the feeding conveyor line</a:t>
            </a:r>
          </a:p>
        </p:txBody>
      </p:sp>
      <p:sp>
        <p:nvSpPr>
          <p:cNvPr id="27" name="椭圆 26"/>
          <p:cNvSpPr/>
          <p:nvPr/>
        </p:nvSpPr>
        <p:spPr>
          <a:xfrm>
            <a:off x="4650105" y="782217"/>
            <a:ext cx="588010" cy="345646"/>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3&amp;6</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10049" y="1041189"/>
            <a:ext cx="3451165" cy="4774409"/>
          </a:xfrm>
          <a:prstGeom prst="rect">
            <a:avLst/>
          </a:prstGeom>
        </p:spPr>
      </p:pic>
      <p:pic>
        <p:nvPicPr>
          <p:cNvPr id="6" name="图片 5"/>
          <p:cNvPicPr>
            <a:picLocks noChangeAspect="1"/>
          </p:cNvPicPr>
          <p:nvPr/>
        </p:nvPicPr>
        <p:blipFill>
          <a:blip r:embed="rId7"/>
          <a:stretch>
            <a:fillRect/>
          </a:stretch>
        </p:blipFill>
        <p:spPr>
          <a:xfrm>
            <a:off x="439420" y="1457325"/>
            <a:ext cx="3869055" cy="4295775"/>
          </a:xfrm>
          <a:prstGeom prst="rect">
            <a:avLst/>
          </a:prstGeom>
        </p:spPr>
      </p:pic>
      <p:sp>
        <p:nvSpPr>
          <p:cNvPr id="2" name="文本框 1"/>
          <p:cNvSpPr txBox="1"/>
          <p:nvPr>
            <p:custDataLst>
              <p:tags r:id="rId1"/>
            </p:custDataLst>
          </p:nvPr>
        </p:nvSpPr>
        <p:spPr>
          <a:xfrm>
            <a:off x="301059" y="768252"/>
            <a:ext cx="3541367" cy="369332"/>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t>4.3 </a:t>
            </a:r>
            <a:r>
              <a:rPr lang="zh-CN" altLang="en-US" sz="1800" b="1" dirty="0"/>
              <a:t>Compression zone</a:t>
            </a:r>
          </a:p>
        </p:txBody>
      </p:sp>
      <p:sp>
        <p:nvSpPr>
          <p:cNvPr id="12291" name="灯片编号占位符 3"/>
          <p:cNvSpPr>
            <a:spLocks noGrp="1" noChangeArrowheads="1"/>
          </p:cNvSpPr>
          <p:nvPr>
            <p:custDataLst>
              <p:tags r:id="rId2"/>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11</a:t>
            </a:fld>
            <a:endParaRPr lang="zh-TW" altLang="en-US" sz="1400">
              <a:solidFill>
                <a:srgbClr val="898989"/>
              </a:solidFill>
              <a:latin typeface="Arial" panose="020B0604020202020204" pitchFamily="34" charset="0"/>
              <a:ea typeface="微软雅黑" panose="020B0503020204020204" pitchFamily="34" charset="-122"/>
            </a:endParaRPr>
          </a:p>
        </p:txBody>
      </p:sp>
      <p:sp>
        <p:nvSpPr>
          <p:cNvPr id="3" name="椭圆 2"/>
          <p:cNvSpPr/>
          <p:nvPr>
            <p:custDataLst>
              <p:tags r:id="rId3"/>
            </p:custDataLst>
          </p:nvPr>
        </p:nvSpPr>
        <p:spPr>
          <a:xfrm>
            <a:off x="3842426" y="781398"/>
            <a:ext cx="329157" cy="343040"/>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Calibri" panose="020F0502020204030204" charset="0"/>
                <a:ea typeface="微软雅黑" panose="020B0503020204020204" pitchFamily="34" charset="-122"/>
                <a:cs typeface="Calibri" panose="020F0502020204030204" charset="0"/>
                <a:sym typeface="Helvetica Neue Light"/>
              </a:rPr>
              <a:t>5</a:t>
            </a:r>
          </a:p>
        </p:txBody>
      </p:sp>
      <p:sp>
        <p:nvSpPr>
          <p:cNvPr id="5"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grpSp>
        <p:nvGrpSpPr>
          <p:cNvPr id="11" name="组合 10"/>
          <p:cNvGrpSpPr/>
          <p:nvPr/>
        </p:nvGrpSpPr>
        <p:grpSpPr>
          <a:xfrm>
            <a:off x="5075040" y="1041189"/>
            <a:ext cx="1317625" cy="3950970"/>
            <a:chOff x="8696" y="1642"/>
            <a:chExt cx="2075" cy="6222"/>
          </a:xfrm>
        </p:grpSpPr>
        <p:cxnSp>
          <p:nvCxnSpPr>
            <p:cNvPr id="14" name="直接箭头连接符 91"/>
            <p:cNvCxnSpPr/>
            <p:nvPr/>
          </p:nvCxnSpPr>
          <p:spPr>
            <a:xfrm>
              <a:off x="10421" y="3211"/>
              <a:ext cx="0" cy="3904"/>
            </a:xfrm>
            <a:prstGeom prst="straightConnector1">
              <a:avLst/>
            </a:prstGeom>
            <a:ln w="76200">
              <a:solidFill>
                <a:srgbClr val="00FF00"/>
              </a:solidFill>
              <a:prstDash val="sysDot"/>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12" name="椭圆 87"/>
            <p:cNvSpPr/>
            <p:nvPr/>
          </p:nvSpPr>
          <p:spPr>
            <a:xfrm>
              <a:off x="8696" y="1642"/>
              <a:ext cx="700" cy="540"/>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lIns="44604" tIns="44604" rIns="44604" bIns="44604" anchor="ctr">
              <a:spAutoFit/>
            </a:bodyPr>
            <a:lstStyle/>
            <a:p>
              <a:pPr marL="0" marR="0" lvl="0" indent="0" algn="ctr" defTabSz="825500" rtl="0" eaLnBrk="1" fontAlgn="base" latinLnBrk="1" hangingPunct="0">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Light"/>
                </a:rPr>
                <a:t>3</a:t>
              </a:r>
            </a:p>
          </p:txBody>
        </p:sp>
        <p:sp>
          <p:nvSpPr>
            <p:cNvPr id="13" name="椭圆 87"/>
            <p:cNvSpPr/>
            <p:nvPr/>
          </p:nvSpPr>
          <p:spPr>
            <a:xfrm>
              <a:off x="9225" y="3490"/>
              <a:ext cx="700" cy="541"/>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lIns="44604" tIns="44604" rIns="44604" bIns="44604" anchor="ctr">
              <a:spAutoFit/>
            </a:bodyPr>
            <a:lstStyle/>
            <a:p>
              <a:pPr marL="0" marR="0" lvl="0" indent="0" algn="ctr" defTabSz="825500" rtl="0" eaLnBrk="1" fontAlgn="base" latinLnBrk="1" hangingPunct="0">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Light"/>
                </a:rPr>
                <a:t>2</a:t>
              </a:r>
            </a:p>
          </p:txBody>
        </p:sp>
        <p:sp>
          <p:nvSpPr>
            <p:cNvPr id="15" name="椭圆 87"/>
            <p:cNvSpPr/>
            <p:nvPr/>
          </p:nvSpPr>
          <p:spPr>
            <a:xfrm>
              <a:off x="10071" y="7323"/>
              <a:ext cx="700" cy="541"/>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lIns="44604" tIns="44604" rIns="44604" bIns="44604" anchor="ctr">
              <a:spAutoFit/>
            </a:bodyPr>
            <a:lstStyle/>
            <a:p>
              <a:pPr marL="0" marR="0" lvl="0" indent="0" algn="ctr" defTabSz="825500" rtl="0" eaLnBrk="1" fontAlgn="base" latinLnBrk="1" hangingPunct="0">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Light"/>
                </a:rPr>
                <a:t>1</a:t>
              </a:r>
            </a:p>
          </p:txBody>
        </p:sp>
      </p:grpSp>
      <p:graphicFrame>
        <p:nvGraphicFramePr>
          <p:cNvPr id="24" name="表格 23"/>
          <p:cNvGraphicFramePr>
            <a:graphicFrameLocks noGrp="1"/>
          </p:cNvGraphicFramePr>
          <p:nvPr/>
        </p:nvGraphicFramePr>
        <p:xfrm>
          <a:off x="8104188" y="2462213"/>
          <a:ext cx="3825875" cy="1565498"/>
        </p:xfrm>
        <a:graphic>
          <a:graphicData uri="http://schemas.openxmlformats.org/drawingml/2006/table">
            <a:tbl>
              <a:tblPr firstRow="1" bandRow="1">
                <a:tableStyleId>{5940675A-B579-460E-94D1-54222C63F5DA}</a:tableStyleId>
              </a:tblPr>
              <a:tblGrid>
                <a:gridCol w="1126490">
                  <a:extLst>
                    <a:ext uri="{9D8B030D-6E8A-4147-A177-3AD203B41FA5}">
                      <a16:colId xmlns:a16="http://schemas.microsoft.com/office/drawing/2014/main" val="20000"/>
                    </a:ext>
                  </a:extLst>
                </a:gridCol>
                <a:gridCol w="2699385">
                  <a:extLst>
                    <a:ext uri="{9D8B030D-6E8A-4147-A177-3AD203B41FA5}">
                      <a16:colId xmlns:a16="http://schemas.microsoft.com/office/drawing/2014/main" val="20001"/>
                    </a:ext>
                  </a:extLst>
                </a:gridCol>
              </a:tblGrid>
              <a:tr h="368935">
                <a:tc>
                  <a:txBody>
                    <a:bodyPr/>
                    <a:lstStyle/>
                    <a:p>
                      <a:pPr algn="ctr"/>
                      <a:r>
                        <a:rPr lang="en-US" altLang="zh-CN" sz="1200" b="1" dirty="0">
                          <a:latin typeface="微软雅黑" panose="020B0503020204020204" pitchFamily="34" charset="-122"/>
                          <a:ea typeface="微软雅黑" panose="020B0503020204020204" pitchFamily="34" charset="-122"/>
                          <a:cs typeface="Arial" panose="020B0604020202020204" pitchFamily="34" charset="0"/>
                        </a:rPr>
                        <a:t>Module</a:t>
                      </a:r>
                      <a:endParaRPr lang="zh-CN" altLang="en-US" sz="1200" b="1" dirty="0">
                        <a:latin typeface="微软雅黑" panose="020B0503020204020204" pitchFamily="34" charset="-122"/>
                        <a:ea typeface="微软雅黑" panose="020B0503020204020204" pitchFamily="34" charset="-122"/>
                        <a:cs typeface="Arial" panose="020B0604020202020204" pitchFamily="34" charset="0"/>
                      </a:endParaRPr>
                    </a:p>
                  </a:txBody>
                  <a:tcPr marL="91463" marR="91463" marT="45729" marB="45729" anchor="ctr"/>
                </a:tc>
                <a:tc>
                  <a:txBody>
                    <a:bodyPr/>
                    <a:lstStyle/>
                    <a:p>
                      <a:pPr algn="ctr"/>
                      <a:r>
                        <a:rPr lang="en-US" altLang="zh-CN" sz="1200" b="1" dirty="0">
                          <a:latin typeface="微软雅黑" panose="020B0503020204020204" pitchFamily="34" charset="-122"/>
                          <a:ea typeface="微软雅黑" panose="020B0503020204020204" pitchFamily="34" charset="-122"/>
                          <a:cs typeface="Arial" panose="020B0604020202020204" pitchFamily="34" charset="0"/>
                        </a:rPr>
                        <a:t>Process</a:t>
                      </a:r>
                      <a:r>
                        <a:rPr lang="en-US" altLang="zh-CN" sz="1200" b="1" baseline="0" dirty="0">
                          <a:latin typeface="微软雅黑" panose="020B0503020204020204" pitchFamily="34" charset="-122"/>
                          <a:ea typeface="微软雅黑" panose="020B0503020204020204" pitchFamily="34" charset="-122"/>
                          <a:cs typeface="Arial" panose="020B0604020202020204" pitchFamily="34" charset="0"/>
                        </a:rPr>
                        <a:t> Flow</a:t>
                      </a:r>
                      <a:endParaRPr lang="zh-CN" altLang="en-US" sz="1200" b="1" dirty="0">
                        <a:latin typeface="微软雅黑" panose="020B0503020204020204" pitchFamily="34" charset="-122"/>
                        <a:ea typeface="微软雅黑" panose="020B0503020204020204" pitchFamily="34" charset="-122"/>
                        <a:cs typeface="Arial" panose="020B0604020202020204" pitchFamily="34" charset="0"/>
                      </a:endParaRPr>
                    </a:p>
                  </a:txBody>
                  <a:tcPr marL="91463" marR="91463" marT="45729" marB="45729" anchor="ctr"/>
                </a:tc>
                <a:extLst>
                  <a:ext uri="{0D108BD9-81ED-4DB2-BD59-A6C34878D82A}">
                    <a16:rowId xmlns:a16="http://schemas.microsoft.com/office/drawing/2014/main" val="10000"/>
                  </a:ext>
                </a:extLst>
              </a:tr>
              <a:tr h="37025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200" kern="1200" dirty="0">
                        <a:solidFill>
                          <a:schemeClr val="tx1"/>
                        </a:solidFill>
                        <a:latin typeface="微软雅黑" panose="020B0503020204020204" pitchFamily="34" charset="-122"/>
                        <a:ea typeface="微软雅黑" panose="020B0503020204020204" pitchFamily="34" charset="-122"/>
                        <a:cs typeface="+mn-cs"/>
                      </a:endParaRPr>
                    </a:p>
                  </a:txBody>
                  <a:tcPr marL="91463" marR="91463" marT="45729" marB="4572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sym typeface="Gill Sans"/>
                        </a:rPr>
                        <a:t>Secondary positioning</a:t>
                      </a:r>
                    </a:p>
                  </a:txBody>
                  <a:tcPr marL="91463" marR="91463" marT="45729" marB="45729" anchor="ctr"/>
                </a:tc>
                <a:extLst>
                  <a:ext uri="{0D108BD9-81ED-4DB2-BD59-A6C34878D82A}">
                    <a16:rowId xmlns:a16="http://schemas.microsoft.com/office/drawing/2014/main" val="10001"/>
                  </a:ext>
                </a:extLst>
              </a:tr>
              <a:tr h="457328">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tx1"/>
                          </a:solidFill>
                          <a:latin typeface="微软雅黑" panose="020B0503020204020204" pitchFamily="34" charset="-122"/>
                          <a:ea typeface="微软雅黑" panose="020B0503020204020204" pitchFamily="34" charset="-122"/>
                          <a:cs typeface="+mn-cs"/>
                          <a:sym typeface="Gill Sans"/>
                        </a:rPr>
                        <a:t>2</a:t>
                      </a:r>
                      <a:endParaRPr lang="zh-CN" altLang="en-US" sz="1200" kern="1200" dirty="0">
                        <a:solidFill>
                          <a:schemeClr val="tx1"/>
                        </a:solidFill>
                        <a:latin typeface="微软雅黑" panose="020B0503020204020204" pitchFamily="34" charset="-122"/>
                        <a:ea typeface="微软雅黑" panose="020B0503020204020204" pitchFamily="34" charset="-122"/>
                        <a:cs typeface="+mn-cs"/>
                        <a:sym typeface="Gill Sans"/>
                      </a:endParaRPr>
                    </a:p>
                  </a:txBody>
                  <a:tcPr marL="91463" marR="91463" marT="45729" marB="45729" anchor="ctr"/>
                </a:tc>
                <a:tc>
                  <a:txBody>
                    <a:bodyPr/>
                    <a:lstStyle/>
                    <a:p>
                      <a:pPr marL="0" algn="ctr" defTabSz="914400" rtl="0" eaLnBrk="1" latinLnBrk="0" hangingPunct="1">
                        <a:buNone/>
                      </a:pPr>
                      <a:r>
                        <a:rPr sz="1200" dirty="0">
                          <a:latin typeface="微软雅黑" panose="020B0503020204020204" pitchFamily="34" charset="-122"/>
                          <a:ea typeface="微软雅黑" panose="020B0503020204020204" pitchFamily="34" charset="-122"/>
                        </a:rPr>
                        <a:t>Compression position </a:t>
                      </a:r>
                    </a:p>
                  </a:txBody>
                  <a:tcPr marL="91463" marR="91463" marT="45729" marB="45729" anchor="ctr"/>
                </a:tc>
                <a:extLst>
                  <a:ext uri="{0D108BD9-81ED-4DB2-BD59-A6C34878D82A}">
                    <a16:rowId xmlns:a16="http://schemas.microsoft.com/office/drawing/2014/main" val="10002"/>
                  </a:ext>
                </a:extLst>
              </a:tr>
              <a:tr h="368982">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tx1"/>
                          </a:solidFill>
                          <a:latin typeface="微软雅黑" panose="020B0503020204020204" pitchFamily="34" charset="-122"/>
                          <a:ea typeface="微软雅黑" panose="020B0503020204020204" pitchFamily="34" charset="-122"/>
                          <a:cs typeface="+mn-cs"/>
                          <a:sym typeface="Gill Sans"/>
                        </a:rPr>
                        <a:t>3</a:t>
                      </a:r>
                      <a:endParaRPr lang="zh-CN" altLang="en-US" sz="1200" kern="1200" dirty="0">
                        <a:solidFill>
                          <a:schemeClr val="tx1"/>
                        </a:solidFill>
                        <a:latin typeface="微软雅黑" panose="020B0503020204020204" pitchFamily="34" charset="-122"/>
                        <a:ea typeface="微软雅黑" panose="020B0503020204020204" pitchFamily="34" charset="-122"/>
                        <a:cs typeface="+mn-cs"/>
                        <a:sym typeface="Gill Sans"/>
                      </a:endParaRPr>
                    </a:p>
                  </a:txBody>
                  <a:tcPr marL="91463" marR="91463" marT="45729" marB="45729" anchor="ctr"/>
                </a:tc>
                <a:tc>
                  <a:txBody>
                    <a:bodyPr/>
                    <a:lstStyle/>
                    <a:p>
                      <a:pPr algn="ctr">
                        <a:buNone/>
                      </a:pPr>
                      <a:r>
                        <a:rPr lang="zh-CN" altLang="en-US" sz="1200" dirty="0">
                          <a:latin typeface="微软雅黑" panose="020B0503020204020204" pitchFamily="34" charset="-122"/>
                          <a:ea typeface="微软雅黑" panose="020B0503020204020204" pitchFamily="34" charset="-122"/>
                          <a:sym typeface="+mn-ea"/>
                        </a:rPr>
                        <a:t>Sliding table conveying structure</a:t>
                      </a:r>
                      <a:endParaRPr lang="en-US" sz="1200" kern="1200" dirty="0">
                        <a:solidFill>
                          <a:schemeClr val="tx1"/>
                        </a:solidFill>
                        <a:latin typeface="微软雅黑" panose="020B0503020204020204" pitchFamily="34" charset="-122"/>
                        <a:ea typeface="微软雅黑" panose="020B0503020204020204" pitchFamily="34" charset="-122"/>
                        <a:cs typeface="+mn-cs"/>
                        <a:sym typeface="+mn-ea"/>
                      </a:endParaRPr>
                    </a:p>
                  </a:txBody>
                  <a:tcPr marL="91463" marR="91463" marT="45729" marB="45729" anchor="ctr"/>
                </a:tc>
                <a:extLst>
                  <a:ext uri="{0D108BD9-81ED-4DB2-BD59-A6C34878D82A}">
                    <a16:rowId xmlns:a16="http://schemas.microsoft.com/office/drawing/2014/main" val="10003"/>
                  </a:ext>
                </a:extLst>
              </a:tr>
            </a:tbl>
          </a:graphicData>
        </a:graphic>
      </p:graphicFrame>
      <p:sp>
        <p:nvSpPr>
          <p:cNvPr id="4"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4.</a:t>
            </a:r>
            <a:r>
              <a:rPr lang="en-US" altLang="zh-CN" dirty="0">
                <a:sym typeface="+mn-ea"/>
              </a:rPr>
              <a:t>The key components</a:t>
            </a:r>
            <a:endParaRPr lang="en-US" altLang="zh-CN" dirty="0">
              <a:latin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nvPicPr>
        <p:blipFill>
          <a:blip r:embed="rId27">
            <a:extLst>
              <a:ext uri="{28A0092B-C50C-407E-A947-70E740481C1C}">
                <a14:useLocalDpi xmlns:a14="http://schemas.microsoft.com/office/drawing/2010/main" val="0"/>
              </a:ext>
            </a:extLst>
          </a:blip>
          <a:srcRect/>
          <a:stretch>
            <a:fillRect/>
          </a:stretch>
        </p:blipFill>
        <p:spPr>
          <a:xfrm>
            <a:off x="4795248" y="1103341"/>
            <a:ext cx="5922380" cy="4584700"/>
          </a:xfrm>
          <a:prstGeom prst="rect">
            <a:avLst/>
          </a:prstGeom>
        </p:spPr>
      </p:pic>
      <p:pic>
        <p:nvPicPr>
          <p:cNvPr id="4" name="图片 3"/>
          <p:cNvPicPr>
            <a:picLocks noChangeAspect="1"/>
          </p:cNvPicPr>
          <p:nvPr/>
        </p:nvPicPr>
        <p:blipFill>
          <a:blip r:embed="rId28" cstate="print">
            <a:extLst>
              <a:ext uri="{28A0092B-C50C-407E-A947-70E740481C1C}">
                <a14:useLocalDpi xmlns:a14="http://schemas.microsoft.com/office/drawing/2010/main" val="0"/>
              </a:ext>
            </a:extLst>
          </a:blip>
          <a:srcRect/>
          <a:stretch>
            <a:fillRect/>
          </a:stretch>
        </p:blipFill>
        <p:spPr>
          <a:xfrm>
            <a:off x="10115719" y="4686754"/>
            <a:ext cx="1573361" cy="1431639"/>
          </a:xfrm>
          <a:prstGeom prst="rect">
            <a:avLst/>
          </a:prstGeom>
        </p:spPr>
      </p:pic>
      <p:cxnSp>
        <p:nvCxnSpPr>
          <p:cNvPr id="14" name="直接箭头连接符 2"/>
          <p:cNvCxnSpPr/>
          <p:nvPr>
            <p:custDataLst>
              <p:tags r:id="rId1"/>
            </p:custDataLst>
          </p:nvPr>
        </p:nvCxnSpPr>
        <p:spPr>
          <a:xfrm>
            <a:off x="6280727" y="1522412"/>
            <a:ext cx="1113588" cy="393267"/>
          </a:xfrm>
          <a:prstGeom prst="straightConnector1">
            <a:avLst/>
          </a:prstGeom>
          <a:ln w="25400">
            <a:solidFill>
              <a:srgbClr val="1552D1"/>
            </a:solidFill>
            <a:tailEnd type="arrow"/>
          </a:ln>
        </p:spPr>
        <p:style>
          <a:lnRef idx="1">
            <a:schemeClr val="accent1"/>
          </a:lnRef>
          <a:fillRef idx="0">
            <a:schemeClr val="accent1"/>
          </a:fillRef>
          <a:effectRef idx="0">
            <a:schemeClr val="accent1"/>
          </a:effectRef>
          <a:fontRef idx="minor">
            <a:schemeClr val="tx1"/>
          </a:fontRef>
        </p:style>
      </p:cxnSp>
      <p:sp>
        <p:nvSpPr>
          <p:cNvPr id="20" name="矩形 39"/>
          <p:cNvSpPr/>
          <p:nvPr>
            <p:custDataLst>
              <p:tags r:id="rId2"/>
            </p:custDataLst>
          </p:nvPr>
        </p:nvSpPr>
        <p:spPr>
          <a:xfrm>
            <a:off x="5227003" y="876081"/>
            <a:ext cx="1767205" cy="646331"/>
          </a:xfrm>
          <a:prstGeom prst="rect">
            <a:avLst/>
          </a:prstGeom>
          <a:noFill/>
          <a:ln w="9525">
            <a:noFill/>
          </a:ln>
        </p:spPr>
        <p:txBody>
          <a:bodyPr anchor="t" anchorCtr="0">
            <a:spAutoFit/>
          </a:bodyPr>
          <a:lstStyle/>
          <a:p>
            <a:pPr eaLnBrk="0" hangingPunct="0"/>
            <a:r>
              <a:rPr lang="en-US" altLang="zh-CN" sz="1200" dirty="0">
                <a:solidFill>
                  <a:srgbClr val="1552D1"/>
                </a:solidFill>
                <a:latin typeface="Calibri" panose="020F0502020204030204" charset="0"/>
                <a:ea typeface="等线" panose="02010600030101010101" charset="-122"/>
              </a:rPr>
              <a:t>Limits datum </a:t>
            </a:r>
            <a:endParaRPr lang="zh-CN" altLang="en-US" sz="1200" dirty="0">
              <a:solidFill>
                <a:srgbClr val="1552D1"/>
              </a:solidFill>
              <a:latin typeface="Calibri" panose="020F0502020204030204" charset="0"/>
              <a:ea typeface="等线" panose="02010600030101010101" charset="-122"/>
            </a:endParaRPr>
          </a:p>
          <a:p>
            <a:pPr eaLnBrk="0" hangingPunct="0"/>
            <a:r>
              <a:rPr lang="en-US" altLang="zh-CN" sz="1200" dirty="0">
                <a:solidFill>
                  <a:srgbClr val="1552D1"/>
                </a:solidFill>
                <a:latin typeface="Calibri" panose="020F0502020204030204" charset="0"/>
                <a:ea typeface="等线" panose="02010600030101010101" charset="-122"/>
              </a:rPr>
              <a:t>(And products obligate clearance 0 mm)</a:t>
            </a:r>
            <a:endParaRPr lang="zh-CN" altLang="en-US" sz="1200" dirty="0">
              <a:solidFill>
                <a:srgbClr val="1552D1"/>
              </a:solidFill>
              <a:latin typeface="Calibri" panose="020F0502020204030204" charset="0"/>
              <a:ea typeface="等线" panose="02010600030101010101" charset="-122"/>
            </a:endParaRPr>
          </a:p>
        </p:txBody>
      </p:sp>
      <p:cxnSp>
        <p:nvCxnSpPr>
          <p:cNvPr id="21" name="直接箭头连接符 32"/>
          <p:cNvCxnSpPr/>
          <p:nvPr/>
        </p:nvCxnSpPr>
        <p:spPr>
          <a:xfrm flipH="1" flipV="1">
            <a:off x="7924165" y="2459355"/>
            <a:ext cx="1827530" cy="1634490"/>
          </a:xfrm>
          <a:prstGeom prst="straightConnector1">
            <a:avLst/>
          </a:prstGeom>
          <a:ln w="25400">
            <a:solidFill>
              <a:srgbClr val="1552D1"/>
            </a:solidFill>
            <a:tailEnd type="arrow"/>
          </a:ln>
        </p:spPr>
        <p:style>
          <a:lnRef idx="1">
            <a:schemeClr val="accent1"/>
          </a:lnRef>
          <a:fillRef idx="0">
            <a:schemeClr val="accent1"/>
          </a:fillRef>
          <a:effectRef idx="0">
            <a:schemeClr val="accent1"/>
          </a:effectRef>
          <a:fontRef idx="minor">
            <a:schemeClr val="tx1"/>
          </a:fontRef>
        </p:style>
      </p:cxnSp>
      <p:sp>
        <p:nvSpPr>
          <p:cNvPr id="23" name="矩形 39"/>
          <p:cNvSpPr/>
          <p:nvPr/>
        </p:nvSpPr>
        <p:spPr>
          <a:xfrm>
            <a:off x="9783445" y="3755972"/>
            <a:ext cx="1767205" cy="646331"/>
          </a:xfrm>
          <a:prstGeom prst="rect">
            <a:avLst/>
          </a:prstGeom>
          <a:noFill/>
          <a:ln w="9525">
            <a:noFill/>
          </a:ln>
        </p:spPr>
        <p:txBody>
          <a:bodyPr anchor="t" anchorCtr="0">
            <a:spAutoFit/>
          </a:bodyPr>
          <a:lstStyle/>
          <a:p>
            <a:pPr eaLnBrk="0" hangingPunct="0"/>
            <a:r>
              <a:rPr lang="en-US" altLang="zh-CN" sz="1200" dirty="0">
                <a:solidFill>
                  <a:srgbClr val="1552D1"/>
                </a:solidFill>
                <a:latin typeface="Calibri" panose="020F0502020204030204" charset="0"/>
                <a:ea typeface="等线" panose="02010600030101010101" charset="-122"/>
              </a:rPr>
              <a:t>Limits datum </a:t>
            </a:r>
            <a:endParaRPr lang="zh-CN" altLang="en-US" sz="1200" dirty="0">
              <a:solidFill>
                <a:srgbClr val="1552D1"/>
              </a:solidFill>
              <a:latin typeface="Calibri" panose="020F0502020204030204" charset="0"/>
              <a:ea typeface="等线" panose="02010600030101010101" charset="-122"/>
            </a:endParaRPr>
          </a:p>
          <a:p>
            <a:pPr eaLnBrk="0" hangingPunct="0"/>
            <a:r>
              <a:rPr lang="en-US" altLang="zh-CN" sz="1200" dirty="0">
                <a:solidFill>
                  <a:srgbClr val="1552D1"/>
                </a:solidFill>
                <a:latin typeface="Calibri" panose="020F0502020204030204" charset="0"/>
                <a:ea typeface="等线" panose="02010600030101010101" charset="-122"/>
              </a:rPr>
              <a:t>(And products obligate clearance </a:t>
            </a:r>
            <a:r>
              <a:rPr lang="en-US" altLang="zh-CN" sz="1200" dirty="0">
                <a:solidFill>
                  <a:srgbClr val="1552D1"/>
                </a:solidFill>
                <a:latin typeface="Calibri" panose="020F0502020204030204" charset="0"/>
                <a:ea typeface="等线" panose="02010600030101010101" charset="-122"/>
                <a:sym typeface="+mn-ea"/>
              </a:rPr>
              <a:t>0/-0.1</a:t>
            </a:r>
            <a:r>
              <a:rPr lang="en-US" altLang="zh-CN" sz="1200" dirty="0">
                <a:solidFill>
                  <a:srgbClr val="1552D1"/>
                </a:solidFill>
                <a:latin typeface="Calibri" panose="020F0502020204030204" charset="0"/>
                <a:ea typeface="等线" panose="02010600030101010101" charset="-122"/>
              </a:rPr>
              <a:t>mm)</a:t>
            </a:r>
            <a:endParaRPr lang="zh-CN" altLang="en-US" sz="1200" dirty="0">
              <a:solidFill>
                <a:srgbClr val="1552D1"/>
              </a:solidFill>
              <a:latin typeface="Calibri" panose="020F0502020204030204" charset="0"/>
              <a:ea typeface="等线" panose="02010600030101010101" charset="-122"/>
            </a:endParaRPr>
          </a:p>
        </p:txBody>
      </p:sp>
      <p:cxnSp>
        <p:nvCxnSpPr>
          <p:cNvPr id="24" name="直接箭头连接符 8"/>
          <p:cNvCxnSpPr/>
          <p:nvPr>
            <p:custDataLst>
              <p:tags r:id="rId3"/>
            </p:custDataLst>
          </p:nvPr>
        </p:nvCxnSpPr>
        <p:spPr>
          <a:xfrm flipH="1">
            <a:off x="7987665" y="1536604"/>
            <a:ext cx="851535" cy="379075"/>
          </a:xfrm>
          <a:prstGeom prst="straightConnector1">
            <a:avLst/>
          </a:prstGeom>
          <a:ln w="25400">
            <a:solidFill>
              <a:srgbClr val="1552D1"/>
            </a:solidFill>
            <a:tailEnd type="arrow"/>
          </a:ln>
        </p:spPr>
        <p:style>
          <a:lnRef idx="1">
            <a:schemeClr val="accent1"/>
          </a:lnRef>
          <a:fillRef idx="0">
            <a:schemeClr val="accent1"/>
          </a:fillRef>
          <a:effectRef idx="0">
            <a:schemeClr val="accent1"/>
          </a:effectRef>
          <a:fontRef idx="minor">
            <a:schemeClr val="tx1"/>
          </a:fontRef>
        </p:style>
      </p:cxnSp>
      <p:sp>
        <p:nvSpPr>
          <p:cNvPr id="28" name="矩形 22"/>
          <p:cNvSpPr/>
          <p:nvPr>
            <p:custDataLst>
              <p:tags r:id="rId4"/>
            </p:custDataLst>
          </p:nvPr>
        </p:nvSpPr>
        <p:spPr>
          <a:xfrm>
            <a:off x="8207375" y="890273"/>
            <a:ext cx="1669648" cy="646331"/>
          </a:xfrm>
          <a:prstGeom prst="rect">
            <a:avLst/>
          </a:prstGeom>
          <a:noFill/>
          <a:ln w="9525">
            <a:noFill/>
          </a:ln>
        </p:spPr>
        <p:txBody>
          <a:bodyPr wrap="square" anchor="t" anchorCtr="0">
            <a:spAutoFit/>
          </a:bodyPr>
          <a:lstStyle/>
          <a:p>
            <a:pPr algn="r" eaLnBrk="0" hangingPunct="0"/>
            <a:r>
              <a:rPr lang="en-US" altLang="zh-CN" sz="1200" dirty="0">
                <a:solidFill>
                  <a:srgbClr val="1552D1"/>
                </a:solidFill>
                <a:latin typeface="Calibri" panose="020F0502020204030204" charset="0"/>
                <a:ea typeface="等线" panose="02010600030101010101" charset="-122"/>
              </a:rPr>
              <a:t>Limits datum </a:t>
            </a:r>
            <a:endParaRPr lang="zh-CN" altLang="en-US" sz="1200" dirty="0">
              <a:solidFill>
                <a:srgbClr val="1552D1"/>
              </a:solidFill>
              <a:latin typeface="Calibri" panose="020F0502020204030204" charset="0"/>
              <a:ea typeface="等线" panose="02010600030101010101" charset="-122"/>
            </a:endParaRPr>
          </a:p>
          <a:p>
            <a:pPr algn="r" eaLnBrk="0" hangingPunct="0"/>
            <a:r>
              <a:rPr lang="en-US" altLang="zh-CN" sz="1200" dirty="0">
                <a:solidFill>
                  <a:srgbClr val="1552D1"/>
                </a:solidFill>
                <a:latin typeface="Calibri" panose="020F0502020204030204" charset="0"/>
                <a:ea typeface="等线" panose="02010600030101010101" charset="-122"/>
              </a:rPr>
              <a:t>(And products obligate clearance 0 mm)</a:t>
            </a:r>
            <a:endParaRPr lang="zh-CN" altLang="en-US" sz="1200" dirty="0">
              <a:solidFill>
                <a:srgbClr val="1552D1"/>
              </a:solidFill>
              <a:latin typeface="Calibri" panose="020F0502020204030204" charset="0"/>
              <a:ea typeface="等线" panose="02010600030101010101" charset="-122"/>
            </a:endParaRPr>
          </a:p>
        </p:txBody>
      </p:sp>
      <p:sp>
        <p:nvSpPr>
          <p:cNvPr id="29" name="矩形 22"/>
          <p:cNvSpPr/>
          <p:nvPr/>
        </p:nvSpPr>
        <p:spPr>
          <a:xfrm>
            <a:off x="3831590" y="3207434"/>
            <a:ext cx="1618615" cy="646331"/>
          </a:xfrm>
          <a:prstGeom prst="rect">
            <a:avLst/>
          </a:prstGeom>
          <a:noFill/>
          <a:ln w="9525">
            <a:noFill/>
          </a:ln>
        </p:spPr>
        <p:txBody>
          <a:bodyPr wrap="square" anchor="t" anchorCtr="0">
            <a:spAutoFit/>
          </a:bodyPr>
          <a:lstStyle/>
          <a:p>
            <a:pPr eaLnBrk="0" hangingPunct="0"/>
            <a:r>
              <a:rPr lang="en-US" altLang="zh-CN" sz="1200" dirty="0">
                <a:solidFill>
                  <a:srgbClr val="1552D1"/>
                </a:solidFill>
                <a:latin typeface="Calibri" panose="020F0502020204030204" charset="0"/>
                <a:ea typeface="等线" panose="02010600030101010101" charset="-122"/>
              </a:rPr>
              <a:t>Limits datum </a:t>
            </a:r>
            <a:endParaRPr lang="zh-CN" altLang="en-US" sz="1200" dirty="0">
              <a:solidFill>
                <a:srgbClr val="1552D1"/>
              </a:solidFill>
              <a:latin typeface="Calibri" panose="020F0502020204030204" charset="0"/>
              <a:ea typeface="等线" panose="02010600030101010101" charset="-122"/>
            </a:endParaRPr>
          </a:p>
          <a:p>
            <a:pPr eaLnBrk="0" hangingPunct="0"/>
            <a:r>
              <a:rPr lang="en-US" altLang="zh-CN" sz="1200" dirty="0">
                <a:solidFill>
                  <a:srgbClr val="1552D1"/>
                </a:solidFill>
                <a:latin typeface="Calibri" panose="020F0502020204030204" charset="0"/>
                <a:ea typeface="等线" panose="02010600030101010101" charset="-122"/>
              </a:rPr>
              <a:t>(And products obligate clearance 0mm)</a:t>
            </a:r>
            <a:endParaRPr lang="zh-CN" altLang="en-US" sz="1200" dirty="0">
              <a:solidFill>
                <a:srgbClr val="1552D1"/>
              </a:solidFill>
              <a:latin typeface="Calibri" panose="020F0502020204030204" charset="0"/>
              <a:ea typeface="等线" panose="02010600030101010101" charset="-122"/>
            </a:endParaRPr>
          </a:p>
        </p:txBody>
      </p:sp>
      <p:cxnSp>
        <p:nvCxnSpPr>
          <p:cNvPr id="31" name="直接箭头连接符 35"/>
          <p:cNvCxnSpPr/>
          <p:nvPr/>
        </p:nvCxnSpPr>
        <p:spPr>
          <a:xfrm flipV="1">
            <a:off x="4826466" y="2465705"/>
            <a:ext cx="2684314" cy="895350"/>
          </a:xfrm>
          <a:prstGeom prst="straightConnector1">
            <a:avLst/>
          </a:prstGeom>
          <a:ln w="25400">
            <a:solidFill>
              <a:srgbClr val="1552D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11"/>
          <p:cNvCxnSpPr/>
          <p:nvPr>
            <p:custDataLst>
              <p:tags r:id="rId5"/>
            </p:custDataLst>
          </p:nvPr>
        </p:nvCxnSpPr>
        <p:spPr>
          <a:xfrm flipH="1" flipV="1">
            <a:off x="7896860" y="3490595"/>
            <a:ext cx="1053563" cy="1156217"/>
          </a:xfrm>
          <a:prstGeom prst="straightConnector1">
            <a:avLst/>
          </a:prstGeom>
          <a:ln w="25400">
            <a:solidFill>
              <a:srgbClr val="1552D1"/>
            </a:solidFill>
            <a:tailEnd type="arrow"/>
          </a:ln>
        </p:spPr>
        <p:style>
          <a:lnRef idx="1">
            <a:schemeClr val="accent1"/>
          </a:lnRef>
          <a:fillRef idx="0">
            <a:schemeClr val="accent1"/>
          </a:fillRef>
          <a:effectRef idx="0">
            <a:schemeClr val="accent1"/>
          </a:effectRef>
          <a:fontRef idx="minor">
            <a:schemeClr val="tx1"/>
          </a:fontRef>
        </p:style>
      </p:cxnSp>
      <p:sp>
        <p:nvSpPr>
          <p:cNvPr id="39" name="矩形 22"/>
          <p:cNvSpPr/>
          <p:nvPr>
            <p:custDataLst>
              <p:tags r:id="rId6"/>
            </p:custDataLst>
          </p:nvPr>
        </p:nvSpPr>
        <p:spPr>
          <a:xfrm>
            <a:off x="8154557" y="4646812"/>
            <a:ext cx="1766570" cy="646331"/>
          </a:xfrm>
          <a:prstGeom prst="rect">
            <a:avLst/>
          </a:prstGeom>
          <a:noFill/>
          <a:ln w="9525">
            <a:noFill/>
          </a:ln>
        </p:spPr>
        <p:txBody>
          <a:bodyPr anchor="t" anchorCtr="0">
            <a:spAutoFit/>
          </a:bodyPr>
          <a:lstStyle/>
          <a:p>
            <a:pPr eaLnBrk="0" hangingPunct="0"/>
            <a:r>
              <a:rPr lang="en-US" altLang="zh-CN" sz="1200" dirty="0">
                <a:solidFill>
                  <a:srgbClr val="1552D1"/>
                </a:solidFill>
                <a:latin typeface="Calibri" panose="020F0502020204030204" charset="0"/>
                <a:ea typeface="等线" panose="02010600030101010101" charset="-122"/>
              </a:rPr>
              <a:t>Limits datum </a:t>
            </a:r>
            <a:endParaRPr lang="zh-CN" altLang="en-US" sz="1200" dirty="0">
              <a:solidFill>
                <a:srgbClr val="1552D1"/>
              </a:solidFill>
              <a:latin typeface="Calibri" panose="020F0502020204030204" charset="0"/>
              <a:ea typeface="等线" panose="02010600030101010101" charset="-122"/>
            </a:endParaRPr>
          </a:p>
          <a:p>
            <a:pPr eaLnBrk="0" hangingPunct="0"/>
            <a:r>
              <a:rPr lang="en-US" altLang="zh-CN" sz="1200" dirty="0">
                <a:solidFill>
                  <a:srgbClr val="1552D1"/>
                </a:solidFill>
                <a:latin typeface="Calibri" panose="020F0502020204030204" charset="0"/>
                <a:ea typeface="等线" panose="02010600030101010101" charset="-122"/>
              </a:rPr>
              <a:t>(And products obligate clearance 0/-0.1mm)</a:t>
            </a:r>
            <a:endParaRPr lang="zh-CN" altLang="en-US" sz="1200" dirty="0">
              <a:solidFill>
                <a:srgbClr val="1552D1"/>
              </a:solidFill>
              <a:latin typeface="Calibri" panose="020F0502020204030204" charset="0"/>
              <a:ea typeface="等线" panose="02010600030101010101" charset="-122"/>
            </a:endParaRPr>
          </a:p>
        </p:txBody>
      </p:sp>
      <p:cxnSp>
        <p:nvCxnSpPr>
          <p:cNvPr id="41" name="直接箭头连接符 14"/>
          <p:cNvCxnSpPr/>
          <p:nvPr>
            <p:custDataLst>
              <p:tags r:id="rId7"/>
            </p:custDataLst>
          </p:nvPr>
        </p:nvCxnSpPr>
        <p:spPr>
          <a:xfrm flipV="1">
            <a:off x="7104380" y="3496945"/>
            <a:ext cx="458470" cy="541655"/>
          </a:xfrm>
          <a:prstGeom prst="straightConnector1">
            <a:avLst/>
          </a:prstGeom>
          <a:ln w="25400">
            <a:solidFill>
              <a:srgbClr val="1552D1"/>
            </a:solidFill>
            <a:tailEnd type="arrow"/>
          </a:ln>
        </p:spPr>
        <p:style>
          <a:lnRef idx="1">
            <a:schemeClr val="accent1"/>
          </a:lnRef>
          <a:fillRef idx="0">
            <a:schemeClr val="accent1"/>
          </a:fillRef>
          <a:effectRef idx="0">
            <a:schemeClr val="accent1"/>
          </a:effectRef>
          <a:fontRef idx="minor">
            <a:schemeClr val="tx1"/>
          </a:fontRef>
        </p:style>
      </p:cxnSp>
      <p:sp>
        <p:nvSpPr>
          <p:cNvPr id="44" name="矩形 39"/>
          <p:cNvSpPr/>
          <p:nvPr>
            <p:custDataLst>
              <p:tags r:id="rId8"/>
            </p:custDataLst>
          </p:nvPr>
        </p:nvSpPr>
        <p:spPr>
          <a:xfrm>
            <a:off x="5815330" y="3977005"/>
            <a:ext cx="1350010" cy="830997"/>
          </a:xfrm>
          <a:prstGeom prst="rect">
            <a:avLst/>
          </a:prstGeom>
          <a:noFill/>
          <a:ln w="9525">
            <a:noFill/>
          </a:ln>
        </p:spPr>
        <p:txBody>
          <a:bodyPr wrap="square" anchor="t" anchorCtr="0">
            <a:spAutoFit/>
          </a:bodyPr>
          <a:lstStyle/>
          <a:p>
            <a:pPr eaLnBrk="0" hangingPunct="0"/>
            <a:r>
              <a:rPr lang="en-US" altLang="zh-CN" sz="1200" dirty="0">
                <a:solidFill>
                  <a:srgbClr val="1552D1"/>
                </a:solidFill>
                <a:latin typeface="Calibri" panose="020F0502020204030204" charset="0"/>
                <a:ea typeface="等线" panose="02010600030101010101" charset="-122"/>
              </a:rPr>
              <a:t>Limits datum </a:t>
            </a:r>
            <a:endParaRPr lang="zh-CN" altLang="en-US" sz="1200" dirty="0">
              <a:solidFill>
                <a:srgbClr val="1552D1"/>
              </a:solidFill>
              <a:latin typeface="Calibri" panose="020F0502020204030204" charset="0"/>
              <a:ea typeface="等线" panose="02010600030101010101" charset="-122"/>
            </a:endParaRPr>
          </a:p>
          <a:p>
            <a:pPr eaLnBrk="0" hangingPunct="0"/>
            <a:r>
              <a:rPr lang="en-US" altLang="zh-CN" sz="1200" dirty="0">
                <a:solidFill>
                  <a:srgbClr val="1552D1"/>
                </a:solidFill>
                <a:latin typeface="Calibri" panose="020F0502020204030204" charset="0"/>
                <a:ea typeface="等线" panose="02010600030101010101" charset="-122"/>
              </a:rPr>
              <a:t>(And products obligate clearance </a:t>
            </a:r>
            <a:r>
              <a:rPr lang="en-US" altLang="zh-CN" sz="1200" dirty="0">
                <a:solidFill>
                  <a:srgbClr val="1552D1"/>
                </a:solidFill>
                <a:latin typeface="Calibri" panose="020F0502020204030204" charset="0"/>
                <a:ea typeface="等线" panose="02010600030101010101" charset="-122"/>
                <a:sym typeface="+mn-ea"/>
              </a:rPr>
              <a:t>0/-0.1</a:t>
            </a:r>
            <a:r>
              <a:rPr lang="en-US" altLang="zh-CN" sz="1200" dirty="0">
                <a:solidFill>
                  <a:srgbClr val="1552D1"/>
                </a:solidFill>
                <a:latin typeface="Calibri" panose="020F0502020204030204" charset="0"/>
                <a:ea typeface="等线" panose="02010600030101010101" charset="-122"/>
              </a:rPr>
              <a:t>mm)</a:t>
            </a:r>
            <a:endParaRPr lang="zh-CN" altLang="en-US" sz="1200" dirty="0">
              <a:solidFill>
                <a:srgbClr val="1552D1"/>
              </a:solidFill>
              <a:latin typeface="Calibri" panose="020F0502020204030204" charset="0"/>
              <a:ea typeface="等线" panose="02010600030101010101" charset="-122"/>
            </a:endParaRPr>
          </a:p>
        </p:txBody>
      </p:sp>
      <p:cxnSp>
        <p:nvCxnSpPr>
          <p:cNvPr id="45" name="直接箭头连接符 20"/>
          <p:cNvCxnSpPr/>
          <p:nvPr>
            <p:custDataLst>
              <p:tags r:id="rId9"/>
            </p:custDataLst>
          </p:nvPr>
        </p:nvCxnSpPr>
        <p:spPr>
          <a:xfrm flipV="1">
            <a:off x="7036435" y="4746625"/>
            <a:ext cx="526415" cy="71882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6" name="文本框 45"/>
          <p:cNvSpPr txBox="1"/>
          <p:nvPr>
            <p:custDataLst>
              <p:tags r:id="rId10"/>
            </p:custDataLst>
          </p:nvPr>
        </p:nvSpPr>
        <p:spPr>
          <a:xfrm>
            <a:off x="5748395" y="5465445"/>
            <a:ext cx="1645920" cy="275590"/>
          </a:xfrm>
          <a:prstGeom prst="rect">
            <a:avLst/>
          </a:prstGeom>
          <a:noFill/>
          <a:ln w="9525">
            <a:noFill/>
          </a:ln>
        </p:spPr>
        <p:txBody>
          <a:bodyPr wrap="none" anchor="t" anchorCtr="0">
            <a:spAutoFit/>
          </a:bodyPr>
          <a:lstStyle/>
          <a:p>
            <a:pPr eaLnBrk="0" hangingPunct="0"/>
            <a:r>
              <a:rPr lang="en-US" altLang="zh-CN" sz="1200" dirty="0">
                <a:latin typeface="Calibri" panose="020F0502020204030204" charset="0"/>
                <a:ea typeface="宋体" panose="02010600030101010101" pitchFamily="2" charset="-122"/>
              </a:rPr>
              <a:t>Front pusher force 38 N</a:t>
            </a:r>
            <a:endParaRPr lang="zh-CN" altLang="en-US" sz="1200" dirty="0">
              <a:latin typeface="Calibri" panose="020F0502020204030204" charset="0"/>
              <a:ea typeface="宋体" panose="02010600030101010101" pitchFamily="2" charset="-122"/>
            </a:endParaRPr>
          </a:p>
        </p:txBody>
      </p:sp>
      <p:cxnSp>
        <p:nvCxnSpPr>
          <p:cNvPr id="47" name="直接箭头连接符 18"/>
          <p:cNvCxnSpPr/>
          <p:nvPr>
            <p:custDataLst>
              <p:tags r:id="rId11"/>
            </p:custDataLst>
          </p:nvPr>
        </p:nvCxnSpPr>
        <p:spPr>
          <a:xfrm flipH="1" flipV="1">
            <a:off x="10417408" y="5746918"/>
            <a:ext cx="94615" cy="42672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8" name="文本框 45"/>
          <p:cNvSpPr txBox="1"/>
          <p:nvPr>
            <p:custDataLst>
              <p:tags r:id="rId12"/>
            </p:custDataLst>
          </p:nvPr>
        </p:nvSpPr>
        <p:spPr>
          <a:xfrm>
            <a:off x="9986243" y="6118393"/>
            <a:ext cx="1185545" cy="275590"/>
          </a:xfrm>
          <a:prstGeom prst="rect">
            <a:avLst/>
          </a:prstGeom>
          <a:noFill/>
          <a:ln w="9525">
            <a:noFill/>
          </a:ln>
        </p:spPr>
        <p:txBody>
          <a:bodyPr wrap="none" anchor="t" anchorCtr="0">
            <a:spAutoFit/>
          </a:bodyPr>
          <a:lstStyle/>
          <a:p>
            <a:pPr algn="ctr" eaLnBrk="0" hangingPunct="0"/>
            <a:r>
              <a:rPr lang="en-US" altLang="zh-CN" sz="1200" dirty="0">
                <a:latin typeface="Calibri" panose="020F0502020204030204" charset="0"/>
                <a:ea typeface="宋体" panose="02010600030101010101" pitchFamily="2" charset="-122"/>
              </a:rPr>
              <a:t>Push force 38 N </a:t>
            </a:r>
            <a:endParaRPr lang="zh-CN" altLang="en-US" sz="1200" dirty="0">
              <a:latin typeface="Calibri" panose="020F0502020204030204" charset="0"/>
              <a:ea typeface="宋体" panose="02010600030101010101" pitchFamily="2" charset="-122"/>
            </a:endParaRPr>
          </a:p>
        </p:txBody>
      </p:sp>
      <p:grpSp>
        <p:nvGrpSpPr>
          <p:cNvPr id="11" name="组合 10"/>
          <p:cNvGrpSpPr/>
          <p:nvPr/>
        </p:nvGrpSpPr>
        <p:grpSpPr>
          <a:xfrm>
            <a:off x="502920" y="1187450"/>
            <a:ext cx="3349625" cy="4633595"/>
            <a:chOff x="7711" y="1590"/>
            <a:chExt cx="5275" cy="7297"/>
          </a:xfrm>
        </p:grpSpPr>
        <p:pic>
          <p:nvPicPr>
            <p:cNvPr id="9" name="图片 8"/>
            <p:cNvPicPr>
              <a:picLocks noChangeAspect="1"/>
            </p:cNvPicPr>
            <p:nvPr/>
          </p:nvPicPr>
          <p:blipFill>
            <a:blip r:embed="rId29">
              <a:extLst>
                <a:ext uri="{28A0092B-C50C-407E-A947-70E740481C1C}">
                  <a14:useLocalDpi xmlns:a14="http://schemas.microsoft.com/office/drawing/2010/main" val="0"/>
                </a:ext>
              </a:extLst>
            </a:blip>
            <a:srcRect/>
            <a:stretch>
              <a:fillRect/>
            </a:stretch>
          </p:blipFill>
          <p:spPr>
            <a:xfrm>
              <a:off x="7711" y="1590"/>
              <a:ext cx="5275" cy="7297"/>
            </a:xfrm>
            <a:prstGeom prst="rect">
              <a:avLst/>
            </a:prstGeom>
          </p:spPr>
        </p:pic>
        <p:cxnSp>
          <p:nvCxnSpPr>
            <p:cNvPr id="10" name="直接箭头连接符 91"/>
            <p:cNvCxnSpPr/>
            <p:nvPr/>
          </p:nvCxnSpPr>
          <p:spPr>
            <a:xfrm>
              <a:off x="9998" y="3101"/>
              <a:ext cx="0" cy="4222"/>
            </a:xfrm>
            <a:prstGeom prst="straightConnector1">
              <a:avLst/>
            </a:prstGeom>
            <a:ln w="76200">
              <a:solidFill>
                <a:srgbClr val="00FF00"/>
              </a:solidFill>
              <a:prstDash val="sysDot"/>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16" name="椭圆 87"/>
            <p:cNvSpPr/>
            <p:nvPr/>
          </p:nvSpPr>
          <p:spPr>
            <a:xfrm>
              <a:off x="8696" y="1642"/>
              <a:ext cx="700" cy="540"/>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lIns="44604" tIns="44604" rIns="44604" bIns="44604" anchor="ctr">
              <a:spAutoFit/>
            </a:bodyPr>
            <a:lstStyle/>
            <a:p>
              <a:pPr marL="0" marR="0" lvl="0" indent="0" algn="ctr" defTabSz="825500" rtl="0" eaLnBrk="1" fontAlgn="base" latinLnBrk="1" hangingPunct="0">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Light"/>
                </a:rPr>
                <a:t>3</a:t>
              </a:r>
            </a:p>
          </p:txBody>
        </p:sp>
        <p:sp>
          <p:nvSpPr>
            <p:cNvPr id="17" name="椭圆 87"/>
            <p:cNvSpPr/>
            <p:nvPr/>
          </p:nvSpPr>
          <p:spPr>
            <a:xfrm>
              <a:off x="9225" y="3490"/>
              <a:ext cx="700" cy="541"/>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lIns="44604" tIns="44604" rIns="44604" bIns="44604" anchor="ctr">
              <a:spAutoFit/>
            </a:bodyPr>
            <a:lstStyle/>
            <a:p>
              <a:pPr marL="0" marR="0" lvl="0" indent="0" algn="ctr" defTabSz="825500" rtl="0" eaLnBrk="1" fontAlgn="base" latinLnBrk="1" hangingPunct="0">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Light"/>
                </a:rPr>
                <a:t>2</a:t>
              </a:r>
            </a:p>
          </p:txBody>
        </p:sp>
        <p:sp>
          <p:nvSpPr>
            <p:cNvPr id="18" name="椭圆 87"/>
            <p:cNvSpPr/>
            <p:nvPr/>
          </p:nvSpPr>
          <p:spPr>
            <a:xfrm>
              <a:off x="10071" y="7323"/>
              <a:ext cx="700" cy="541"/>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lIns="44604" tIns="44604" rIns="44604" bIns="44604" anchor="ctr">
              <a:spAutoFit/>
            </a:bodyPr>
            <a:lstStyle/>
            <a:p>
              <a:pPr marL="0" marR="0" lvl="0" indent="0" algn="ctr" defTabSz="825500" rtl="0" eaLnBrk="1" fontAlgn="base" latinLnBrk="1" hangingPunct="0">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Light"/>
                </a:rPr>
                <a:t>1</a:t>
              </a:r>
            </a:p>
          </p:txBody>
        </p:sp>
      </p:grpSp>
      <p:sp>
        <p:nvSpPr>
          <p:cNvPr id="2" name="文本框 1"/>
          <p:cNvSpPr txBox="1"/>
          <p:nvPr>
            <p:custDataLst>
              <p:tags r:id="rId13"/>
            </p:custDataLst>
          </p:nvPr>
        </p:nvSpPr>
        <p:spPr>
          <a:xfrm>
            <a:off x="301059" y="768252"/>
            <a:ext cx="4265506" cy="369332"/>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t>4.3-1 </a:t>
            </a:r>
            <a:r>
              <a:rPr lang="zh-CN" altLang="en-US" sz="1800" b="1" dirty="0"/>
              <a:t>Secondary positioning</a:t>
            </a:r>
          </a:p>
        </p:txBody>
      </p:sp>
      <p:sp>
        <p:nvSpPr>
          <p:cNvPr id="12291" name="灯片编号占位符 3"/>
          <p:cNvSpPr>
            <a:spLocks noGrp="1" noChangeArrowheads="1"/>
          </p:cNvSpPr>
          <p:nvPr>
            <p:custDataLst>
              <p:tags r:id="rId14"/>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12</a:t>
            </a:fld>
            <a:endParaRPr lang="zh-TW" altLang="en-US" sz="1400">
              <a:solidFill>
                <a:srgbClr val="898989"/>
              </a:solidFill>
              <a:latin typeface="Arial" panose="020B0604020202020204" pitchFamily="34" charset="0"/>
              <a:ea typeface="微软雅黑" panose="020B0503020204020204" pitchFamily="34" charset="-122"/>
            </a:endParaRPr>
          </a:p>
        </p:txBody>
      </p:sp>
      <p:sp>
        <p:nvSpPr>
          <p:cNvPr id="36867" name="矩形 41"/>
          <p:cNvSpPr/>
          <p:nvPr/>
        </p:nvSpPr>
        <p:spPr>
          <a:xfrm>
            <a:off x="4841558" y="6262688"/>
            <a:ext cx="3713162" cy="400050"/>
          </a:xfrm>
          <a:prstGeom prst="rect">
            <a:avLst/>
          </a:prstGeom>
          <a:noFill/>
          <a:ln w="9525">
            <a:noFill/>
          </a:ln>
        </p:spPr>
        <p:txBody>
          <a:bodyPr anchor="t" anchorCtr="0">
            <a:spAutoFit/>
          </a:bodyPr>
          <a:lstStyle/>
          <a:p>
            <a:pPr eaLnBrk="0" hangingPunct="0"/>
            <a:r>
              <a:rPr lang="en-US" altLang="zh-CN" sz="2000" dirty="0">
                <a:latin typeface="Calibri" panose="020F0502020204030204" charset="0"/>
                <a:ea typeface="等线" panose="02010600030101010101" charset="-122"/>
              </a:rPr>
              <a:t>Alignment features with tolerance</a:t>
            </a:r>
            <a:endParaRPr lang="zh-CN" altLang="en-US" sz="2000" dirty="0">
              <a:latin typeface="Calibri" panose="020F0502020204030204" charset="0"/>
              <a:ea typeface="等线" panose="02010600030101010101" charset="-122"/>
            </a:endParaRPr>
          </a:p>
        </p:txBody>
      </p:sp>
      <p:sp>
        <p:nvSpPr>
          <p:cNvPr id="3"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4.</a:t>
            </a:r>
            <a:r>
              <a:rPr lang="en-US" altLang="zh-CN" dirty="0">
                <a:sym typeface="+mn-ea"/>
              </a:rPr>
              <a:t>The key components</a:t>
            </a:r>
            <a:endParaRPr lang="en-US" altLang="zh-CN" dirty="0">
              <a:latin typeface="+mn-lt"/>
            </a:endParaRPr>
          </a:p>
        </p:txBody>
      </p:sp>
      <p:sp>
        <p:nvSpPr>
          <p:cNvPr id="6"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30" name="文本框 29"/>
          <p:cNvSpPr txBox="1"/>
          <p:nvPr>
            <p:custDataLst>
              <p:tags r:id="rId15"/>
            </p:custDataLst>
          </p:nvPr>
        </p:nvSpPr>
        <p:spPr>
          <a:xfrm>
            <a:off x="3881400" y="1255606"/>
            <a:ext cx="1370330" cy="460375"/>
          </a:xfrm>
          <a:prstGeom prst="rect">
            <a:avLst/>
          </a:prstGeom>
          <a:noFill/>
          <a:ln w="9525">
            <a:noFill/>
          </a:ln>
        </p:spPr>
        <p:txBody>
          <a:bodyPr wrap="none" anchor="t" anchorCtr="0">
            <a:spAutoFit/>
          </a:bodyPr>
          <a:lstStyle/>
          <a:p>
            <a:pPr algn="ctr" eaLnBrk="0" hangingPunct="0"/>
            <a:r>
              <a:rPr lang="en-US" altLang="zh-CN" sz="1200" dirty="0">
                <a:latin typeface="Calibri" panose="020F0502020204030204" charset="0"/>
                <a:ea typeface="宋体" panose="02010600030101010101" pitchFamily="2" charset="-122"/>
              </a:rPr>
              <a:t>Compression force </a:t>
            </a:r>
          </a:p>
          <a:p>
            <a:pPr algn="ctr" eaLnBrk="0" hangingPunct="0"/>
            <a:r>
              <a:rPr lang="en-US" altLang="zh-CN" sz="1200" dirty="0">
                <a:latin typeface="Calibri" panose="020F0502020204030204" charset="0"/>
                <a:ea typeface="宋体" panose="02010600030101010101" pitchFamily="2" charset="-122"/>
              </a:rPr>
              <a:t>62.8~377 N</a:t>
            </a:r>
            <a:endParaRPr lang="zh-CN" altLang="en-US" sz="1200" dirty="0">
              <a:latin typeface="Calibri" panose="020F0502020204030204" charset="0"/>
              <a:ea typeface="宋体" panose="02010600030101010101" pitchFamily="2" charset="-122"/>
            </a:endParaRPr>
          </a:p>
        </p:txBody>
      </p:sp>
      <p:sp>
        <p:nvSpPr>
          <p:cNvPr id="37" name="文本框 36"/>
          <p:cNvSpPr txBox="1"/>
          <p:nvPr>
            <p:custDataLst>
              <p:tags r:id="rId16"/>
            </p:custDataLst>
          </p:nvPr>
        </p:nvSpPr>
        <p:spPr>
          <a:xfrm>
            <a:off x="10389333" y="3270885"/>
            <a:ext cx="1370330" cy="460375"/>
          </a:xfrm>
          <a:prstGeom prst="rect">
            <a:avLst/>
          </a:prstGeom>
          <a:noFill/>
          <a:ln w="9525">
            <a:noFill/>
          </a:ln>
        </p:spPr>
        <p:txBody>
          <a:bodyPr wrap="none" anchor="t" anchorCtr="0">
            <a:spAutoFit/>
          </a:bodyPr>
          <a:lstStyle/>
          <a:p>
            <a:pPr algn="ctr" eaLnBrk="0" hangingPunct="0"/>
            <a:r>
              <a:rPr lang="en-US" altLang="zh-CN" sz="1200" dirty="0">
                <a:latin typeface="Calibri" panose="020F0502020204030204" charset="0"/>
                <a:ea typeface="宋体" panose="02010600030101010101" pitchFamily="2" charset="-122"/>
              </a:rPr>
              <a:t>Compression force </a:t>
            </a:r>
          </a:p>
          <a:p>
            <a:pPr algn="ctr" eaLnBrk="0" hangingPunct="0"/>
            <a:r>
              <a:rPr lang="en-US" altLang="zh-CN" sz="1200" dirty="0">
                <a:latin typeface="Calibri" panose="020F0502020204030204" charset="0"/>
                <a:ea typeface="宋体" panose="02010600030101010101" pitchFamily="2" charset="-122"/>
              </a:rPr>
              <a:t>62.8~377 N</a:t>
            </a:r>
            <a:endParaRPr lang="zh-CN" altLang="en-US" sz="1200" dirty="0">
              <a:latin typeface="Calibri" panose="020F0502020204030204" charset="0"/>
              <a:ea typeface="宋体" panose="02010600030101010101" pitchFamily="2" charset="-122"/>
            </a:endParaRPr>
          </a:p>
        </p:txBody>
      </p:sp>
      <p:cxnSp>
        <p:nvCxnSpPr>
          <p:cNvPr id="40" name="直接箭头连接符 20"/>
          <p:cNvCxnSpPr>
            <a:stCxn id="37" idx="0"/>
          </p:cNvCxnSpPr>
          <p:nvPr>
            <p:custDataLst>
              <p:tags r:id="rId17"/>
            </p:custDataLst>
          </p:nvPr>
        </p:nvCxnSpPr>
        <p:spPr>
          <a:xfrm flipH="1" flipV="1">
            <a:off x="10377170" y="2831465"/>
            <a:ext cx="697328" cy="43942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20"/>
          <p:cNvCxnSpPr>
            <a:stCxn id="30" idx="2"/>
          </p:cNvCxnSpPr>
          <p:nvPr>
            <p:custDataLst>
              <p:tags r:id="rId18"/>
            </p:custDataLst>
          </p:nvPr>
        </p:nvCxnSpPr>
        <p:spPr>
          <a:xfrm>
            <a:off x="4566565" y="1715981"/>
            <a:ext cx="314977" cy="344997"/>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49" name="图片 48"/>
          <p:cNvPicPr>
            <a:picLocks noChangeAspect="1"/>
          </p:cNvPicPr>
          <p:nvPr/>
        </p:nvPicPr>
        <p:blipFill>
          <a:blip r:embed="rId30" cstate="print">
            <a:extLst>
              <a:ext uri="{28A0092B-C50C-407E-A947-70E740481C1C}">
                <a14:useLocalDpi xmlns:a14="http://schemas.microsoft.com/office/drawing/2010/main" val="0"/>
              </a:ext>
            </a:extLst>
          </a:blip>
          <a:srcRect l="20104" t="16787" r="9884" b="5493"/>
          <a:stretch>
            <a:fillRect/>
          </a:stretch>
        </p:blipFill>
        <p:spPr>
          <a:xfrm>
            <a:off x="3745230" y="3846674"/>
            <a:ext cx="1978795" cy="1643661"/>
          </a:xfrm>
          <a:prstGeom prst="rect">
            <a:avLst/>
          </a:prstGeom>
        </p:spPr>
      </p:pic>
      <p:sp>
        <p:nvSpPr>
          <p:cNvPr id="50" name="文本框 36"/>
          <p:cNvSpPr txBox="1"/>
          <p:nvPr>
            <p:custDataLst>
              <p:tags r:id="rId19"/>
            </p:custDataLst>
          </p:nvPr>
        </p:nvSpPr>
        <p:spPr>
          <a:xfrm>
            <a:off x="4308475" y="5908675"/>
            <a:ext cx="1326515" cy="460375"/>
          </a:xfrm>
          <a:prstGeom prst="rect">
            <a:avLst/>
          </a:prstGeom>
          <a:noFill/>
          <a:ln w="9525">
            <a:noFill/>
          </a:ln>
        </p:spPr>
        <p:txBody>
          <a:bodyPr wrap="square" anchor="t" anchorCtr="0">
            <a:spAutoFit/>
          </a:bodyPr>
          <a:lstStyle/>
          <a:p>
            <a:pPr eaLnBrk="0" hangingPunct="0"/>
            <a:r>
              <a:rPr lang="en-US" altLang="zh-CN" sz="1200" b="1" dirty="0">
                <a:latin typeface="Calibri" panose="020F0502020204030204" charset="0"/>
                <a:ea typeface="等线" panose="02010600030101010101" charset="-122"/>
              </a:rPr>
              <a:t>Profiling holder:</a:t>
            </a:r>
          </a:p>
          <a:p>
            <a:pPr eaLnBrk="0" hangingPunct="0"/>
            <a:r>
              <a:rPr lang="zh-CN" altLang="en-US" sz="1200" b="1" dirty="0">
                <a:latin typeface="Calibri" panose="020F0502020204030204" charset="0"/>
                <a:ea typeface="宋体" panose="02010600030101010101" pitchFamily="2" charset="-122"/>
                <a:sym typeface="等线" panose="02010600030101010101" charset="-122"/>
              </a:rPr>
              <a:t>Locating pin hole</a:t>
            </a:r>
            <a:endParaRPr lang="en-US" altLang="zh-CN" sz="1200" b="1" dirty="0">
              <a:solidFill>
                <a:srgbClr val="0000FF"/>
              </a:solidFill>
              <a:latin typeface="Calibri" panose="020F0502020204030204" charset="0"/>
              <a:ea typeface="等线" panose="02010600030101010101" charset="-122"/>
            </a:endParaRPr>
          </a:p>
        </p:txBody>
      </p:sp>
      <p:cxnSp>
        <p:nvCxnSpPr>
          <p:cNvPr id="52" name="直接箭头连接符 34"/>
          <p:cNvCxnSpPr/>
          <p:nvPr>
            <p:custDataLst>
              <p:tags r:id="rId20"/>
            </p:custDataLst>
          </p:nvPr>
        </p:nvCxnSpPr>
        <p:spPr>
          <a:xfrm>
            <a:off x="4160520" y="4411824"/>
            <a:ext cx="681038" cy="14968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custDataLst>
              <p:tags r:id="rId21"/>
            </p:custDataLst>
          </p:nvPr>
        </p:nvCxnSpPr>
        <p:spPr>
          <a:xfrm flipH="1" flipV="1">
            <a:off x="8150976" y="2809734"/>
            <a:ext cx="1976602" cy="2334541"/>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4" name="文本框 45"/>
          <p:cNvSpPr txBox="1"/>
          <p:nvPr>
            <p:custDataLst>
              <p:tags r:id="rId22"/>
            </p:custDataLst>
          </p:nvPr>
        </p:nvSpPr>
        <p:spPr>
          <a:xfrm>
            <a:off x="10012913" y="4454058"/>
            <a:ext cx="1687195" cy="275590"/>
          </a:xfrm>
          <a:prstGeom prst="rect">
            <a:avLst/>
          </a:prstGeom>
          <a:noFill/>
          <a:ln w="9525">
            <a:noFill/>
          </a:ln>
        </p:spPr>
        <p:txBody>
          <a:bodyPr wrap="none" anchor="t" anchorCtr="0">
            <a:spAutoFit/>
          </a:bodyPr>
          <a:lstStyle/>
          <a:p>
            <a:pPr algn="ctr" eaLnBrk="0" hangingPunct="0"/>
            <a:r>
              <a:rPr lang="zh-CN" altLang="en-US" sz="1200">
                <a:sym typeface="+mn-ea"/>
              </a:rPr>
              <a:t>Lower side positioning</a:t>
            </a:r>
          </a:p>
        </p:txBody>
      </p:sp>
      <p:cxnSp>
        <p:nvCxnSpPr>
          <p:cNvPr id="19" name="直接箭头连接符 20"/>
          <p:cNvCxnSpPr/>
          <p:nvPr>
            <p:custDataLst>
              <p:tags r:id="rId23"/>
            </p:custDataLst>
          </p:nvPr>
        </p:nvCxnSpPr>
        <p:spPr>
          <a:xfrm flipH="1">
            <a:off x="5115243" y="5000221"/>
            <a:ext cx="16904" cy="90845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20"/>
          <p:cNvCxnSpPr/>
          <p:nvPr>
            <p:custDataLst>
              <p:tags r:id="rId24"/>
            </p:custDataLst>
          </p:nvPr>
        </p:nvCxnSpPr>
        <p:spPr>
          <a:xfrm flipH="1">
            <a:off x="4196346" y="4366749"/>
            <a:ext cx="16904" cy="90845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0"/>
          <a:stretch>
            <a:fillRect/>
          </a:stretch>
        </p:blipFill>
        <p:spPr>
          <a:xfrm>
            <a:off x="4015105" y="1187450"/>
            <a:ext cx="3032760" cy="4672330"/>
          </a:xfrm>
          <a:prstGeom prst="rect">
            <a:avLst/>
          </a:prstGeom>
        </p:spPr>
      </p:pic>
      <p:grpSp>
        <p:nvGrpSpPr>
          <p:cNvPr id="8" name="组合 7"/>
          <p:cNvGrpSpPr/>
          <p:nvPr/>
        </p:nvGrpSpPr>
        <p:grpSpPr>
          <a:xfrm>
            <a:off x="438150" y="1222375"/>
            <a:ext cx="3103880" cy="5109210"/>
            <a:chOff x="7606" y="1483"/>
            <a:chExt cx="4888" cy="8046"/>
          </a:xfrm>
        </p:grpSpPr>
        <p:pic>
          <p:nvPicPr>
            <p:cNvPr id="4" name="图片 3"/>
            <p:cNvPicPr>
              <a:picLocks noChangeAspect="1"/>
            </p:cNvPicPr>
            <p:nvPr/>
          </p:nvPicPr>
          <p:blipFill>
            <a:blip r:embed="rId11"/>
            <a:stretch>
              <a:fillRect/>
            </a:stretch>
          </p:blipFill>
          <p:spPr>
            <a:xfrm>
              <a:off x="7606" y="1483"/>
              <a:ext cx="4889" cy="8047"/>
            </a:xfrm>
            <a:prstGeom prst="rect">
              <a:avLst/>
            </a:prstGeom>
          </p:spPr>
        </p:pic>
        <p:cxnSp>
          <p:nvCxnSpPr>
            <p:cNvPr id="6" name="直接箭头连接符 91"/>
            <p:cNvCxnSpPr/>
            <p:nvPr/>
          </p:nvCxnSpPr>
          <p:spPr>
            <a:xfrm>
              <a:off x="10018" y="3101"/>
              <a:ext cx="0" cy="4222"/>
            </a:xfrm>
            <a:prstGeom prst="straightConnector1">
              <a:avLst/>
            </a:prstGeom>
            <a:ln w="76200">
              <a:solidFill>
                <a:srgbClr val="00FF00"/>
              </a:solidFill>
              <a:prstDash val="sysDot"/>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9" name="椭圆 87"/>
            <p:cNvSpPr/>
            <p:nvPr/>
          </p:nvSpPr>
          <p:spPr>
            <a:xfrm>
              <a:off x="8515" y="1483"/>
              <a:ext cx="700" cy="540"/>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lIns="44604" tIns="44604" rIns="44604" bIns="44604" anchor="ctr">
              <a:spAutoFit/>
            </a:bodyPr>
            <a:lstStyle/>
            <a:p>
              <a:pPr marL="0" marR="0" lvl="0" indent="0" algn="ctr" defTabSz="825500" rtl="0" eaLnBrk="1" fontAlgn="base" latinLnBrk="1" hangingPunct="0">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Light"/>
                </a:rPr>
                <a:t>3</a:t>
              </a:r>
            </a:p>
          </p:txBody>
        </p:sp>
        <p:sp>
          <p:nvSpPr>
            <p:cNvPr id="26" name="椭圆 87"/>
            <p:cNvSpPr/>
            <p:nvPr/>
          </p:nvSpPr>
          <p:spPr>
            <a:xfrm>
              <a:off x="9226" y="3244"/>
              <a:ext cx="700" cy="541"/>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lIns="44604" tIns="44604" rIns="44604" bIns="44604" anchor="ctr">
              <a:spAutoFit/>
            </a:bodyPr>
            <a:lstStyle/>
            <a:p>
              <a:pPr marL="0" marR="0" lvl="0" indent="0" algn="ctr" defTabSz="825500" rtl="0" eaLnBrk="1" fontAlgn="base" latinLnBrk="1" hangingPunct="0">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Light"/>
                </a:rPr>
                <a:t>2</a:t>
              </a:r>
            </a:p>
          </p:txBody>
        </p:sp>
        <p:sp>
          <p:nvSpPr>
            <p:cNvPr id="28" name="椭圆 87"/>
            <p:cNvSpPr/>
            <p:nvPr/>
          </p:nvSpPr>
          <p:spPr>
            <a:xfrm>
              <a:off x="9995" y="7224"/>
              <a:ext cx="700" cy="541"/>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lIns="44604" tIns="44604" rIns="44604" bIns="44604" anchor="ctr">
              <a:spAutoFit/>
            </a:bodyPr>
            <a:lstStyle/>
            <a:p>
              <a:pPr marL="0" marR="0" lvl="0" indent="0" algn="ctr" defTabSz="825500" rtl="0" eaLnBrk="1" fontAlgn="base" latinLnBrk="1" hangingPunct="0">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Light"/>
                </a:rPr>
                <a:t>1</a:t>
              </a:r>
            </a:p>
          </p:txBody>
        </p:sp>
      </p:grpSp>
      <p:sp>
        <p:nvSpPr>
          <p:cNvPr id="2" name="文本框 1"/>
          <p:cNvSpPr txBox="1"/>
          <p:nvPr>
            <p:custDataLst>
              <p:tags r:id="rId1"/>
            </p:custDataLst>
          </p:nvPr>
        </p:nvSpPr>
        <p:spPr>
          <a:xfrm>
            <a:off x="300990" y="768350"/>
            <a:ext cx="5606415"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t>4.3-2 </a:t>
            </a:r>
            <a:r>
              <a:rPr sz="1800" b="1" dirty="0"/>
              <a:t>Pressing positions</a:t>
            </a:r>
            <a:r>
              <a:rPr lang="en-US" sz="1800" b="1" dirty="0"/>
              <a:t>-1</a:t>
            </a:r>
            <a:endParaRPr sz="1800" b="1" dirty="0"/>
          </a:p>
        </p:txBody>
      </p:sp>
      <p:sp>
        <p:nvSpPr>
          <p:cNvPr id="12291" name="灯片编号占位符 3"/>
          <p:cNvSpPr>
            <a:spLocks noGrp="1" noChangeArrowheads="1"/>
          </p:cNvSpPr>
          <p:nvPr>
            <p:custDataLst>
              <p:tags r:id="rId2"/>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13</a:t>
            </a:fld>
            <a:endParaRPr lang="zh-TW" altLang="en-US" sz="1400">
              <a:solidFill>
                <a:srgbClr val="898989"/>
              </a:solidFill>
              <a:latin typeface="Arial" panose="020B0604020202020204" pitchFamily="34" charset="0"/>
              <a:ea typeface="微软雅黑" panose="020B0503020204020204" pitchFamily="34" charset="-122"/>
            </a:endParaRPr>
          </a:p>
        </p:txBody>
      </p:sp>
      <p:sp>
        <p:nvSpPr>
          <p:cNvPr id="5"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pic>
        <p:nvPicPr>
          <p:cNvPr id="35841" name="图片 2"/>
          <p:cNvPicPr>
            <a:picLocks noChangeAspect="1"/>
          </p:cNvPicPr>
          <p:nvPr/>
        </p:nvPicPr>
        <p:blipFill>
          <a:blip r:embed="rId12"/>
          <a:stretch>
            <a:fillRect/>
          </a:stretch>
        </p:blipFill>
        <p:spPr>
          <a:xfrm>
            <a:off x="7511415" y="1228424"/>
            <a:ext cx="3948430" cy="2194560"/>
          </a:xfrm>
          <a:prstGeom prst="rect">
            <a:avLst/>
          </a:prstGeom>
          <a:noFill/>
          <a:ln w="9525">
            <a:noFill/>
          </a:ln>
        </p:spPr>
      </p:pic>
      <p:sp>
        <p:nvSpPr>
          <p:cNvPr id="10" name="椭圆 9"/>
          <p:cNvSpPr/>
          <p:nvPr>
            <p:custDataLst>
              <p:tags r:id="rId3"/>
            </p:custDataLst>
          </p:nvPr>
        </p:nvSpPr>
        <p:spPr>
          <a:xfrm>
            <a:off x="10730254" y="2761705"/>
            <a:ext cx="370073" cy="415351"/>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panose="020F0502020204030204" charset="0"/>
              <a:cs typeface="Calibri" panose="020F0502020204030204" charset="0"/>
            </a:endParaRPr>
          </a:p>
        </p:txBody>
      </p:sp>
      <p:graphicFrame>
        <p:nvGraphicFramePr>
          <p:cNvPr id="11" name="表格 10"/>
          <p:cNvGraphicFramePr>
            <a:graphicFrameLocks noGrp="1"/>
          </p:cNvGraphicFramePr>
          <p:nvPr>
            <p:custDataLst>
              <p:tags r:id="rId4"/>
            </p:custDataLst>
          </p:nvPr>
        </p:nvGraphicFramePr>
        <p:xfrm>
          <a:off x="7711291" y="3942397"/>
          <a:ext cx="3947160" cy="2194560"/>
        </p:xfrm>
        <a:graphic>
          <a:graphicData uri="http://schemas.openxmlformats.org/drawingml/2006/table">
            <a:tbl>
              <a:tblPr firstRow="1" bandRow="1">
                <a:tableStyleId>{5C22544A-7EE6-4342-B048-85BDC9FD1C3A}</a:tableStyleId>
              </a:tblPr>
              <a:tblGrid>
                <a:gridCol w="1507490">
                  <a:extLst>
                    <a:ext uri="{9D8B030D-6E8A-4147-A177-3AD203B41FA5}">
                      <a16:colId xmlns:a16="http://schemas.microsoft.com/office/drawing/2014/main" val="20000"/>
                    </a:ext>
                  </a:extLst>
                </a:gridCol>
                <a:gridCol w="1127125">
                  <a:extLst>
                    <a:ext uri="{9D8B030D-6E8A-4147-A177-3AD203B41FA5}">
                      <a16:colId xmlns:a16="http://schemas.microsoft.com/office/drawing/2014/main" val="20001"/>
                    </a:ext>
                  </a:extLst>
                </a:gridCol>
                <a:gridCol w="1312545">
                  <a:extLst>
                    <a:ext uri="{9D8B030D-6E8A-4147-A177-3AD203B41FA5}">
                      <a16:colId xmlns:a16="http://schemas.microsoft.com/office/drawing/2014/main" val="20002"/>
                    </a:ext>
                  </a:extLst>
                </a:gridCol>
              </a:tblGrid>
              <a:tr h="274320">
                <a:tc gridSpan="3">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微软雅黑" panose="020B0503020204020204" pitchFamily="34" charset="-122"/>
                          <a:ea typeface="微软雅黑" panose="020B0503020204020204" pitchFamily="34" charset="-122"/>
                        </a:rPr>
                        <a:t>Pressing cylinder</a:t>
                      </a:r>
                    </a:p>
                  </a:txBody>
                  <a:tcPr anchor="ctr">
                    <a:solidFill>
                      <a:srgbClr val="00FF00"/>
                    </a:solidFill>
                  </a:tcPr>
                </a:tc>
                <a:tc hMerge="1">
                  <a:txBody>
                    <a:bodyPr/>
                    <a:lstStyle/>
                    <a:p>
                      <a:endParaRPr lang="zh-CN"/>
                    </a:p>
                  </a:txBody>
                  <a:tcPr/>
                </a:tc>
                <a:tc hMerge="1">
                  <a:txBody>
                    <a:bodyPr/>
                    <a:lstStyle/>
                    <a:p>
                      <a:endParaRPr lang="zh-CN"/>
                    </a:p>
                  </a:txBody>
                  <a:tcPr>
                    <a:solidFill>
                      <a:srgbClr val="00FF00"/>
                    </a:solidFill>
                  </a:tcPr>
                </a:tc>
                <a:extLst>
                  <a:ext uri="{0D108BD9-81ED-4DB2-BD59-A6C34878D82A}">
                    <a16:rowId xmlns:a16="http://schemas.microsoft.com/office/drawing/2014/main" val="10000"/>
                  </a:ext>
                </a:extLst>
              </a:tr>
              <a:tr h="274320">
                <a:tc>
                  <a:txBody>
                    <a:bodyPr/>
                    <a:lstStyle/>
                    <a:p>
                      <a:pPr algn="l"/>
                      <a:r>
                        <a:rPr lang="en-US" altLang="zh-CN" sz="1200" dirty="0">
                          <a:latin typeface="微软雅黑" panose="020B0503020204020204" pitchFamily="34" charset="-122"/>
                          <a:ea typeface="微软雅黑" panose="020B0503020204020204" pitchFamily="34" charset="-122"/>
                        </a:rPr>
                        <a:t>Type</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dirty="0">
                          <a:ln>
                            <a:noFill/>
                          </a:ln>
                          <a:solidFill>
                            <a:srgbClr val="000000"/>
                          </a:solidFill>
                          <a:effectLst/>
                          <a:latin typeface="微软雅黑" panose="020B0503020204020204" pitchFamily="34" charset="-122"/>
                          <a:ea typeface="微软雅黑" panose="020B0503020204020204" pitchFamily="34" charset="-122"/>
                          <a:sym typeface="+mn-ea"/>
                        </a:rPr>
                        <a:t>TR20X30S</a:t>
                      </a:r>
                    </a:p>
                  </a:txBody>
                  <a:tcPr anchor="ctr"/>
                </a:tc>
                <a:tc>
                  <a:txBody>
                    <a:bodyPr/>
                    <a:lstStyle/>
                    <a:p>
                      <a:pPr algn="l">
                        <a:buNone/>
                      </a:pPr>
                      <a:r>
                        <a:rPr lang="en-US" altLang="zh-CN" sz="1200" dirty="0">
                          <a:ln>
                            <a:noFill/>
                          </a:ln>
                          <a:solidFill>
                            <a:srgbClr val="000000"/>
                          </a:solidFill>
                          <a:effectLst/>
                          <a:latin typeface="微软雅黑" panose="020B0503020204020204" pitchFamily="34" charset="-122"/>
                          <a:ea typeface="微软雅黑" panose="020B0503020204020204" pitchFamily="34" charset="-122"/>
                          <a:sym typeface="+mn-ea"/>
                        </a:rPr>
                        <a:t>TR25X40S</a:t>
                      </a:r>
                    </a:p>
                  </a:txBody>
                  <a:tcPr anchor="ctr"/>
                </a:tc>
                <a:extLst>
                  <a:ext uri="{0D108BD9-81ED-4DB2-BD59-A6C34878D82A}">
                    <a16:rowId xmlns:a16="http://schemas.microsoft.com/office/drawing/2014/main" val="10001"/>
                  </a:ext>
                </a:extLst>
              </a:tr>
              <a:tr h="273600">
                <a:tc>
                  <a:txBody>
                    <a:bodyPr/>
                    <a:lstStyle/>
                    <a:p>
                      <a:pPr algn="l"/>
                      <a:r>
                        <a:rPr lang="en-US" altLang="zh-CN" sz="1200" dirty="0">
                          <a:latin typeface="微软雅黑" panose="020B0503020204020204" pitchFamily="34" charset="-122"/>
                          <a:ea typeface="微软雅黑" panose="020B0503020204020204" pitchFamily="34" charset="-122"/>
                        </a:rPr>
                        <a:t>Brand</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rPr>
                        <a:t>AIRTAC</a:t>
                      </a:r>
                    </a:p>
                  </a:txBody>
                  <a:tcPr anchor="ctr"/>
                </a:tc>
                <a:tc>
                  <a:txBody>
                    <a:bodyPr/>
                    <a:lstStyle/>
                    <a:p>
                      <a:pPr algn="l">
                        <a:buNone/>
                      </a:pPr>
                      <a:r>
                        <a:rPr lang="en-US" altLang="zh-CN" sz="1200">
                          <a:latin typeface="微软雅黑" panose="020B0503020204020204" pitchFamily="34" charset="-122"/>
                          <a:ea typeface="微软雅黑" panose="020B0503020204020204" pitchFamily="34" charset="-122"/>
                          <a:sym typeface="Arial" panose="020B0604020202020204"/>
                        </a:rPr>
                        <a:t>AIRTAC</a:t>
                      </a:r>
                      <a:endParaRPr lang="en-US" altLang="zh-CN"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2"/>
                  </a:ext>
                </a:extLst>
              </a:tr>
              <a:tr h="274320">
                <a:tc>
                  <a:txBody>
                    <a:bodyPr/>
                    <a:lstStyle/>
                    <a:p>
                      <a:pPr algn="l"/>
                      <a:r>
                        <a:rPr lang="en-US" altLang="zh-CN" sz="1200" dirty="0">
                          <a:latin typeface="微软雅黑" panose="020B0503020204020204" pitchFamily="34" charset="-122"/>
                          <a:ea typeface="微软雅黑" panose="020B0503020204020204" pitchFamily="34" charset="-122"/>
                        </a:rPr>
                        <a:t>repeatability</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rPr>
                        <a:t>±0.005mm</a:t>
                      </a:r>
                      <a:endParaRPr lang="zh-CN" alt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tc>
                  <a:txBody>
                    <a:bodyPr/>
                    <a:lstStyle/>
                    <a:p>
                      <a:pPr algn="l">
                        <a:buNone/>
                      </a:pPr>
                      <a:r>
                        <a:rPr lang="en-US" altLang="zh-CN" sz="1200">
                          <a:latin typeface="微软雅黑" panose="020B0503020204020204" pitchFamily="34" charset="-122"/>
                          <a:ea typeface="微软雅黑" panose="020B0503020204020204" pitchFamily="34" charset="-122"/>
                          <a:sym typeface="Arial" panose="020B0604020202020204"/>
                        </a:rPr>
                        <a:t>±0.005mm</a:t>
                      </a:r>
                      <a:endParaRPr lang="zh-CN" alt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3"/>
                  </a:ext>
                </a:extLst>
              </a:tr>
              <a:tr h="274320">
                <a:tc>
                  <a:txBody>
                    <a:bodyPr/>
                    <a:lstStyle/>
                    <a:p>
                      <a:pPr algn="l">
                        <a:buNone/>
                      </a:pPr>
                      <a:r>
                        <a:rPr lang="en-US" altLang="zh-CN" sz="1200" dirty="0">
                          <a:ln>
                            <a:noFill/>
                          </a:ln>
                          <a:solidFill>
                            <a:srgbClr val="000000"/>
                          </a:solidFill>
                          <a:effectLst/>
                          <a:latin typeface="微软雅黑" panose="020B0503020204020204" pitchFamily="34" charset="-122"/>
                          <a:ea typeface="微软雅黑" panose="020B0503020204020204" pitchFamily="34" charset="-122"/>
                          <a:sym typeface="+mn-ea"/>
                        </a:rPr>
                        <a:t>Position accuracy</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buNone/>
                      </a:pPr>
                      <a:r>
                        <a:rPr lang="en-US" altLang="zh-CN" sz="1200">
                          <a:latin typeface="微软雅黑" panose="020B0503020204020204" pitchFamily="34" charset="-122"/>
                          <a:ea typeface="微软雅黑" panose="020B0503020204020204" pitchFamily="34" charset="-122"/>
                          <a:sym typeface="Arial" panose="020B0604020202020204"/>
                        </a:rPr>
                        <a:t>±0.01mm</a:t>
                      </a:r>
                      <a:endParaRPr lang="zh-CN" alt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tc>
                  <a:txBody>
                    <a:bodyPr/>
                    <a:lstStyle/>
                    <a:p>
                      <a:pPr algn="l">
                        <a:buNone/>
                      </a:pPr>
                      <a:r>
                        <a:rPr lang="en-US" altLang="zh-CN" sz="1200">
                          <a:latin typeface="微软雅黑" panose="020B0503020204020204" pitchFamily="34" charset="-122"/>
                          <a:ea typeface="微软雅黑" panose="020B0503020204020204" pitchFamily="34" charset="-122"/>
                          <a:sym typeface="Arial" panose="020B0604020202020204"/>
                        </a:rPr>
                        <a:t>±0.01mm</a:t>
                      </a:r>
                      <a:endParaRPr lang="zh-CN" alt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4"/>
                  </a:ext>
                </a:extLst>
              </a:tr>
              <a:tr h="2736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latin typeface="微软雅黑" panose="020B0503020204020204" pitchFamily="34" charset="-122"/>
                          <a:ea typeface="微软雅黑" panose="020B0503020204020204" pitchFamily="34" charset="-122"/>
                        </a:rPr>
                        <a:t>Travel</a:t>
                      </a:r>
                      <a:r>
                        <a:rPr lang="en-US" altLang="zh-CN" sz="1200" baseline="0" dirty="0">
                          <a:latin typeface="微软雅黑" panose="020B0503020204020204" pitchFamily="34" charset="-122"/>
                          <a:ea typeface="微软雅黑" panose="020B0503020204020204" pitchFamily="34" charset="-122"/>
                        </a:rPr>
                        <a:t> distance</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a:latin typeface="微软雅黑" panose="020B0503020204020204" pitchFamily="34" charset="-122"/>
                          <a:ea typeface="微软雅黑" panose="020B0503020204020204" pitchFamily="34" charset="-122"/>
                        </a:rPr>
                        <a:t>30mm</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buNone/>
                      </a:pPr>
                      <a:r>
                        <a:rPr lang="en-US" altLang="zh-CN" sz="1200">
                          <a:latin typeface="微软雅黑" panose="020B0503020204020204" pitchFamily="34" charset="-122"/>
                          <a:ea typeface="微软雅黑" panose="020B0503020204020204" pitchFamily="34" charset="-122"/>
                          <a:sym typeface="+mn-ea"/>
                        </a:rPr>
                        <a:t>40mm</a:t>
                      </a:r>
                      <a:endParaRPr lang="zh-CN" altLang="en-US" sz="12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5"/>
                  </a:ext>
                </a:extLst>
              </a:tr>
              <a:tr h="274320">
                <a:tc>
                  <a:txBody>
                    <a:bodyPr/>
                    <a:lstStyle/>
                    <a:p>
                      <a:pPr algn="l"/>
                      <a:r>
                        <a:rPr lang="en-US" altLang="zh-CN" sz="1200" dirty="0">
                          <a:latin typeface="微软雅黑" panose="020B0503020204020204" pitchFamily="34" charset="-122"/>
                          <a:ea typeface="微软雅黑" panose="020B0503020204020204" pitchFamily="34" charset="-122"/>
                        </a:rPr>
                        <a:t>Max momentum</a:t>
                      </a:r>
                    </a:p>
                  </a:txBody>
                  <a:tcPr anchor="ctr"/>
                </a:tc>
                <a:tc>
                  <a:txBody>
                    <a:bodyPr/>
                    <a:lstStyle/>
                    <a:p>
                      <a:pPr algn="l"/>
                      <a:r>
                        <a:rPr lang="en-US" altLang="zh-CN" sz="1200">
                          <a:latin typeface="微软雅黑" panose="020B0503020204020204" pitchFamily="34" charset="-122"/>
                          <a:ea typeface="微软雅黑" panose="020B0503020204020204" pitchFamily="34" charset="-122"/>
                        </a:rPr>
                        <a:t>377N</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buNone/>
                      </a:pPr>
                      <a:r>
                        <a:rPr lang="en-US" altLang="zh-CN" sz="1200" dirty="0">
                          <a:latin typeface="微软雅黑" panose="020B0503020204020204" pitchFamily="34" charset="-122"/>
                          <a:ea typeface="微软雅黑" panose="020B0503020204020204" pitchFamily="34" charset="-122"/>
                        </a:rPr>
                        <a:t>589N</a:t>
                      </a:r>
                    </a:p>
                  </a:txBody>
                  <a:tcPr anchor="ctr"/>
                </a:tc>
                <a:extLst>
                  <a:ext uri="{0D108BD9-81ED-4DB2-BD59-A6C34878D82A}">
                    <a16:rowId xmlns:a16="http://schemas.microsoft.com/office/drawing/2014/main" val="10006"/>
                  </a:ext>
                </a:extLst>
              </a:tr>
              <a:tr h="273600">
                <a:tc>
                  <a:txBody>
                    <a:bodyPr/>
                    <a:lstStyle/>
                    <a:p>
                      <a:pPr algn="l"/>
                      <a:r>
                        <a:rPr lang="en-US" altLang="zh-CN" sz="1200" dirty="0">
                          <a:latin typeface="微软雅黑" panose="020B0503020204020204" pitchFamily="34" charset="-122"/>
                          <a:ea typeface="微软雅黑" panose="020B0503020204020204" pitchFamily="34" charset="-122"/>
                        </a:rPr>
                        <a:t>Work</a:t>
                      </a:r>
                      <a:r>
                        <a:rPr lang="en-US" altLang="zh-CN" sz="1200" baseline="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sym typeface="+mn-ea"/>
                        </a:rPr>
                        <a:t>momentum</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dirty="0">
                          <a:latin typeface="微软雅黑" panose="020B0503020204020204" pitchFamily="34" charset="-122"/>
                          <a:ea typeface="微软雅黑" panose="020B0503020204020204" pitchFamily="34" charset="-122"/>
                        </a:rPr>
                        <a:t>200N</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dirty="0">
                          <a:latin typeface="微软雅黑" panose="020B0503020204020204" pitchFamily="34" charset="-122"/>
                          <a:ea typeface="微软雅黑" panose="020B0503020204020204" pitchFamily="34" charset="-122"/>
                        </a:rPr>
                        <a:t>300N</a:t>
                      </a:r>
                    </a:p>
                  </a:txBody>
                  <a:tcPr anchor="ctr"/>
                </a:tc>
                <a:extLst>
                  <a:ext uri="{0D108BD9-81ED-4DB2-BD59-A6C34878D82A}">
                    <a16:rowId xmlns:a16="http://schemas.microsoft.com/office/drawing/2014/main" val="10007"/>
                  </a:ext>
                </a:extLst>
              </a:tr>
            </a:tbl>
          </a:graphicData>
        </a:graphic>
      </p:graphicFrame>
      <p:sp>
        <p:nvSpPr>
          <p:cNvPr id="12" name="TextBox 216"/>
          <p:cNvSpPr txBox="1">
            <a:spLocks noChangeArrowheads="1"/>
          </p:cNvSpPr>
          <p:nvPr/>
        </p:nvSpPr>
        <p:spPr bwMode="auto">
          <a:xfrm>
            <a:off x="6250305" y="1727835"/>
            <a:ext cx="1000125" cy="325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en-US" altLang="zh-CN" sz="1300" dirty="0">
                <a:latin typeface="+mn-lt"/>
              </a:rPr>
              <a:t>TR25X40S</a:t>
            </a:r>
          </a:p>
        </p:txBody>
      </p:sp>
      <p:cxnSp>
        <p:nvCxnSpPr>
          <p:cNvPr id="34" name="直接箭头连接符 33"/>
          <p:cNvCxnSpPr/>
          <p:nvPr>
            <p:custDataLst>
              <p:tags r:id="rId5"/>
            </p:custDataLst>
          </p:nvPr>
        </p:nvCxnSpPr>
        <p:spPr>
          <a:xfrm flipH="1">
            <a:off x="5828665" y="2035810"/>
            <a:ext cx="588010" cy="48387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custDataLst>
              <p:tags r:id="rId6"/>
            </p:custDataLst>
          </p:nvPr>
        </p:nvCxnSpPr>
        <p:spPr>
          <a:xfrm flipH="1" flipV="1">
            <a:off x="5622290" y="4629785"/>
            <a:ext cx="770255" cy="73660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14" name="TextBox 216"/>
          <p:cNvSpPr txBox="1">
            <a:spLocks noChangeArrowheads="1"/>
          </p:cNvSpPr>
          <p:nvPr/>
        </p:nvSpPr>
        <p:spPr bwMode="auto">
          <a:xfrm>
            <a:off x="6250305" y="5105400"/>
            <a:ext cx="1760855" cy="61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zh-CN" altLang="en-US" sz="1300">
                <a:latin typeface="+mn-lt"/>
                <a:sym typeface="+mn-ea"/>
              </a:rPr>
              <a:t>Pressure check</a:t>
            </a:r>
          </a:p>
          <a:p>
            <a:pPr eaLnBrk="1" hangingPunct="1">
              <a:lnSpc>
                <a:spcPct val="130000"/>
              </a:lnSpc>
            </a:pPr>
            <a:r>
              <a:rPr lang="en-US" altLang="zh-CN" sz="1300">
                <a:latin typeface="+mn-lt"/>
              </a:rPr>
              <a:t>0~100kg</a:t>
            </a:r>
            <a:endParaRPr lang="zh-CN" altLang="en-US" sz="1300">
              <a:latin typeface="+mn-lt"/>
            </a:endParaRPr>
          </a:p>
        </p:txBody>
      </p:sp>
      <p:cxnSp>
        <p:nvCxnSpPr>
          <p:cNvPr id="20" name="直接箭头连接符 19"/>
          <p:cNvCxnSpPr/>
          <p:nvPr>
            <p:custDataLst>
              <p:tags r:id="rId7"/>
            </p:custDataLst>
          </p:nvPr>
        </p:nvCxnSpPr>
        <p:spPr>
          <a:xfrm flipH="1" flipV="1">
            <a:off x="5418455" y="5368925"/>
            <a:ext cx="203835" cy="563245"/>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22" name="TextBox 216"/>
          <p:cNvSpPr txBox="1">
            <a:spLocks noChangeArrowheads="1"/>
          </p:cNvSpPr>
          <p:nvPr/>
        </p:nvSpPr>
        <p:spPr bwMode="auto">
          <a:xfrm>
            <a:off x="4947285" y="5859780"/>
            <a:ext cx="1929130" cy="61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zh-CN" altLang="en-US" sz="1300" dirty="0">
                <a:latin typeface="+mn-lt"/>
                <a:sym typeface="+mn-ea"/>
              </a:rPr>
              <a:t>Anti static electricity</a:t>
            </a:r>
          </a:p>
          <a:p>
            <a:pPr eaLnBrk="1" hangingPunct="1">
              <a:lnSpc>
                <a:spcPct val="130000"/>
              </a:lnSpc>
            </a:pPr>
            <a:r>
              <a:rPr lang="zh-CN" altLang="en-US" sz="1300" dirty="0">
                <a:latin typeface="+mn-lt"/>
                <a:sym typeface="+mn-ea"/>
              </a:rPr>
              <a:t>Tetrafluorone</a:t>
            </a:r>
          </a:p>
        </p:txBody>
      </p:sp>
      <p:sp>
        <p:nvSpPr>
          <p:cNvPr id="7"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4.</a:t>
            </a:r>
            <a:r>
              <a:rPr lang="en-US" altLang="zh-CN" dirty="0">
                <a:sym typeface="+mn-ea"/>
              </a:rPr>
              <a:t>The key components</a:t>
            </a:r>
            <a:endParaRPr lang="en-US" altLang="zh-CN" dirty="0">
              <a:latin typeface="+mn-lt"/>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6" name="图片 245"/>
          <p:cNvPicPr>
            <a:picLocks noChangeAspect="1"/>
          </p:cNvPicPr>
          <p:nvPr/>
        </p:nvPicPr>
        <p:blipFill>
          <a:blip r:embed="rId10">
            <a:extLst>
              <a:ext uri="{28A0092B-C50C-407E-A947-70E740481C1C}">
                <a14:useLocalDpi xmlns:a14="http://schemas.microsoft.com/office/drawing/2010/main" val="0"/>
              </a:ext>
            </a:extLst>
          </a:blip>
          <a:srcRect/>
          <a:stretch/>
        </p:blipFill>
        <p:spPr>
          <a:xfrm>
            <a:off x="5577713" y="3515246"/>
            <a:ext cx="5082194" cy="691788"/>
          </a:xfrm>
          <a:prstGeom prst="rect">
            <a:avLst/>
          </a:prstGeom>
        </p:spPr>
      </p:pic>
      <p:pic>
        <p:nvPicPr>
          <p:cNvPr id="4" name="图片 3"/>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a:xfrm>
            <a:off x="491188" y="1346134"/>
            <a:ext cx="3267377" cy="3262749"/>
          </a:xfrm>
          <a:prstGeom prst="rect">
            <a:avLst/>
          </a:prstGeom>
        </p:spPr>
      </p:pic>
      <p:sp>
        <p:nvSpPr>
          <p:cNvPr id="2" name="文本框 1"/>
          <p:cNvSpPr txBox="1"/>
          <p:nvPr>
            <p:custDataLst>
              <p:tags r:id="rId1"/>
            </p:custDataLst>
          </p:nvPr>
        </p:nvSpPr>
        <p:spPr>
          <a:xfrm>
            <a:off x="300990" y="768350"/>
            <a:ext cx="9008380" cy="369332"/>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t>4.3-2 </a:t>
            </a:r>
            <a:r>
              <a:rPr sz="1800" b="1" dirty="0"/>
              <a:t>Pressing positions</a:t>
            </a:r>
            <a:r>
              <a:rPr lang="en-US" sz="1800" b="1" dirty="0"/>
              <a:t>-2   Side pressure </a:t>
            </a:r>
            <a:r>
              <a:rPr lang="en-US" sz="1800" b="1" dirty="0" err="1"/>
              <a:t>head&amp;Upper</a:t>
            </a:r>
            <a:r>
              <a:rPr lang="en-US" sz="1800" b="1" dirty="0"/>
              <a:t> pressure head</a:t>
            </a:r>
            <a:endParaRPr sz="1800" b="1" dirty="0"/>
          </a:p>
        </p:txBody>
      </p:sp>
      <p:sp>
        <p:nvSpPr>
          <p:cNvPr id="7"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4.</a:t>
            </a:r>
            <a:r>
              <a:rPr lang="en-US" altLang="zh-CN" dirty="0">
                <a:sym typeface="+mn-ea"/>
              </a:rPr>
              <a:t>The key components</a:t>
            </a:r>
            <a:endParaRPr lang="en-US" altLang="zh-CN" dirty="0">
              <a:latin typeface="+mn-lt"/>
            </a:endParaRPr>
          </a:p>
        </p:txBody>
      </p:sp>
      <p:cxnSp>
        <p:nvCxnSpPr>
          <p:cNvPr id="20" name="直接箭头连接符 19"/>
          <p:cNvCxnSpPr/>
          <p:nvPr>
            <p:custDataLst>
              <p:tags r:id="rId2"/>
            </p:custDataLst>
          </p:nvPr>
        </p:nvCxnSpPr>
        <p:spPr>
          <a:xfrm flipV="1">
            <a:off x="1531938" y="3638232"/>
            <a:ext cx="200023" cy="752792"/>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22" name="TextBox 216"/>
          <p:cNvSpPr txBox="1">
            <a:spLocks noChangeArrowheads="1"/>
          </p:cNvSpPr>
          <p:nvPr/>
        </p:nvSpPr>
        <p:spPr bwMode="auto">
          <a:xfrm>
            <a:off x="741680" y="4345940"/>
            <a:ext cx="1929130" cy="61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zh-CN" altLang="en-US" sz="1300">
                <a:latin typeface="+mn-lt"/>
                <a:sym typeface="+mn-ea"/>
              </a:rPr>
              <a:t>Anti static electricity</a:t>
            </a:r>
          </a:p>
          <a:p>
            <a:pPr eaLnBrk="1" hangingPunct="1">
              <a:lnSpc>
                <a:spcPct val="130000"/>
              </a:lnSpc>
            </a:pPr>
            <a:r>
              <a:rPr lang="zh-CN" altLang="en-US" sz="1300">
                <a:latin typeface="+mn-lt"/>
                <a:sym typeface="+mn-ea"/>
              </a:rPr>
              <a:t>Tetrafluorone</a:t>
            </a:r>
          </a:p>
        </p:txBody>
      </p:sp>
      <p:cxnSp>
        <p:nvCxnSpPr>
          <p:cNvPr id="21" name="直接箭头连接符 20"/>
          <p:cNvCxnSpPr/>
          <p:nvPr>
            <p:custDataLst>
              <p:tags r:id="rId3"/>
            </p:custDataLst>
          </p:nvPr>
        </p:nvCxnSpPr>
        <p:spPr>
          <a:xfrm flipV="1">
            <a:off x="3018710" y="4057967"/>
            <a:ext cx="313690" cy="666115"/>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23" name="TextBox 216"/>
          <p:cNvSpPr txBox="1">
            <a:spLocks noChangeArrowheads="1"/>
          </p:cNvSpPr>
          <p:nvPr/>
        </p:nvSpPr>
        <p:spPr bwMode="auto">
          <a:xfrm>
            <a:off x="2657158" y="4748847"/>
            <a:ext cx="1113790"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en-US" altLang="zh-CN" sz="1300" dirty="0">
                <a:latin typeface="+mn-lt"/>
                <a:sym typeface="+mn-ea"/>
              </a:rPr>
              <a:t>TR20X20S</a:t>
            </a:r>
            <a:endParaRPr lang="en-US" altLang="zh-CN" sz="1300" dirty="0">
              <a:latin typeface="+mn-lt"/>
            </a:endParaRPr>
          </a:p>
        </p:txBody>
      </p:sp>
      <p:cxnSp>
        <p:nvCxnSpPr>
          <p:cNvPr id="33" name="直接箭头连接符 32"/>
          <p:cNvCxnSpPr/>
          <p:nvPr>
            <p:custDataLst>
              <p:tags r:id="rId4"/>
            </p:custDataLst>
          </p:nvPr>
        </p:nvCxnSpPr>
        <p:spPr>
          <a:xfrm flipH="1">
            <a:off x="1478598" y="1687141"/>
            <a:ext cx="128270" cy="488315"/>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35" name="TextBox 216"/>
          <p:cNvSpPr txBox="1">
            <a:spLocks noChangeArrowheads="1"/>
          </p:cNvSpPr>
          <p:nvPr/>
        </p:nvSpPr>
        <p:spPr bwMode="auto">
          <a:xfrm>
            <a:off x="1278256" y="1429385"/>
            <a:ext cx="1113790"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en-US" altLang="zh-CN" sz="1300" dirty="0">
                <a:latin typeface="+mn-lt"/>
                <a:sym typeface="+mn-ea"/>
              </a:rPr>
              <a:t>TR20X20S</a:t>
            </a:r>
            <a:endParaRPr lang="en-US" altLang="zh-CN" sz="1300" dirty="0">
              <a:latin typeface="+mn-lt"/>
            </a:endParaRPr>
          </a:p>
        </p:txBody>
      </p:sp>
      <p:sp>
        <p:nvSpPr>
          <p:cNvPr id="161" name="灯片编号占位符 3"/>
          <p:cNvSpPr>
            <a:spLocks noGrp="1" noChangeArrowheads="1"/>
          </p:cNvSpPr>
          <p:nvPr>
            <p:custDataLst>
              <p:tags r:id="rId5"/>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14</a:t>
            </a:fld>
            <a:endParaRPr lang="zh-TW" altLang="en-US" sz="1400">
              <a:solidFill>
                <a:srgbClr val="898989"/>
              </a:solidFill>
              <a:latin typeface="Arial" panose="020B0604020202020204" pitchFamily="34" charset="0"/>
              <a:ea typeface="微软雅黑" panose="020B0503020204020204" pitchFamily="34" charset="-122"/>
            </a:endParaRPr>
          </a:p>
        </p:txBody>
      </p:sp>
      <p:sp>
        <p:nvSpPr>
          <p:cNvPr id="162"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cxnSp>
        <p:nvCxnSpPr>
          <p:cNvPr id="5" name="直接箭头连接符 4"/>
          <p:cNvCxnSpPr/>
          <p:nvPr>
            <p:custDataLst>
              <p:tags r:id="rId6"/>
            </p:custDataLst>
          </p:nvPr>
        </p:nvCxnSpPr>
        <p:spPr>
          <a:xfrm>
            <a:off x="2771432" y="2049780"/>
            <a:ext cx="225425" cy="26797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6" name="TextBox 216"/>
          <p:cNvSpPr txBox="1">
            <a:spLocks noChangeArrowheads="1"/>
          </p:cNvSpPr>
          <p:nvPr/>
        </p:nvSpPr>
        <p:spPr bwMode="auto">
          <a:xfrm>
            <a:off x="2355107" y="1751330"/>
            <a:ext cx="1113790"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en-US" altLang="zh-CN" sz="1300" dirty="0">
                <a:latin typeface="+mn-lt"/>
                <a:sym typeface="+mn-ea"/>
              </a:rPr>
              <a:t>TR10X25S</a:t>
            </a:r>
            <a:endParaRPr lang="en-US" altLang="zh-CN" sz="1300" dirty="0">
              <a:latin typeface="+mn-lt"/>
            </a:endParaRPr>
          </a:p>
        </p:txBody>
      </p:sp>
      <p:cxnSp>
        <p:nvCxnSpPr>
          <p:cNvPr id="8" name="直接箭头连接符 7"/>
          <p:cNvCxnSpPr/>
          <p:nvPr>
            <p:custDataLst>
              <p:tags r:id="rId7"/>
            </p:custDataLst>
          </p:nvPr>
        </p:nvCxnSpPr>
        <p:spPr>
          <a:xfrm flipV="1">
            <a:off x="977901" y="2717332"/>
            <a:ext cx="300355" cy="244421"/>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9" name="TextBox 216"/>
          <p:cNvSpPr txBox="1">
            <a:spLocks noChangeArrowheads="1"/>
          </p:cNvSpPr>
          <p:nvPr/>
        </p:nvSpPr>
        <p:spPr bwMode="auto">
          <a:xfrm>
            <a:off x="308045" y="2921635"/>
            <a:ext cx="1113790"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en-US" altLang="zh-CN" sz="1300">
                <a:latin typeface="+mn-lt"/>
                <a:sym typeface="+mn-ea"/>
              </a:rPr>
              <a:t>TR10X25S</a:t>
            </a:r>
            <a:endParaRPr lang="en-US" altLang="zh-CN" sz="1300">
              <a:latin typeface="+mn-lt"/>
            </a:endParaRPr>
          </a:p>
        </p:txBody>
      </p:sp>
      <p:pic>
        <p:nvPicPr>
          <p:cNvPr id="12" name="图片 11"/>
          <p:cNvPicPr>
            <a:picLocks noChangeAspect="1"/>
          </p:cNvPicPr>
          <p:nvPr/>
        </p:nvPicPr>
        <p:blipFill>
          <a:blip r:embed="rId12">
            <a:extLst>
              <a:ext uri="{28A0092B-C50C-407E-A947-70E740481C1C}">
                <a14:useLocalDpi xmlns:a14="http://schemas.microsoft.com/office/drawing/2010/main" val="0"/>
              </a:ext>
            </a:extLst>
          </a:blip>
          <a:srcRect/>
          <a:stretch/>
        </p:blipFill>
        <p:spPr>
          <a:xfrm>
            <a:off x="5577713" y="1721716"/>
            <a:ext cx="4707885" cy="1019285"/>
          </a:xfrm>
          <a:prstGeom prst="rect">
            <a:avLst/>
          </a:prstGeom>
        </p:spPr>
      </p:pic>
      <p:cxnSp>
        <p:nvCxnSpPr>
          <p:cNvPr id="14" name="直接连接符 13"/>
          <p:cNvCxnSpPr/>
          <p:nvPr/>
        </p:nvCxnSpPr>
        <p:spPr>
          <a:xfrm>
            <a:off x="5714514" y="2494730"/>
            <a:ext cx="0" cy="6751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714514" y="1469786"/>
            <a:ext cx="0" cy="6751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6365132" y="2723330"/>
            <a:ext cx="0" cy="4465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537190" y="2723330"/>
            <a:ext cx="0" cy="4465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974732" y="2723333"/>
            <a:ext cx="0" cy="4465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7206324" y="2723333"/>
            <a:ext cx="0" cy="4465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7636726" y="2711426"/>
            <a:ext cx="0" cy="4465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7868318" y="2711426"/>
            <a:ext cx="0" cy="4465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8301100" y="2718573"/>
            <a:ext cx="0" cy="4465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8532692" y="2718573"/>
            <a:ext cx="0" cy="4465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8960715" y="2701904"/>
            <a:ext cx="0" cy="4465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9192307" y="2701904"/>
            <a:ext cx="0" cy="4465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a:off x="6365132" y="1359350"/>
            <a:ext cx="0" cy="4465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a:off x="6476230" y="1354593"/>
            <a:ext cx="0" cy="4465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7089032" y="1354593"/>
            <a:ext cx="0" cy="4465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a:off x="7206324" y="1359353"/>
            <a:ext cx="0" cy="4465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a:off x="7636726" y="1377926"/>
            <a:ext cx="0" cy="4465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a:off x="7868318" y="1377926"/>
            <a:ext cx="0" cy="4465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a:off x="8301100" y="1354593"/>
            <a:ext cx="0" cy="4465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a:off x="8532692" y="1354593"/>
            <a:ext cx="0" cy="4465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a:off x="8960715" y="1368404"/>
            <a:ext cx="0" cy="4465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a:off x="9192307" y="1368404"/>
            <a:ext cx="0" cy="4465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a:xfrm>
            <a:off x="9768354" y="2473304"/>
            <a:ext cx="0" cy="6751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a:off x="9768354" y="1378346"/>
            <a:ext cx="0" cy="67519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7" name="直線單箭頭接點 24"/>
          <p:cNvCxnSpPr/>
          <p:nvPr/>
        </p:nvCxnSpPr>
        <p:spPr>
          <a:xfrm flipH="1">
            <a:off x="5714514" y="3078480"/>
            <a:ext cx="650618"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50" name="直線單箭頭接點 24"/>
          <p:cNvCxnSpPr/>
          <p:nvPr/>
        </p:nvCxnSpPr>
        <p:spPr>
          <a:xfrm flipH="1">
            <a:off x="5714514" y="1592580"/>
            <a:ext cx="650618"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63" name="直線單箭頭接點 24"/>
          <p:cNvCxnSpPr/>
          <p:nvPr/>
        </p:nvCxnSpPr>
        <p:spPr>
          <a:xfrm flipH="1">
            <a:off x="6476230" y="1469786"/>
            <a:ext cx="612802"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65" name="直線單箭頭接點 24"/>
          <p:cNvCxnSpPr/>
          <p:nvPr/>
        </p:nvCxnSpPr>
        <p:spPr>
          <a:xfrm flipH="1">
            <a:off x="7206324" y="1470847"/>
            <a:ext cx="430402"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67" name="直線單箭頭接點 24"/>
          <p:cNvCxnSpPr/>
          <p:nvPr/>
        </p:nvCxnSpPr>
        <p:spPr>
          <a:xfrm flipH="1">
            <a:off x="7868318" y="1485213"/>
            <a:ext cx="430402"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68" name="直線單箭頭接點 24"/>
          <p:cNvCxnSpPr/>
          <p:nvPr/>
        </p:nvCxnSpPr>
        <p:spPr>
          <a:xfrm flipH="1">
            <a:off x="8530313" y="1477780"/>
            <a:ext cx="430402"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69" name="直線單箭頭接點 24"/>
          <p:cNvCxnSpPr/>
          <p:nvPr/>
        </p:nvCxnSpPr>
        <p:spPr>
          <a:xfrm flipH="1">
            <a:off x="9192307" y="1592580"/>
            <a:ext cx="576047"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71" name="直線單箭頭接點 24"/>
          <p:cNvCxnSpPr/>
          <p:nvPr/>
        </p:nvCxnSpPr>
        <p:spPr>
          <a:xfrm flipH="1">
            <a:off x="6537190" y="2921635"/>
            <a:ext cx="437542"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72" name="直線單箭頭接點 24"/>
          <p:cNvCxnSpPr/>
          <p:nvPr/>
        </p:nvCxnSpPr>
        <p:spPr>
          <a:xfrm flipH="1">
            <a:off x="7206324" y="2914202"/>
            <a:ext cx="430402"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73" name="直線單箭頭接點 24"/>
          <p:cNvCxnSpPr/>
          <p:nvPr/>
        </p:nvCxnSpPr>
        <p:spPr>
          <a:xfrm flipH="1">
            <a:off x="7868318" y="2928568"/>
            <a:ext cx="430402"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74" name="直線單箭頭接點 24"/>
          <p:cNvCxnSpPr/>
          <p:nvPr/>
        </p:nvCxnSpPr>
        <p:spPr>
          <a:xfrm flipH="1">
            <a:off x="8530313" y="2921135"/>
            <a:ext cx="430402"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75" name="直線單箭頭接點 24"/>
          <p:cNvCxnSpPr/>
          <p:nvPr/>
        </p:nvCxnSpPr>
        <p:spPr>
          <a:xfrm flipH="1">
            <a:off x="9192307" y="3066602"/>
            <a:ext cx="576047"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87" name="文本框 36"/>
          <p:cNvSpPr txBox="1"/>
          <p:nvPr/>
        </p:nvSpPr>
        <p:spPr>
          <a:xfrm>
            <a:off x="9159751" y="2790773"/>
            <a:ext cx="632278" cy="276999"/>
          </a:xfrm>
          <a:prstGeom prst="rect">
            <a:avLst/>
          </a:prstGeom>
          <a:noFill/>
          <a:ln w="9525">
            <a:noFill/>
          </a:ln>
        </p:spPr>
        <p:txBody>
          <a:bodyPr wrap="square" anchor="t" anchorCtr="0">
            <a:spAutoFit/>
          </a:bodyPr>
          <a:lstStyle/>
          <a:p>
            <a:pPr algn="ctr" eaLnBrk="0" hangingPunct="0"/>
            <a:r>
              <a:rPr lang="en-US" altLang="zh-CN" sz="1200" dirty="0">
                <a:solidFill>
                  <a:srgbClr val="FF0000"/>
                </a:solidFill>
                <a:latin typeface="Calibri" panose="020F0502020204030204" charset="0"/>
                <a:ea typeface="等线" panose="02010600030101010101" charset="-122"/>
              </a:rPr>
              <a:t>12.98</a:t>
            </a:r>
          </a:p>
        </p:txBody>
      </p:sp>
      <p:sp>
        <p:nvSpPr>
          <p:cNvPr id="188" name="文本框 36"/>
          <p:cNvSpPr txBox="1"/>
          <p:nvPr/>
        </p:nvSpPr>
        <p:spPr>
          <a:xfrm>
            <a:off x="9170988" y="1342982"/>
            <a:ext cx="621041" cy="276999"/>
          </a:xfrm>
          <a:prstGeom prst="rect">
            <a:avLst/>
          </a:prstGeom>
          <a:noFill/>
          <a:ln w="9525">
            <a:noFill/>
          </a:ln>
        </p:spPr>
        <p:txBody>
          <a:bodyPr wrap="square" anchor="t" anchorCtr="0">
            <a:spAutoFit/>
          </a:bodyPr>
          <a:lstStyle/>
          <a:p>
            <a:pPr algn="ctr" eaLnBrk="0" hangingPunct="0"/>
            <a:r>
              <a:rPr lang="en-US" altLang="zh-CN" sz="1200" dirty="0">
                <a:solidFill>
                  <a:srgbClr val="FF0000"/>
                </a:solidFill>
                <a:latin typeface="Calibri" panose="020F0502020204030204" charset="0"/>
                <a:ea typeface="等线" panose="02010600030101010101" charset="-122"/>
              </a:rPr>
              <a:t>12.98</a:t>
            </a:r>
          </a:p>
        </p:txBody>
      </p:sp>
      <p:sp>
        <p:nvSpPr>
          <p:cNvPr id="225" name="文本框 36"/>
          <p:cNvSpPr txBox="1"/>
          <p:nvPr/>
        </p:nvSpPr>
        <p:spPr>
          <a:xfrm>
            <a:off x="8838674" y="3056355"/>
            <a:ext cx="470696" cy="276999"/>
          </a:xfrm>
          <a:prstGeom prst="rect">
            <a:avLst/>
          </a:prstGeom>
          <a:noFill/>
          <a:ln w="9525">
            <a:noFill/>
          </a:ln>
        </p:spPr>
        <p:txBody>
          <a:bodyPr wrap="square" anchor="t" anchorCtr="0">
            <a:spAutoFit/>
          </a:bodyPr>
          <a:lstStyle/>
          <a:p>
            <a:pPr algn="ctr" eaLnBrk="0" hangingPunct="0"/>
            <a:r>
              <a:rPr lang="en-US" altLang="zh-CN" sz="1200" dirty="0">
                <a:latin typeface="Calibri" panose="020F0502020204030204" charset="0"/>
                <a:ea typeface="等线" panose="02010600030101010101" charset="-122"/>
              </a:rPr>
              <a:t>5.0</a:t>
            </a:r>
          </a:p>
        </p:txBody>
      </p:sp>
      <p:sp>
        <p:nvSpPr>
          <p:cNvPr id="226" name="文本框 36"/>
          <p:cNvSpPr txBox="1"/>
          <p:nvPr/>
        </p:nvSpPr>
        <p:spPr>
          <a:xfrm>
            <a:off x="8864154" y="1195121"/>
            <a:ext cx="470696" cy="276999"/>
          </a:xfrm>
          <a:prstGeom prst="rect">
            <a:avLst/>
          </a:prstGeom>
          <a:noFill/>
          <a:ln w="9525">
            <a:noFill/>
          </a:ln>
        </p:spPr>
        <p:txBody>
          <a:bodyPr wrap="square" anchor="t" anchorCtr="0">
            <a:spAutoFit/>
          </a:bodyPr>
          <a:lstStyle/>
          <a:p>
            <a:pPr algn="ctr" eaLnBrk="0" hangingPunct="0"/>
            <a:r>
              <a:rPr lang="en-US" altLang="zh-CN" sz="1200" dirty="0">
                <a:latin typeface="Calibri" panose="020F0502020204030204" charset="0"/>
                <a:ea typeface="等线" panose="02010600030101010101" charset="-122"/>
              </a:rPr>
              <a:t>5.0</a:t>
            </a:r>
          </a:p>
        </p:txBody>
      </p:sp>
      <p:sp>
        <p:nvSpPr>
          <p:cNvPr id="227" name="文本框 36"/>
          <p:cNvSpPr txBox="1"/>
          <p:nvPr/>
        </p:nvSpPr>
        <p:spPr>
          <a:xfrm>
            <a:off x="8178273" y="3079448"/>
            <a:ext cx="470696" cy="276999"/>
          </a:xfrm>
          <a:prstGeom prst="rect">
            <a:avLst/>
          </a:prstGeom>
          <a:noFill/>
          <a:ln w="9525">
            <a:noFill/>
          </a:ln>
        </p:spPr>
        <p:txBody>
          <a:bodyPr wrap="square" anchor="t" anchorCtr="0">
            <a:spAutoFit/>
          </a:bodyPr>
          <a:lstStyle/>
          <a:p>
            <a:pPr algn="ctr" eaLnBrk="0" hangingPunct="0"/>
            <a:r>
              <a:rPr lang="en-US" altLang="zh-CN" sz="1200" dirty="0">
                <a:latin typeface="Calibri" panose="020F0502020204030204" charset="0"/>
                <a:ea typeface="等线" panose="02010600030101010101" charset="-122"/>
              </a:rPr>
              <a:t>5.0</a:t>
            </a:r>
          </a:p>
        </p:txBody>
      </p:sp>
      <p:sp>
        <p:nvSpPr>
          <p:cNvPr id="228" name="文本框 36"/>
          <p:cNvSpPr txBox="1"/>
          <p:nvPr/>
        </p:nvSpPr>
        <p:spPr>
          <a:xfrm>
            <a:off x="8203753" y="1218214"/>
            <a:ext cx="470696" cy="276999"/>
          </a:xfrm>
          <a:prstGeom prst="rect">
            <a:avLst/>
          </a:prstGeom>
          <a:noFill/>
          <a:ln w="9525">
            <a:noFill/>
          </a:ln>
        </p:spPr>
        <p:txBody>
          <a:bodyPr wrap="square" anchor="t" anchorCtr="0">
            <a:spAutoFit/>
          </a:bodyPr>
          <a:lstStyle/>
          <a:p>
            <a:pPr algn="ctr" eaLnBrk="0" hangingPunct="0"/>
            <a:r>
              <a:rPr lang="en-US" altLang="zh-CN" sz="1200" dirty="0">
                <a:latin typeface="Calibri" panose="020F0502020204030204" charset="0"/>
                <a:ea typeface="等线" panose="02010600030101010101" charset="-122"/>
              </a:rPr>
              <a:t>5.0</a:t>
            </a:r>
          </a:p>
        </p:txBody>
      </p:sp>
      <p:sp>
        <p:nvSpPr>
          <p:cNvPr id="229" name="文本框 36"/>
          <p:cNvSpPr txBox="1"/>
          <p:nvPr/>
        </p:nvSpPr>
        <p:spPr>
          <a:xfrm>
            <a:off x="7513258" y="3088687"/>
            <a:ext cx="470696" cy="276999"/>
          </a:xfrm>
          <a:prstGeom prst="rect">
            <a:avLst/>
          </a:prstGeom>
          <a:noFill/>
          <a:ln w="9525">
            <a:noFill/>
          </a:ln>
        </p:spPr>
        <p:txBody>
          <a:bodyPr wrap="square" anchor="t" anchorCtr="0">
            <a:spAutoFit/>
          </a:bodyPr>
          <a:lstStyle/>
          <a:p>
            <a:pPr algn="ctr" eaLnBrk="0" hangingPunct="0"/>
            <a:r>
              <a:rPr lang="en-US" altLang="zh-CN" sz="1200" dirty="0">
                <a:latin typeface="Calibri" panose="020F0502020204030204" charset="0"/>
                <a:ea typeface="等线" panose="02010600030101010101" charset="-122"/>
              </a:rPr>
              <a:t>5.0</a:t>
            </a:r>
          </a:p>
        </p:txBody>
      </p:sp>
      <p:sp>
        <p:nvSpPr>
          <p:cNvPr id="230" name="文本框 36"/>
          <p:cNvSpPr txBox="1"/>
          <p:nvPr/>
        </p:nvSpPr>
        <p:spPr>
          <a:xfrm>
            <a:off x="7538738" y="1227453"/>
            <a:ext cx="470696" cy="276999"/>
          </a:xfrm>
          <a:prstGeom prst="rect">
            <a:avLst/>
          </a:prstGeom>
          <a:noFill/>
          <a:ln w="9525">
            <a:noFill/>
          </a:ln>
        </p:spPr>
        <p:txBody>
          <a:bodyPr wrap="square" anchor="t" anchorCtr="0">
            <a:spAutoFit/>
          </a:bodyPr>
          <a:lstStyle/>
          <a:p>
            <a:pPr algn="ctr" eaLnBrk="0" hangingPunct="0"/>
            <a:r>
              <a:rPr lang="en-US" altLang="zh-CN" sz="1200" dirty="0">
                <a:latin typeface="Calibri" panose="020F0502020204030204" charset="0"/>
                <a:ea typeface="等线" panose="02010600030101010101" charset="-122"/>
              </a:rPr>
              <a:t>5.0</a:t>
            </a:r>
          </a:p>
        </p:txBody>
      </p:sp>
      <p:sp>
        <p:nvSpPr>
          <p:cNvPr id="231" name="文本框 36"/>
          <p:cNvSpPr txBox="1"/>
          <p:nvPr/>
        </p:nvSpPr>
        <p:spPr>
          <a:xfrm>
            <a:off x="6857478" y="3088686"/>
            <a:ext cx="470696" cy="276999"/>
          </a:xfrm>
          <a:prstGeom prst="rect">
            <a:avLst/>
          </a:prstGeom>
          <a:noFill/>
          <a:ln w="9525">
            <a:noFill/>
          </a:ln>
        </p:spPr>
        <p:txBody>
          <a:bodyPr wrap="square" anchor="t" anchorCtr="0">
            <a:spAutoFit/>
          </a:bodyPr>
          <a:lstStyle/>
          <a:p>
            <a:pPr algn="ctr" eaLnBrk="0" hangingPunct="0"/>
            <a:r>
              <a:rPr lang="en-US" altLang="zh-CN" sz="1200" dirty="0">
                <a:latin typeface="Calibri" panose="020F0502020204030204" charset="0"/>
                <a:ea typeface="等线" panose="02010600030101010101" charset="-122"/>
              </a:rPr>
              <a:t>5.0</a:t>
            </a:r>
          </a:p>
        </p:txBody>
      </p:sp>
      <p:sp>
        <p:nvSpPr>
          <p:cNvPr id="232" name="文本框 36"/>
          <p:cNvSpPr txBox="1"/>
          <p:nvPr/>
        </p:nvSpPr>
        <p:spPr>
          <a:xfrm>
            <a:off x="6901430" y="1172036"/>
            <a:ext cx="470696" cy="276999"/>
          </a:xfrm>
          <a:prstGeom prst="rect">
            <a:avLst/>
          </a:prstGeom>
          <a:noFill/>
          <a:ln w="9525">
            <a:noFill/>
          </a:ln>
        </p:spPr>
        <p:txBody>
          <a:bodyPr wrap="square" anchor="t" anchorCtr="0">
            <a:spAutoFit/>
          </a:bodyPr>
          <a:lstStyle/>
          <a:p>
            <a:pPr algn="ctr" eaLnBrk="0" hangingPunct="0"/>
            <a:r>
              <a:rPr lang="en-US" altLang="zh-CN" sz="1200" dirty="0">
                <a:latin typeface="Calibri" panose="020F0502020204030204" charset="0"/>
                <a:ea typeface="等线" panose="02010600030101010101" charset="-122"/>
              </a:rPr>
              <a:t>2.7</a:t>
            </a:r>
          </a:p>
        </p:txBody>
      </p:sp>
      <p:sp>
        <p:nvSpPr>
          <p:cNvPr id="233" name="文本框 36"/>
          <p:cNvSpPr txBox="1"/>
          <p:nvPr/>
        </p:nvSpPr>
        <p:spPr>
          <a:xfrm>
            <a:off x="6215544" y="3093307"/>
            <a:ext cx="470696" cy="276999"/>
          </a:xfrm>
          <a:prstGeom prst="rect">
            <a:avLst/>
          </a:prstGeom>
          <a:noFill/>
          <a:ln w="9525">
            <a:noFill/>
          </a:ln>
        </p:spPr>
        <p:txBody>
          <a:bodyPr wrap="square" anchor="t" anchorCtr="0">
            <a:spAutoFit/>
          </a:bodyPr>
          <a:lstStyle/>
          <a:p>
            <a:pPr algn="ctr" eaLnBrk="0" hangingPunct="0"/>
            <a:r>
              <a:rPr lang="en-US" altLang="zh-CN" sz="1200" dirty="0">
                <a:latin typeface="Calibri" panose="020F0502020204030204" charset="0"/>
                <a:ea typeface="等线" panose="02010600030101010101" charset="-122"/>
              </a:rPr>
              <a:t>4.0</a:t>
            </a:r>
          </a:p>
        </p:txBody>
      </p:sp>
      <p:sp>
        <p:nvSpPr>
          <p:cNvPr id="234" name="文本框 36"/>
          <p:cNvSpPr txBox="1"/>
          <p:nvPr/>
        </p:nvSpPr>
        <p:spPr>
          <a:xfrm>
            <a:off x="6204080" y="1176657"/>
            <a:ext cx="470696" cy="276999"/>
          </a:xfrm>
          <a:prstGeom prst="rect">
            <a:avLst/>
          </a:prstGeom>
          <a:noFill/>
          <a:ln w="9525">
            <a:noFill/>
          </a:ln>
        </p:spPr>
        <p:txBody>
          <a:bodyPr wrap="square" anchor="t" anchorCtr="0">
            <a:spAutoFit/>
          </a:bodyPr>
          <a:lstStyle/>
          <a:p>
            <a:pPr algn="ctr" eaLnBrk="0" hangingPunct="0"/>
            <a:r>
              <a:rPr lang="en-US" altLang="zh-CN" sz="1200" dirty="0">
                <a:latin typeface="Calibri" panose="020F0502020204030204" charset="0"/>
                <a:ea typeface="等线" panose="02010600030101010101" charset="-122"/>
              </a:rPr>
              <a:t>2.7</a:t>
            </a:r>
          </a:p>
        </p:txBody>
      </p:sp>
      <p:sp>
        <p:nvSpPr>
          <p:cNvPr id="235" name="文本框 36"/>
          <p:cNvSpPr txBox="1"/>
          <p:nvPr/>
        </p:nvSpPr>
        <p:spPr>
          <a:xfrm>
            <a:off x="8425456" y="2915465"/>
            <a:ext cx="632278" cy="276999"/>
          </a:xfrm>
          <a:prstGeom prst="rect">
            <a:avLst/>
          </a:prstGeom>
          <a:noFill/>
          <a:ln w="9525">
            <a:noFill/>
          </a:ln>
        </p:spPr>
        <p:txBody>
          <a:bodyPr wrap="square" anchor="t" anchorCtr="0">
            <a:spAutoFit/>
          </a:bodyPr>
          <a:lstStyle/>
          <a:p>
            <a:pPr algn="ctr" eaLnBrk="0" hangingPunct="0"/>
            <a:r>
              <a:rPr lang="en-US" altLang="zh-CN" sz="1200" dirty="0">
                <a:solidFill>
                  <a:srgbClr val="FF0000"/>
                </a:solidFill>
                <a:latin typeface="Calibri" panose="020F0502020204030204" charset="0"/>
                <a:ea typeface="等线" panose="02010600030101010101" charset="-122"/>
              </a:rPr>
              <a:t>10.0</a:t>
            </a:r>
          </a:p>
        </p:txBody>
      </p:sp>
      <p:sp>
        <p:nvSpPr>
          <p:cNvPr id="236" name="文本框 36"/>
          <p:cNvSpPr txBox="1"/>
          <p:nvPr/>
        </p:nvSpPr>
        <p:spPr>
          <a:xfrm>
            <a:off x="8436693" y="1467674"/>
            <a:ext cx="621041" cy="276999"/>
          </a:xfrm>
          <a:prstGeom prst="rect">
            <a:avLst/>
          </a:prstGeom>
          <a:noFill/>
          <a:ln w="9525">
            <a:noFill/>
          </a:ln>
        </p:spPr>
        <p:txBody>
          <a:bodyPr wrap="square" anchor="t" anchorCtr="0">
            <a:spAutoFit/>
          </a:bodyPr>
          <a:lstStyle/>
          <a:p>
            <a:pPr algn="ctr" eaLnBrk="0" hangingPunct="0"/>
            <a:r>
              <a:rPr lang="en-US" altLang="zh-CN" sz="1200" dirty="0">
                <a:solidFill>
                  <a:srgbClr val="FF0000"/>
                </a:solidFill>
                <a:latin typeface="Calibri" panose="020F0502020204030204" charset="0"/>
                <a:ea typeface="等线" panose="02010600030101010101" charset="-122"/>
              </a:rPr>
              <a:t>10.0</a:t>
            </a:r>
          </a:p>
        </p:txBody>
      </p:sp>
      <p:sp>
        <p:nvSpPr>
          <p:cNvPr id="237" name="文本框 36"/>
          <p:cNvSpPr txBox="1"/>
          <p:nvPr/>
        </p:nvSpPr>
        <p:spPr>
          <a:xfrm>
            <a:off x="7746583" y="2957032"/>
            <a:ext cx="632278" cy="276999"/>
          </a:xfrm>
          <a:prstGeom prst="rect">
            <a:avLst/>
          </a:prstGeom>
          <a:noFill/>
          <a:ln w="9525">
            <a:noFill/>
          </a:ln>
        </p:spPr>
        <p:txBody>
          <a:bodyPr wrap="square" anchor="t" anchorCtr="0">
            <a:spAutoFit/>
          </a:bodyPr>
          <a:lstStyle/>
          <a:p>
            <a:pPr algn="ctr" eaLnBrk="0" hangingPunct="0"/>
            <a:r>
              <a:rPr lang="en-US" altLang="zh-CN" sz="1200" dirty="0">
                <a:solidFill>
                  <a:srgbClr val="FF0000"/>
                </a:solidFill>
                <a:latin typeface="Calibri" panose="020F0502020204030204" charset="0"/>
                <a:ea typeface="等线" panose="02010600030101010101" charset="-122"/>
              </a:rPr>
              <a:t>10.0</a:t>
            </a:r>
          </a:p>
        </p:txBody>
      </p:sp>
      <p:sp>
        <p:nvSpPr>
          <p:cNvPr id="238" name="文本框 36"/>
          <p:cNvSpPr txBox="1"/>
          <p:nvPr/>
        </p:nvSpPr>
        <p:spPr>
          <a:xfrm>
            <a:off x="7757820" y="1509241"/>
            <a:ext cx="621041" cy="276999"/>
          </a:xfrm>
          <a:prstGeom prst="rect">
            <a:avLst/>
          </a:prstGeom>
          <a:noFill/>
          <a:ln w="9525">
            <a:noFill/>
          </a:ln>
        </p:spPr>
        <p:txBody>
          <a:bodyPr wrap="square" anchor="t" anchorCtr="0">
            <a:spAutoFit/>
          </a:bodyPr>
          <a:lstStyle/>
          <a:p>
            <a:pPr algn="ctr" eaLnBrk="0" hangingPunct="0"/>
            <a:r>
              <a:rPr lang="en-US" altLang="zh-CN" sz="1200" dirty="0">
                <a:solidFill>
                  <a:srgbClr val="FF0000"/>
                </a:solidFill>
                <a:latin typeface="Calibri" panose="020F0502020204030204" charset="0"/>
                <a:ea typeface="等线" panose="02010600030101010101" charset="-122"/>
              </a:rPr>
              <a:t>10.0</a:t>
            </a:r>
          </a:p>
        </p:txBody>
      </p:sp>
      <p:sp>
        <p:nvSpPr>
          <p:cNvPr id="239" name="文本框 36"/>
          <p:cNvSpPr txBox="1"/>
          <p:nvPr/>
        </p:nvSpPr>
        <p:spPr>
          <a:xfrm>
            <a:off x="7109280" y="2957033"/>
            <a:ext cx="632278" cy="276999"/>
          </a:xfrm>
          <a:prstGeom prst="rect">
            <a:avLst/>
          </a:prstGeom>
          <a:noFill/>
          <a:ln w="9525">
            <a:noFill/>
          </a:ln>
        </p:spPr>
        <p:txBody>
          <a:bodyPr wrap="square" anchor="t" anchorCtr="0">
            <a:spAutoFit/>
          </a:bodyPr>
          <a:lstStyle/>
          <a:p>
            <a:pPr algn="ctr" eaLnBrk="0" hangingPunct="0"/>
            <a:r>
              <a:rPr lang="en-US" altLang="zh-CN" sz="1200" dirty="0">
                <a:solidFill>
                  <a:srgbClr val="FF0000"/>
                </a:solidFill>
                <a:latin typeface="Calibri" panose="020F0502020204030204" charset="0"/>
                <a:ea typeface="等线" panose="02010600030101010101" charset="-122"/>
              </a:rPr>
              <a:t>10.0</a:t>
            </a:r>
          </a:p>
        </p:txBody>
      </p:sp>
      <p:sp>
        <p:nvSpPr>
          <p:cNvPr id="240" name="文本框 36"/>
          <p:cNvSpPr txBox="1"/>
          <p:nvPr/>
        </p:nvSpPr>
        <p:spPr>
          <a:xfrm>
            <a:off x="7120517" y="1509242"/>
            <a:ext cx="621041" cy="276999"/>
          </a:xfrm>
          <a:prstGeom prst="rect">
            <a:avLst/>
          </a:prstGeom>
          <a:noFill/>
          <a:ln w="9525">
            <a:noFill/>
          </a:ln>
        </p:spPr>
        <p:txBody>
          <a:bodyPr wrap="square" anchor="t" anchorCtr="0">
            <a:spAutoFit/>
          </a:bodyPr>
          <a:lstStyle/>
          <a:p>
            <a:pPr algn="ctr" eaLnBrk="0" hangingPunct="0"/>
            <a:r>
              <a:rPr lang="en-US" altLang="zh-CN" sz="1200" dirty="0">
                <a:solidFill>
                  <a:srgbClr val="FF0000"/>
                </a:solidFill>
                <a:latin typeface="Calibri" panose="020F0502020204030204" charset="0"/>
                <a:ea typeface="等线" panose="02010600030101010101" charset="-122"/>
              </a:rPr>
              <a:t>10.0</a:t>
            </a:r>
          </a:p>
        </p:txBody>
      </p:sp>
      <p:sp>
        <p:nvSpPr>
          <p:cNvPr id="241" name="文本框 36"/>
          <p:cNvSpPr txBox="1"/>
          <p:nvPr/>
        </p:nvSpPr>
        <p:spPr>
          <a:xfrm>
            <a:off x="6444252" y="2938557"/>
            <a:ext cx="632278" cy="276999"/>
          </a:xfrm>
          <a:prstGeom prst="rect">
            <a:avLst/>
          </a:prstGeom>
          <a:noFill/>
          <a:ln w="9525">
            <a:noFill/>
          </a:ln>
        </p:spPr>
        <p:txBody>
          <a:bodyPr wrap="square" anchor="t" anchorCtr="0">
            <a:spAutoFit/>
          </a:bodyPr>
          <a:lstStyle/>
          <a:p>
            <a:pPr algn="ctr" eaLnBrk="0" hangingPunct="0"/>
            <a:r>
              <a:rPr lang="en-US" altLang="zh-CN" sz="1200" dirty="0">
                <a:solidFill>
                  <a:srgbClr val="FF0000"/>
                </a:solidFill>
                <a:latin typeface="Calibri" panose="020F0502020204030204" charset="0"/>
                <a:ea typeface="等线" panose="02010600030101010101" charset="-122"/>
              </a:rPr>
              <a:t>10.0</a:t>
            </a:r>
          </a:p>
        </p:txBody>
      </p:sp>
      <p:sp>
        <p:nvSpPr>
          <p:cNvPr id="242" name="文本框 36"/>
          <p:cNvSpPr txBox="1"/>
          <p:nvPr/>
        </p:nvSpPr>
        <p:spPr>
          <a:xfrm>
            <a:off x="6455489" y="1490766"/>
            <a:ext cx="621041" cy="276999"/>
          </a:xfrm>
          <a:prstGeom prst="rect">
            <a:avLst/>
          </a:prstGeom>
          <a:noFill/>
          <a:ln w="9525">
            <a:noFill/>
          </a:ln>
        </p:spPr>
        <p:txBody>
          <a:bodyPr wrap="square" anchor="t" anchorCtr="0">
            <a:spAutoFit/>
          </a:bodyPr>
          <a:lstStyle/>
          <a:p>
            <a:pPr algn="ctr" eaLnBrk="0" hangingPunct="0"/>
            <a:r>
              <a:rPr lang="en-US" altLang="zh-CN" sz="1200" dirty="0">
                <a:solidFill>
                  <a:srgbClr val="FF0000"/>
                </a:solidFill>
                <a:latin typeface="Calibri" panose="020F0502020204030204" charset="0"/>
                <a:ea typeface="等线" panose="02010600030101010101" charset="-122"/>
              </a:rPr>
              <a:t>13.6</a:t>
            </a:r>
          </a:p>
        </p:txBody>
      </p:sp>
      <p:sp>
        <p:nvSpPr>
          <p:cNvPr id="243" name="文本框 36"/>
          <p:cNvSpPr txBox="1"/>
          <p:nvPr/>
        </p:nvSpPr>
        <p:spPr>
          <a:xfrm>
            <a:off x="5760765" y="2846201"/>
            <a:ext cx="632278" cy="276999"/>
          </a:xfrm>
          <a:prstGeom prst="rect">
            <a:avLst/>
          </a:prstGeom>
          <a:noFill/>
          <a:ln w="9525">
            <a:noFill/>
          </a:ln>
        </p:spPr>
        <p:txBody>
          <a:bodyPr wrap="square" anchor="t" anchorCtr="0">
            <a:spAutoFit/>
          </a:bodyPr>
          <a:lstStyle/>
          <a:p>
            <a:pPr algn="ctr" eaLnBrk="0" hangingPunct="0"/>
            <a:r>
              <a:rPr lang="en-US" altLang="zh-CN" sz="1200" dirty="0">
                <a:solidFill>
                  <a:srgbClr val="FF0000"/>
                </a:solidFill>
                <a:latin typeface="Calibri" panose="020F0502020204030204" charset="0"/>
                <a:ea typeface="等线" panose="02010600030101010101" charset="-122"/>
              </a:rPr>
              <a:t>14.53</a:t>
            </a:r>
          </a:p>
        </p:txBody>
      </p:sp>
      <p:sp>
        <p:nvSpPr>
          <p:cNvPr id="244" name="文本框 36"/>
          <p:cNvSpPr txBox="1"/>
          <p:nvPr/>
        </p:nvSpPr>
        <p:spPr>
          <a:xfrm>
            <a:off x="5744294" y="1370702"/>
            <a:ext cx="621041" cy="276999"/>
          </a:xfrm>
          <a:prstGeom prst="rect">
            <a:avLst/>
          </a:prstGeom>
          <a:noFill/>
          <a:ln w="9525">
            <a:noFill/>
          </a:ln>
        </p:spPr>
        <p:txBody>
          <a:bodyPr wrap="square" anchor="t" anchorCtr="0">
            <a:spAutoFit/>
          </a:bodyPr>
          <a:lstStyle/>
          <a:p>
            <a:pPr algn="ctr" eaLnBrk="0" hangingPunct="0"/>
            <a:r>
              <a:rPr lang="en-US" altLang="zh-CN" sz="1200" dirty="0">
                <a:solidFill>
                  <a:srgbClr val="FF0000"/>
                </a:solidFill>
                <a:latin typeface="Calibri" panose="020F0502020204030204" charset="0"/>
                <a:ea typeface="等线" panose="02010600030101010101" charset="-122"/>
              </a:rPr>
              <a:t>14.53</a:t>
            </a:r>
          </a:p>
        </p:txBody>
      </p:sp>
      <p:sp>
        <p:nvSpPr>
          <p:cNvPr id="259" name="TextBox 216"/>
          <p:cNvSpPr txBox="1">
            <a:spLocks noChangeArrowheads="1"/>
          </p:cNvSpPr>
          <p:nvPr/>
        </p:nvSpPr>
        <p:spPr bwMode="auto">
          <a:xfrm>
            <a:off x="6631484" y="4225250"/>
            <a:ext cx="2755900"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lnSpc>
                <a:spcPct val="130000"/>
              </a:lnSpc>
            </a:pPr>
            <a:r>
              <a:rPr lang="en-US" altLang="zh-CN" sz="1300" dirty="0">
                <a:latin typeface="+mn-lt"/>
                <a:sym typeface="+mn-ea"/>
              </a:rPr>
              <a:t>Position of lateral pressure head</a:t>
            </a:r>
          </a:p>
        </p:txBody>
      </p:sp>
      <p:sp>
        <p:nvSpPr>
          <p:cNvPr id="260" name="TextBox 216"/>
          <p:cNvSpPr txBox="1">
            <a:spLocks noChangeArrowheads="1"/>
          </p:cNvSpPr>
          <p:nvPr/>
        </p:nvSpPr>
        <p:spPr bwMode="auto">
          <a:xfrm>
            <a:off x="6808126" y="5993358"/>
            <a:ext cx="2755900"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lnSpc>
                <a:spcPct val="130000"/>
              </a:lnSpc>
            </a:pPr>
            <a:r>
              <a:rPr lang="en-US" altLang="zh-CN" sz="1300" dirty="0">
                <a:latin typeface="+mn-lt"/>
                <a:sym typeface="+mn-ea"/>
              </a:rPr>
              <a:t>Upper pressure head position</a:t>
            </a:r>
          </a:p>
        </p:txBody>
      </p:sp>
      <p:pic>
        <p:nvPicPr>
          <p:cNvPr id="10" name="图片 9">
            <a:extLst>
              <a:ext uri="{FF2B5EF4-FFF2-40B4-BE49-F238E27FC236}">
                <a16:creationId xmlns:a16="http://schemas.microsoft.com/office/drawing/2014/main" id="{B99BF6A8-9655-4686-9C53-37242A2DA119}"/>
              </a:ext>
            </a:extLst>
          </p:cNvPr>
          <p:cNvPicPr>
            <a:picLocks noChangeAspect="1"/>
          </p:cNvPicPr>
          <p:nvPr/>
        </p:nvPicPr>
        <p:blipFill>
          <a:blip r:embed="rId13"/>
          <a:stretch>
            <a:fillRect/>
          </a:stretch>
        </p:blipFill>
        <p:spPr>
          <a:xfrm>
            <a:off x="5621989" y="4804106"/>
            <a:ext cx="4399835" cy="109437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1"/>
            </p:custDataLst>
          </p:nvPr>
        </p:nvSpPr>
        <p:spPr>
          <a:xfrm>
            <a:off x="300990" y="768350"/>
            <a:ext cx="4604385"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a:t>4.3-3 </a:t>
            </a:r>
            <a:r>
              <a:rPr lang="zh-CN" altLang="en-US" sz="1800" b="1"/>
              <a:t>Sliding table conveying structure</a:t>
            </a:r>
          </a:p>
        </p:txBody>
      </p:sp>
      <p:sp>
        <p:nvSpPr>
          <p:cNvPr id="12291" name="灯片编号占位符 3"/>
          <p:cNvSpPr>
            <a:spLocks noGrp="1" noChangeArrowheads="1"/>
          </p:cNvSpPr>
          <p:nvPr>
            <p:custDataLst>
              <p:tags r:id="rId2"/>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15</a:t>
            </a:fld>
            <a:endParaRPr lang="zh-TW" altLang="en-US" sz="1400">
              <a:solidFill>
                <a:srgbClr val="898989"/>
              </a:solidFill>
              <a:latin typeface="Arial" panose="020B0604020202020204" pitchFamily="34" charset="0"/>
              <a:ea typeface="微软雅黑" panose="020B0503020204020204" pitchFamily="34" charset="-122"/>
            </a:endParaRPr>
          </a:p>
        </p:txBody>
      </p:sp>
      <p:sp>
        <p:nvSpPr>
          <p:cNvPr id="5"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graphicFrame>
        <p:nvGraphicFramePr>
          <p:cNvPr id="33" name="表格 32"/>
          <p:cNvGraphicFramePr>
            <a:graphicFrameLocks noGrp="1"/>
          </p:cNvGraphicFramePr>
          <p:nvPr>
            <p:custDataLst>
              <p:tags r:id="rId3"/>
            </p:custDataLst>
          </p:nvPr>
        </p:nvGraphicFramePr>
        <p:xfrm>
          <a:off x="6889433" y="782320"/>
          <a:ext cx="3910399" cy="2743200"/>
        </p:xfrm>
        <a:graphic>
          <a:graphicData uri="http://schemas.openxmlformats.org/drawingml/2006/table">
            <a:tbl>
              <a:tblPr firstRow="1" bandRow="1">
                <a:tableStyleId>{5C22544A-7EE6-4342-B048-85BDC9FD1C3A}</a:tableStyleId>
              </a:tblPr>
              <a:tblGrid>
                <a:gridCol w="1501775">
                  <a:extLst>
                    <a:ext uri="{9D8B030D-6E8A-4147-A177-3AD203B41FA5}">
                      <a16:colId xmlns:a16="http://schemas.microsoft.com/office/drawing/2014/main" val="20000"/>
                    </a:ext>
                  </a:extLst>
                </a:gridCol>
                <a:gridCol w="2408624">
                  <a:extLst>
                    <a:ext uri="{9D8B030D-6E8A-4147-A177-3AD203B41FA5}">
                      <a16:colId xmlns:a16="http://schemas.microsoft.com/office/drawing/2014/main" val="20001"/>
                    </a:ext>
                  </a:extLst>
                </a:gridCol>
              </a:tblGrid>
              <a:tr h="274320">
                <a:tc grid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200">
                          <a:solidFill>
                            <a:schemeClr val="tx1"/>
                          </a:solidFill>
                          <a:latin typeface="微软雅黑" panose="020B0503020204020204" pitchFamily="34" charset="-122"/>
                          <a:ea typeface="微软雅黑" panose="020B0503020204020204" pitchFamily="34" charset="-122"/>
                          <a:sym typeface="+mn-ea"/>
                        </a:rPr>
                        <a:t>X-axis transfer</a:t>
                      </a:r>
                      <a:endParaRPr lang="en-US" altLang="zh-CN" sz="1200">
                        <a:solidFill>
                          <a:schemeClr val="tx1"/>
                        </a:solidFill>
                        <a:latin typeface="微软雅黑" panose="020B0503020204020204" pitchFamily="34" charset="-122"/>
                        <a:ea typeface="微软雅黑" panose="020B0503020204020204" pitchFamily="34" charset="-122"/>
                      </a:endParaRPr>
                    </a:p>
                  </a:txBody>
                  <a:tcPr anchor="ctr">
                    <a:solidFill>
                      <a:srgbClr val="00FF00"/>
                    </a:solidFill>
                  </a:tcPr>
                </a:tc>
                <a:tc hMerge="1">
                  <a:txBody>
                    <a:bodyPr/>
                    <a:lstStyle/>
                    <a:p>
                      <a:endParaRPr lang="zh-CN"/>
                    </a:p>
                  </a:txBody>
                  <a:tcPr/>
                </a:tc>
                <a:extLst>
                  <a:ext uri="{0D108BD9-81ED-4DB2-BD59-A6C34878D82A}">
                    <a16:rowId xmlns:a16="http://schemas.microsoft.com/office/drawing/2014/main" val="10000"/>
                  </a:ext>
                </a:extLst>
              </a:tr>
              <a:tr h="273600">
                <a:tc>
                  <a:txBody>
                    <a:bodyPr/>
                    <a:lstStyle/>
                    <a:p>
                      <a:pPr algn="l"/>
                      <a:r>
                        <a:rPr lang="en-US" altLang="zh-CN" sz="1200">
                          <a:latin typeface="微软雅黑" panose="020B0503020204020204" pitchFamily="34" charset="-122"/>
                          <a:ea typeface="微软雅黑" panose="020B0503020204020204" pitchFamily="34" charset="-122"/>
                        </a:rPr>
                        <a:t>Type</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a:ln>
                            <a:noFill/>
                          </a:ln>
                          <a:solidFill>
                            <a:srgbClr val="000000"/>
                          </a:solidFill>
                          <a:effectLst/>
                          <a:latin typeface="微软雅黑" panose="020B0503020204020204" pitchFamily="34" charset="-122"/>
                          <a:ea typeface="微软雅黑" panose="020B0503020204020204" pitchFamily="34" charset="-122"/>
                          <a:sym typeface="+mn-ea"/>
                        </a:rPr>
                        <a:t>GTH8-L20-300-BL-S40-D4</a:t>
                      </a:r>
                    </a:p>
                  </a:txBody>
                  <a:tcPr anchor="ctr"/>
                </a:tc>
                <a:extLst>
                  <a:ext uri="{0D108BD9-81ED-4DB2-BD59-A6C34878D82A}">
                    <a16:rowId xmlns:a16="http://schemas.microsoft.com/office/drawing/2014/main" val="10001"/>
                  </a:ext>
                </a:extLst>
              </a:tr>
              <a:tr h="273600">
                <a:tc>
                  <a:txBody>
                    <a:bodyPr/>
                    <a:lstStyle/>
                    <a:p>
                      <a:pPr algn="l"/>
                      <a:r>
                        <a:rPr lang="en-US" altLang="zh-CN" sz="1200">
                          <a:latin typeface="微软雅黑" panose="020B0503020204020204" pitchFamily="34" charset="-122"/>
                          <a:ea typeface="微软雅黑" panose="020B0503020204020204" pitchFamily="34" charset="-122"/>
                        </a:rPr>
                        <a:t>Brand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rPr>
                        <a:t>TOYO</a:t>
                      </a:r>
                      <a:endParaRPr lang="zh-CN" alt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2"/>
                  </a:ext>
                </a:extLst>
              </a:tr>
              <a:tr h="274320">
                <a:tc>
                  <a:txBody>
                    <a:bodyPr/>
                    <a:lstStyle/>
                    <a:p>
                      <a:pPr algn="l"/>
                      <a:r>
                        <a:rPr lang="en-US" altLang="zh-CN" sz="1200">
                          <a:latin typeface="微软雅黑" panose="020B0503020204020204" pitchFamily="34" charset="-122"/>
                          <a:ea typeface="微软雅黑" panose="020B0503020204020204" pitchFamily="34" charset="-122"/>
                        </a:rPr>
                        <a:t>repeatability</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rPr>
                        <a:t>±0.005mm</a:t>
                      </a:r>
                      <a:endParaRPr lang="zh-CN" alt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3"/>
                  </a:ext>
                </a:extLst>
              </a:tr>
              <a:tr h="274320">
                <a:tc>
                  <a:txBody>
                    <a:bodyPr/>
                    <a:lstStyle/>
                    <a:p>
                      <a:pPr algn="l">
                        <a:buNone/>
                      </a:pPr>
                      <a:r>
                        <a:rPr lang="en-US" altLang="zh-CN" sz="1200" dirty="0">
                          <a:ln>
                            <a:noFill/>
                          </a:ln>
                          <a:solidFill>
                            <a:srgbClr val="000000"/>
                          </a:solidFill>
                          <a:effectLst/>
                          <a:latin typeface="微软雅黑" panose="020B0503020204020204" pitchFamily="34" charset="-122"/>
                          <a:ea typeface="微软雅黑" panose="020B0503020204020204" pitchFamily="34" charset="-122"/>
                          <a:sym typeface="+mn-ea"/>
                        </a:rPr>
                        <a:t>Position accuracy</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buNone/>
                      </a:pPr>
                      <a:r>
                        <a:rPr lang="en-US" altLang="zh-CN" sz="1200">
                          <a:latin typeface="微软雅黑" panose="020B0503020204020204" pitchFamily="34" charset="-122"/>
                          <a:ea typeface="微软雅黑" panose="020B0503020204020204" pitchFamily="34" charset="-122"/>
                          <a:sym typeface="Arial" panose="020B0604020202020204"/>
                        </a:rPr>
                        <a:t>±0.01mm</a:t>
                      </a:r>
                      <a:endParaRPr lang="zh-CN" alt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4"/>
                  </a:ext>
                </a:extLst>
              </a:tr>
              <a:tr h="2736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latin typeface="微软雅黑" panose="020B0503020204020204" pitchFamily="34" charset="-122"/>
                          <a:ea typeface="微软雅黑" panose="020B0503020204020204" pitchFamily="34" charset="-122"/>
                        </a:rPr>
                        <a:t>Travel</a:t>
                      </a:r>
                      <a:r>
                        <a:rPr lang="en-US" altLang="zh-CN" sz="1200" baseline="0">
                          <a:latin typeface="微软雅黑" panose="020B0503020204020204" pitchFamily="34" charset="-122"/>
                          <a:ea typeface="微软雅黑" panose="020B0503020204020204" pitchFamily="34" charset="-122"/>
                        </a:rPr>
                        <a:t> distance</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a:latin typeface="微软雅黑" panose="020B0503020204020204" pitchFamily="34" charset="-122"/>
                          <a:ea typeface="微软雅黑" panose="020B0503020204020204" pitchFamily="34" charset="-122"/>
                        </a:rPr>
                        <a:t>300mm</a:t>
                      </a:r>
                      <a:endParaRPr lang="zh-CN" altLang="en-US" sz="12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5"/>
                  </a:ext>
                </a:extLst>
              </a:tr>
              <a:tr h="274320">
                <a:tc>
                  <a:txBody>
                    <a:bodyPr/>
                    <a:lstStyle/>
                    <a:p>
                      <a:pPr algn="l"/>
                      <a:r>
                        <a:rPr lang="en-US" altLang="zh-CN" sz="1200">
                          <a:latin typeface="微软雅黑" panose="020B0503020204020204" pitchFamily="34" charset="-122"/>
                          <a:ea typeface="微软雅黑" panose="020B0503020204020204" pitchFamily="34" charset="-122"/>
                        </a:rPr>
                        <a:t>Max speed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a:latin typeface="微软雅黑" panose="020B0503020204020204" pitchFamily="34" charset="-122"/>
                          <a:ea typeface="微软雅黑" panose="020B0503020204020204" pitchFamily="34" charset="-122"/>
                        </a:rPr>
                        <a:t>1000mm/s</a:t>
                      </a:r>
                      <a:endParaRPr lang="zh-CN" altLang="en-US" sz="12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6"/>
                  </a:ext>
                </a:extLst>
              </a:tr>
              <a:tr h="273600">
                <a:tc>
                  <a:txBody>
                    <a:bodyPr/>
                    <a:lstStyle/>
                    <a:p>
                      <a:pPr algn="l"/>
                      <a:r>
                        <a:rPr lang="en-US" altLang="zh-CN" sz="1200">
                          <a:latin typeface="微软雅黑" panose="020B0503020204020204" pitchFamily="34" charset="-122"/>
                          <a:ea typeface="微软雅黑" panose="020B0503020204020204" pitchFamily="34" charset="-122"/>
                        </a:rPr>
                        <a:t>Work</a:t>
                      </a:r>
                      <a:r>
                        <a:rPr lang="en-US" altLang="zh-CN" sz="1200" baseline="0">
                          <a:latin typeface="微软雅黑" panose="020B0503020204020204" pitchFamily="34" charset="-122"/>
                          <a:ea typeface="微软雅黑" panose="020B0503020204020204" pitchFamily="34" charset="-122"/>
                        </a:rPr>
                        <a:t> speed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a:latin typeface="微软雅黑" panose="020B0503020204020204" pitchFamily="34" charset="-122"/>
                          <a:ea typeface="微软雅黑" panose="020B0503020204020204" pitchFamily="34" charset="-122"/>
                        </a:rPr>
                        <a:t>700mm/s</a:t>
                      </a:r>
                      <a:endParaRPr lang="zh-CN" altLang="en-US" sz="12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7"/>
                  </a:ext>
                </a:extLst>
              </a:tr>
              <a:tr h="273600">
                <a:tc>
                  <a:txBody>
                    <a:bodyPr/>
                    <a:lstStyle/>
                    <a:p>
                      <a:pPr algn="l"/>
                      <a:r>
                        <a:rPr lang="en-US" altLang="zh-CN" sz="1200">
                          <a:latin typeface="微软雅黑" panose="020B0503020204020204" pitchFamily="34" charset="-122"/>
                          <a:ea typeface="微软雅黑" panose="020B0503020204020204" pitchFamily="34" charset="-122"/>
                        </a:rPr>
                        <a:t>Rate load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a:latin typeface="微软雅黑" panose="020B0503020204020204" pitchFamily="34" charset="-122"/>
                          <a:ea typeface="微软雅黑" panose="020B0503020204020204" pitchFamily="34" charset="-122"/>
                        </a:rPr>
                        <a:t>18Kg</a:t>
                      </a:r>
                      <a:endParaRPr lang="zh-CN" altLang="en-US" sz="12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8"/>
                  </a:ext>
                </a:extLst>
              </a:tr>
              <a:tr h="273600">
                <a:tc>
                  <a:txBody>
                    <a:bodyPr/>
                    <a:lstStyle/>
                    <a:p>
                      <a:pPr algn="l"/>
                      <a:r>
                        <a:rPr lang="en-US" altLang="zh-CN" sz="1200">
                          <a:latin typeface="微软雅黑" panose="020B0503020204020204" pitchFamily="34" charset="-122"/>
                          <a:ea typeface="微软雅黑" panose="020B0503020204020204" pitchFamily="34" charset="-122"/>
                        </a:rPr>
                        <a:t>Work load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a:latin typeface="微软雅黑" panose="020B0503020204020204" pitchFamily="34" charset="-122"/>
                          <a:ea typeface="微软雅黑" panose="020B0503020204020204" pitchFamily="34" charset="-122"/>
                        </a:rPr>
                        <a:t>8kg</a:t>
                      </a:r>
                    </a:p>
                  </a:txBody>
                  <a:tcPr anchor="ctr"/>
                </a:tc>
                <a:extLst>
                  <a:ext uri="{0D108BD9-81ED-4DB2-BD59-A6C34878D82A}">
                    <a16:rowId xmlns:a16="http://schemas.microsoft.com/office/drawing/2014/main" val="10009"/>
                  </a:ext>
                </a:extLst>
              </a:tr>
            </a:tbl>
          </a:graphicData>
        </a:graphic>
      </p:graphicFrame>
      <p:pic>
        <p:nvPicPr>
          <p:cNvPr id="18" name="图片 17"/>
          <p:cNvPicPr>
            <a:picLocks noChangeAspect="1"/>
          </p:cNvPicPr>
          <p:nvPr/>
        </p:nvPicPr>
        <p:blipFill>
          <a:blip r:embed="rId7"/>
          <a:stretch>
            <a:fillRect/>
          </a:stretch>
        </p:blipFill>
        <p:spPr>
          <a:xfrm>
            <a:off x="3722370" y="2352040"/>
            <a:ext cx="2767330" cy="2008505"/>
          </a:xfrm>
          <a:prstGeom prst="rect">
            <a:avLst/>
          </a:prstGeom>
        </p:spPr>
      </p:pic>
      <p:pic>
        <p:nvPicPr>
          <p:cNvPr id="19" name="图片 18"/>
          <p:cNvPicPr>
            <a:picLocks noChangeAspect="1"/>
          </p:cNvPicPr>
          <p:nvPr/>
        </p:nvPicPr>
        <p:blipFill>
          <a:blip r:embed="rId8"/>
          <a:stretch>
            <a:fillRect/>
          </a:stretch>
        </p:blipFill>
        <p:spPr>
          <a:xfrm>
            <a:off x="6861810" y="3553460"/>
            <a:ext cx="3959860" cy="2813685"/>
          </a:xfrm>
          <a:prstGeom prst="rect">
            <a:avLst/>
          </a:prstGeom>
        </p:spPr>
      </p:pic>
      <p:sp>
        <p:nvSpPr>
          <p:cNvPr id="21" name="椭圆 20"/>
          <p:cNvSpPr/>
          <p:nvPr>
            <p:custDataLst>
              <p:tags r:id="rId4"/>
            </p:custDataLst>
          </p:nvPr>
        </p:nvSpPr>
        <p:spPr>
          <a:xfrm>
            <a:off x="10190480" y="3938270"/>
            <a:ext cx="608965" cy="1322705"/>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panose="020F0502020204030204" charset="0"/>
              <a:cs typeface="Calibri" panose="020F0502020204030204" charset="0"/>
            </a:endParaRPr>
          </a:p>
        </p:txBody>
      </p:sp>
      <p:sp>
        <p:nvSpPr>
          <p:cNvPr id="3"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4.</a:t>
            </a:r>
            <a:r>
              <a:rPr lang="en-US" altLang="zh-CN" dirty="0">
                <a:sym typeface="+mn-ea"/>
              </a:rPr>
              <a:t>The key components</a:t>
            </a:r>
            <a:endParaRPr lang="en-US" altLang="zh-CN" dirty="0">
              <a:latin typeface="+mn-lt"/>
            </a:endParaRPr>
          </a:p>
        </p:txBody>
      </p:sp>
      <p:grpSp>
        <p:nvGrpSpPr>
          <p:cNvPr id="4" name="组合 3"/>
          <p:cNvGrpSpPr/>
          <p:nvPr/>
        </p:nvGrpSpPr>
        <p:grpSpPr>
          <a:xfrm>
            <a:off x="438150" y="1222375"/>
            <a:ext cx="3103880" cy="5109210"/>
            <a:chOff x="7606" y="1483"/>
            <a:chExt cx="4888" cy="8046"/>
          </a:xfrm>
        </p:grpSpPr>
        <p:pic>
          <p:nvPicPr>
            <p:cNvPr id="7" name="图片 6"/>
            <p:cNvPicPr>
              <a:picLocks noChangeAspect="1"/>
            </p:cNvPicPr>
            <p:nvPr/>
          </p:nvPicPr>
          <p:blipFill>
            <a:blip r:embed="rId9"/>
            <a:stretch>
              <a:fillRect/>
            </a:stretch>
          </p:blipFill>
          <p:spPr>
            <a:xfrm>
              <a:off x="7606" y="1483"/>
              <a:ext cx="4889" cy="8047"/>
            </a:xfrm>
            <a:prstGeom prst="rect">
              <a:avLst/>
            </a:prstGeom>
          </p:spPr>
        </p:pic>
        <p:cxnSp>
          <p:nvCxnSpPr>
            <p:cNvPr id="6" name="直接箭头连接符 91"/>
            <p:cNvCxnSpPr/>
            <p:nvPr/>
          </p:nvCxnSpPr>
          <p:spPr>
            <a:xfrm>
              <a:off x="10018" y="3101"/>
              <a:ext cx="0" cy="4222"/>
            </a:xfrm>
            <a:prstGeom prst="straightConnector1">
              <a:avLst/>
            </a:prstGeom>
            <a:ln w="76200">
              <a:solidFill>
                <a:srgbClr val="00FF00"/>
              </a:solidFill>
              <a:prstDash val="sysDot"/>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12" name="椭圆 87"/>
            <p:cNvSpPr/>
            <p:nvPr/>
          </p:nvSpPr>
          <p:spPr>
            <a:xfrm>
              <a:off x="8515" y="1483"/>
              <a:ext cx="700" cy="540"/>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lIns="44604" tIns="44604" rIns="44604" bIns="44604" anchor="ctr">
              <a:spAutoFit/>
            </a:bodyPr>
            <a:lstStyle/>
            <a:p>
              <a:pPr marL="0" marR="0" lvl="0" indent="0" algn="ctr" defTabSz="825500" rtl="0" eaLnBrk="1" fontAlgn="base" latinLnBrk="1" hangingPunct="0">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Light"/>
                </a:rPr>
                <a:t>3</a:t>
              </a:r>
            </a:p>
          </p:txBody>
        </p:sp>
        <p:sp>
          <p:nvSpPr>
            <p:cNvPr id="13" name="椭圆 87"/>
            <p:cNvSpPr/>
            <p:nvPr/>
          </p:nvSpPr>
          <p:spPr>
            <a:xfrm>
              <a:off x="9226" y="3244"/>
              <a:ext cx="700" cy="541"/>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lIns="44604" tIns="44604" rIns="44604" bIns="44604" anchor="ctr">
              <a:spAutoFit/>
            </a:bodyPr>
            <a:lstStyle/>
            <a:p>
              <a:pPr marL="0" marR="0" lvl="0" indent="0" algn="ctr" defTabSz="825500" rtl="0" eaLnBrk="1" fontAlgn="base" latinLnBrk="1" hangingPunct="0">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Light"/>
                </a:rPr>
                <a:t>2</a:t>
              </a:r>
            </a:p>
          </p:txBody>
        </p:sp>
        <p:sp>
          <p:nvSpPr>
            <p:cNvPr id="10" name="椭圆 87"/>
            <p:cNvSpPr/>
            <p:nvPr/>
          </p:nvSpPr>
          <p:spPr>
            <a:xfrm>
              <a:off x="9995" y="7224"/>
              <a:ext cx="700" cy="541"/>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lIns="44604" tIns="44604" rIns="44604" bIns="44604" anchor="ctr">
              <a:spAutoFit/>
            </a:bodyPr>
            <a:lstStyle/>
            <a:p>
              <a:pPr marL="0" marR="0" lvl="0" indent="0" algn="ctr" defTabSz="825500" rtl="0" eaLnBrk="1" fontAlgn="base" latinLnBrk="1" hangingPunct="0">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Helvetica Neue Light"/>
                </a:rPr>
                <a:t>1</a:t>
              </a: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1"/>
            </p:custDataLst>
          </p:nvPr>
        </p:nvSpPr>
        <p:spPr>
          <a:xfrm>
            <a:off x="300990" y="768350"/>
            <a:ext cx="6966585"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a:t>4.4 </a:t>
            </a:r>
            <a:r>
              <a:rPr sz="1800" b="1"/>
              <a:t>Lower CCD component (CCD hardware configuration)</a:t>
            </a:r>
          </a:p>
        </p:txBody>
      </p:sp>
      <p:sp>
        <p:nvSpPr>
          <p:cNvPr id="12291" name="灯片编号占位符 3"/>
          <p:cNvSpPr>
            <a:spLocks noGrp="1" noChangeArrowheads="1"/>
          </p:cNvSpPr>
          <p:nvPr>
            <p:custDataLst>
              <p:tags r:id="rId2"/>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16</a:t>
            </a:fld>
            <a:endParaRPr lang="zh-TW" altLang="en-US" sz="1400">
              <a:solidFill>
                <a:srgbClr val="898989"/>
              </a:solidFill>
              <a:latin typeface="Arial" panose="020B0604020202020204" pitchFamily="34" charset="0"/>
              <a:ea typeface="微软雅黑" panose="020B0503020204020204" pitchFamily="34" charset="-122"/>
            </a:endParaRPr>
          </a:p>
        </p:txBody>
      </p:sp>
      <p:sp>
        <p:nvSpPr>
          <p:cNvPr id="5" name="TextBox 29"/>
          <p:cNvSpPr txBox="1">
            <a:spLocks noChangeArrowheads="1"/>
          </p:cNvSpPr>
          <p:nvPr/>
        </p:nvSpPr>
        <p:spPr bwMode="auto">
          <a:xfrm>
            <a:off x="10915291" y="1054527"/>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pic>
        <p:nvPicPr>
          <p:cNvPr id="10" name="图片 4" descr="IMG_20221220_100328[1]"/>
          <p:cNvPicPr>
            <a:picLocks noChangeAspect="1"/>
          </p:cNvPicPr>
          <p:nvPr/>
        </p:nvPicPr>
        <p:blipFill>
          <a:blip r:embed="rId6"/>
          <a:stretch>
            <a:fillRect/>
          </a:stretch>
        </p:blipFill>
        <p:spPr>
          <a:xfrm>
            <a:off x="8120063" y="3634740"/>
            <a:ext cx="1025525" cy="422275"/>
          </a:xfrm>
          <a:prstGeom prst="rect">
            <a:avLst/>
          </a:prstGeom>
          <a:noFill/>
          <a:ln w="9525">
            <a:noFill/>
          </a:ln>
        </p:spPr>
      </p:pic>
      <p:pic>
        <p:nvPicPr>
          <p:cNvPr id="11" name="图片 2" descr="IMG_20221220_100240[1]"/>
          <p:cNvPicPr>
            <a:picLocks noChangeAspect="1"/>
          </p:cNvPicPr>
          <p:nvPr/>
        </p:nvPicPr>
        <p:blipFill>
          <a:blip r:embed="rId7"/>
          <a:stretch>
            <a:fillRect/>
          </a:stretch>
        </p:blipFill>
        <p:spPr>
          <a:xfrm>
            <a:off x="8326438" y="4819015"/>
            <a:ext cx="608012" cy="1155700"/>
          </a:xfrm>
          <a:prstGeom prst="rect">
            <a:avLst/>
          </a:prstGeom>
          <a:noFill/>
          <a:ln w="9525">
            <a:noFill/>
          </a:ln>
        </p:spPr>
      </p:pic>
      <p:sp>
        <p:nvSpPr>
          <p:cNvPr id="13" name="文本框 5"/>
          <p:cNvSpPr txBox="1"/>
          <p:nvPr/>
        </p:nvSpPr>
        <p:spPr>
          <a:xfrm>
            <a:off x="7005955" y="676275"/>
            <a:ext cx="3166110" cy="460375"/>
          </a:xfrm>
          <a:prstGeom prst="rect">
            <a:avLst/>
          </a:prstGeom>
          <a:noFill/>
          <a:ln w="9525">
            <a:noFill/>
          </a:ln>
        </p:spPr>
        <p:txBody>
          <a:bodyPr wrap="square" anchor="t" anchorCtr="0">
            <a:spAutoFit/>
          </a:bodyPr>
          <a:lstStyle/>
          <a:p>
            <a:pPr marL="285750" indent="-285750">
              <a:lnSpc>
                <a:spcPct val="150000"/>
              </a:lnSpc>
              <a:buClr>
                <a:srgbClr val="00FF00"/>
              </a:buClr>
              <a:buFont typeface="Wingdings" panose="05000000000000000000" pitchFamily="2" charset="2"/>
              <a:buChar char="n"/>
            </a:pPr>
            <a:r>
              <a:rPr lang="zh-CN" altLang="en-US" sz="1600" b="1" dirty="0">
                <a:latin typeface="微软雅黑" panose="020B0503020204020204" pitchFamily="34" charset="-122"/>
                <a:ea typeface="微软雅黑" panose="020B0503020204020204" pitchFamily="34" charset="-122"/>
              </a:rPr>
              <a:t>Hardware layout diagram：</a:t>
            </a:r>
            <a:endParaRPr lang="en-US" altLang="zh-CN" sz="1600" dirty="0">
              <a:latin typeface="微软雅黑" panose="020B0503020204020204" pitchFamily="34" charset="-122"/>
              <a:ea typeface="微软雅黑" panose="020B0503020204020204" pitchFamily="34" charset="-122"/>
            </a:endParaRPr>
          </a:p>
        </p:txBody>
      </p:sp>
      <p:sp>
        <p:nvSpPr>
          <p:cNvPr id="14" name="圆角矩形 7"/>
          <p:cNvSpPr/>
          <p:nvPr/>
        </p:nvSpPr>
        <p:spPr>
          <a:xfrm>
            <a:off x="5932488" y="1148715"/>
            <a:ext cx="6019800" cy="5395913"/>
          </a:xfrm>
          <a:prstGeom prst="roundRect">
            <a:avLst/>
          </a:prstGeom>
          <a:noFill/>
          <a:ln w="31750">
            <a:solidFill>
              <a:srgbClr val="00FF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15" name="组合 38"/>
          <p:cNvGrpSpPr/>
          <p:nvPr/>
        </p:nvGrpSpPr>
        <p:grpSpPr>
          <a:xfrm rot="10800000">
            <a:off x="6762750" y="1304290"/>
            <a:ext cx="4184650" cy="4759325"/>
            <a:chOff x="6165181" y="1313546"/>
            <a:chExt cx="4185782" cy="4758519"/>
          </a:xfrm>
        </p:grpSpPr>
        <p:grpSp>
          <p:nvGrpSpPr>
            <p:cNvPr id="16" name="组合 8"/>
            <p:cNvGrpSpPr/>
            <p:nvPr/>
          </p:nvGrpSpPr>
          <p:grpSpPr>
            <a:xfrm>
              <a:off x="6165181" y="1313546"/>
              <a:ext cx="2333659" cy="4547700"/>
              <a:chOff x="6117885" y="1783008"/>
              <a:chExt cx="2333659" cy="4547700"/>
            </a:xfrm>
          </p:grpSpPr>
          <p:cxnSp>
            <p:nvCxnSpPr>
              <p:cNvPr id="18" name="直接连接符 12"/>
              <p:cNvCxnSpPr/>
              <p:nvPr/>
            </p:nvCxnSpPr>
            <p:spPr>
              <a:xfrm>
                <a:off x="6132176" y="6341536"/>
                <a:ext cx="2208810" cy="0"/>
              </a:xfrm>
              <a:prstGeom prst="line">
                <a:avLst/>
              </a:prstGeom>
              <a:ln w="19050">
                <a:prstDash val="lgDashDotDot"/>
              </a:ln>
            </p:spPr>
            <p:style>
              <a:lnRef idx="1">
                <a:schemeClr val="accent1"/>
              </a:lnRef>
              <a:fillRef idx="0">
                <a:schemeClr val="accent1"/>
              </a:fillRef>
              <a:effectRef idx="0">
                <a:schemeClr val="accent1"/>
              </a:effectRef>
              <a:fontRef idx="minor">
                <a:schemeClr val="tx1"/>
              </a:fontRef>
            </p:style>
          </p:cxnSp>
          <p:cxnSp>
            <p:nvCxnSpPr>
              <p:cNvPr id="19" name="直接连接符 13"/>
              <p:cNvCxnSpPr/>
              <p:nvPr/>
            </p:nvCxnSpPr>
            <p:spPr>
              <a:xfrm flipH="1">
                <a:off x="6376717" y="2579798"/>
                <a:ext cx="2003967" cy="0"/>
              </a:xfrm>
              <a:prstGeom prst="line">
                <a:avLst/>
              </a:prstGeom>
              <a:ln w="19050">
                <a:prstDash val="lgDashDotDot"/>
              </a:ln>
            </p:spPr>
            <p:style>
              <a:lnRef idx="1">
                <a:schemeClr val="accent1"/>
              </a:lnRef>
              <a:fillRef idx="0">
                <a:schemeClr val="accent1"/>
              </a:fillRef>
              <a:effectRef idx="0">
                <a:schemeClr val="accent1"/>
              </a:effectRef>
              <a:fontRef idx="minor">
                <a:schemeClr val="tx1"/>
              </a:fontRef>
            </p:style>
          </p:cxnSp>
          <p:cxnSp>
            <p:nvCxnSpPr>
              <p:cNvPr id="20" name="直接箭头连接符 14"/>
              <p:cNvCxnSpPr/>
              <p:nvPr/>
            </p:nvCxnSpPr>
            <p:spPr>
              <a:xfrm>
                <a:off x="6449762" y="2587734"/>
                <a:ext cx="7940" cy="374269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接连接符 17"/>
              <p:cNvCxnSpPr/>
              <p:nvPr/>
            </p:nvCxnSpPr>
            <p:spPr>
              <a:xfrm flipV="1">
                <a:off x="7264370" y="4160680"/>
                <a:ext cx="1189359" cy="9523"/>
              </a:xfrm>
              <a:prstGeom prst="line">
                <a:avLst/>
              </a:prstGeom>
              <a:ln w="19050">
                <a:prstDash val="lgDashDotDot"/>
              </a:ln>
            </p:spPr>
            <p:style>
              <a:lnRef idx="1">
                <a:schemeClr val="accent1"/>
              </a:lnRef>
              <a:fillRef idx="0">
                <a:schemeClr val="accent1"/>
              </a:fillRef>
              <a:effectRef idx="0">
                <a:schemeClr val="accent1"/>
              </a:effectRef>
              <a:fontRef idx="minor">
                <a:schemeClr val="tx1"/>
              </a:fontRef>
            </p:style>
          </p:cxnSp>
          <p:cxnSp>
            <p:nvCxnSpPr>
              <p:cNvPr id="22" name="直接箭头连接符 18"/>
              <p:cNvCxnSpPr/>
              <p:nvPr/>
            </p:nvCxnSpPr>
            <p:spPr>
              <a:xfrm>
                <a:off x="7253254" y="4143220"/>
                <a:ext cx="6352" cy="218085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矩形 19"/>
              <p:cNvSpPr/>
              <p:nvPr/>
            </p:nvSpPr>
            <p:spPr>
              <a:xfrm rot="10800000">
                <a:off x="7271928" y="4449507"/>
                <a:ext cx="643255" cy="245110"/>
              </a:xfrm>
              <a:prstGeom prst="rect">
                <a:avLst/>
              </a:prstGeom>
              <a:noFill/>
              <a:ln w="9525">
                <a:noFill/>
              </a:ln>
            </p:spPr>
            <p:txBody>
              <a:bodyPr wrap="none" anchor="t" anchorCtr="0">
                <a:spAutoFit/>
              </a:bodyPr>
              <a:lstStyle/>
              <a:p>
                <a:pPr algn="just"/>
                <a:r>
                  <a:rPr lang="en-US" altLang="zh-CN" sz="1000" dirty="0">
                    <a:latin typeface="微软雅黑" panose="020B0503020204020204" pitchFamily="34" charset="-122"/>
                    <a:ea typeface="微软雅黑" panose="020B0503020204020204" pitchFamily="34" charset="-122"/>
                  </a:rPr>
                  <a:t>120mm</a:t>
                </a:r>
                <a:endParaRPr lang="zh-CN" altLang="en-US" sz="1000" dirty="0">
                  <a:latin typeface="微软雅黑" panose="020B0503020204020204" pitchFamily="34" charset="-122"/>
                  <a:ea typeface="微软雅黑" panose="020B0503020204020204" pitchFamily="34" charset="-122"/>
                </a:endParaRPr>
              </a:p>
            </p:txBody>
          </p:sp>
          <p:cxnSp>
            <p:nvCxnSpPr>
              <p:cNvPr id="24" name="直接连接符 20"/>
              <p:cNvCxnSpPr/>
              <p:nvPr/>
            </p:nvCxnSpPr>
            <p:spPr>
              <a:xfrm flipH="1" flipV="1">
                <a:off x="8436262" y="1783008"/>
                <a:ext cx="15879" cy="4456945"/>
              </a:xfrm>
              <a:prstGeom prst="line">
                <a:avLst/>
              </a:prstGeom>
              <a:ln w="15875" cmpd="sng">
                <a:solidFill>
                  <a:srgbClr val="FF0000"/>
                </a:solidFill>
                <a:prstDash val="dashDot"/>
              </a:ln>
            </p:spPr>
            <p:style>
              <a:lnRef idx="1">
                <a:schemeClr val="accent1"/>
              </a:lnRef>
              <a:fillRef idx="0">
                <a:schemeClr val="accent1"/>
              </a:fillRef>
              <a:effectRef idx="0">
                <a:schemeClr val="accent1"/>
              </a:effectRef>
              <a:fontRef idx="minor">
                <a:schemeClr val="tx1"/>
              </a:fontRef>
            </p:style>
          </p:cxnSp>
        </p:grpSp>
        <p:sp>
          <p:nvSpPr>
            <p:cNvPr id="25" name="矩形 22"/>
            <p:cNvSpPr/>
            <p:nvPr/>
          </p:nvSpPr>
          <p:spPr>
            <a:xfrm>
              <a:off x="8426393" y="5854614"/>
              <a:ext cx="173084" cy="217451"/>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26" name="文本框 23"/>
            <p:cNvSpPr txBox="1"/>
            <p:nvPr/>
          </p:nvSpPr>
          <p:spPr>
            <a:xfrm flipV="1">
              <a:off x="9560174" y="5799696"/>
              <a:ext cx="790789" cy="245068"/>
            </a:xfrm>
            <a:prstGeom prst="rect">
              <a:avLst/>
            </a:prstGeom>
            <a:gradFill rotWithShape="1">
              <a:gsLst>
                <a:gs pos="0">
                  <a:srgbClr val="9ADD95">
                    <a:alpha val="100000"/>
                  </a:srgbClr>
                </a:gs>
                <a:gs pos="50000">
                  <a:srgbClr val="C2E8BF">
                    <a:alpha val="100000"/>
                  </a:srgbClr>
                </a:gs>
                <a:gs pos="100000">
                  <a:srgbClr val="E1F3E0">
                    <a:alpha val="100000"/>
                  </a:srgbClr>
                </a:gs>
              </a:gsLst>
              <a:lin ang="13500000" scaled="1"/>
              <a:tileRect/>
            </a:gradFill>
            <a:ln w="9525">
              <a:noFill/>
            </a:ln>
          </p:spPr>
          <p:txBody>
            <a:bodyPr wrap="square" anchor="t" anchorCtr="0">
              <a:spAutoFit/>
            </a:bodyPr>
            <a:lstStyle/>
            <a:p>
              <a:pPr algn="ctr" defTabSz="990600"/>
              <a:r>
                <a:rPr lang="zh-CN" altLang="en-US" sz="1000" dirty="0">
                  <a:latin typeface="微软雅黑" panose="020B0503020204020204" pitchFamily="34" charset="-122"/>
                  <a:ea typeface="微软雅黑" panose="020B0503020204020204" pitchFamily="34" charset="-122"/>
                </a:rPr>
                <a:t>product</a:t>
              </a:r>
            </a:p>
          </p:txBody>
        </p:sp>
      </p:grpSp>
      <p:sp>
        <p:nvSpPr>
          <p:cNvPr id="27" name="矩形 26"/>
          <p:cNvSpPr/>
          <p:nvPr/>
        </p:nvSpPr>
        <p:spPr>
          <a:xfrm>
            <a:off x="10788650" y="4652328"/>
            <a:ext cx="642938" cy="244475"/>
          </a:xfrm>
          <a:prstGeom prst="rect">
            <a:avLst/>
          </a:prstGeom>
          <a:noFill/>
          <a:ln w="9525">
            <a:noFill/>
          </a:ln>
        </p:spPr>
        <p:txBody>
          <a:bodyPr wrap="none" anchor="t" anchorCtr="0">
            <a:spAutoFit/>
          </a:bodyPr>
          <a:lstStyle/>
          <a:p>
            <a:pPr algn="just"/>
            <a:r>
              <a:rPr lang="en-US" altLang="zh-CN" sz="1000" dirty="0">
                <a:latin typeface="微软雅黑" panose="020B0503020204020204" pitchFamily="34" charset="-122"/>
                <a:ea typeface="微软雅黑" panose="020B0503020204020204" pitchFamily="34" charset="-122"/>
              </a:rPr>
              <a:t>190mm</a:t>
            </a:r>
          </a:p>
        </p:txBody>
      </p:sp>
      <p:sp>
        <p:nvSpPr>
          <p:cNvPr id="28" name="矩形 37"/>
          <p:cNvSpPr>
            <a:spLocks noChangeArrowheads="1"/>
          </p:cNvSpPr>
          <p:nvPr/>
        </p:nvSpPr>
        <p:spPr bwMode="auto">
          <a:xfrm>
            <a:off x="212725" y="3703003"/>
            <a:ext cx="561657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等线" panose="02010600030101010101" charset="-122"/>
              </a:rPr>
              <a:t>Using the template matching method, the real object is first photographed to create a template that identifies the center point and initial Angle. Then take a picture with ccd, find the contour, find the same contour through the template to determine the center, and then calculate the deviation and Angle of the x axis and y axis with the template</a:t>
            </a:r>
            <a:r>
              <a:rPr kumimoji="0" lang="en-US" altLang="zh-CN" sz="1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等线" panose="02010600030101010101" charset="-122"/>
              </a:rPr>
              <a:t>.</a:t>
            </a:r>
            <a:endParaRPr kumimoji="0" lang="en-US" altLang="zh-CN" sz="1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29" name="文本框 15"/>
          <p:cNvSpPr txBox="1"/>
          <p:nvPr/>
        </p:nvSpPr>
        <p:spPr>
          <a:xfrm rot="-10800000" flipV="1">
            <a:off x="6228080" y="3439795"/>
            <a:ext cx="1928495" cy="228600"/>
          </a:xfrm>
          <a:prstGeom prst="rect">
            <a:avLst/>
          </a:prstGeom>
          <a:solidFill>
            <a:srgbClr val="CFEDCD"/>
          </a:solidFill>
          <a:ln w="9525">
            <a:noFill/>
          </a:ln>
        </p:spPr>
        <p:txBody>
          <a:bodyPr anchor="t" anchorCtr="0"/>
          <a:lstStyle/>
          <a:p>
            <a:pPr algn="ctr"/>
            <a:r>
              <a:rPr lang="zh-CN" altLang="x-none" sz="1000" b="1" dirty="0">
                <a:latin typeface="微软雅黑" panose="020B0503020204020204" pitchFamily="34" charset="-122"/>
                <a:ea typeface="微软雅黑" panose="020B0503020204020204" pitchFamily="34" charset="-122"/>
                <a:sym typeface="+mn-ea"/>
              </a:rPr>
              <a:t>light source</a:t>
            </a:r>
            <a:r>
              <a:rPr lang="zh-CN" altLang="en-US" sz="1000" dirty="0">
                <a:latin typeface="微软雅黑" panose="020B0503020204020204" pitchFamily="34" charset="-122"/>
                <a:ea typeface="微软雅黑" panose="020B0503020204020204" pitchFamily="34" charset="-122"/>
              </a:rPr>
              <a:t>：</a:t>
            </a:r>
            <a:r>
              <a:rPr lang="en-US" altLang="zh-CN" sz="1000" dirty="0">
                <a:solidFill>
                  <a:srgbClr val="000000"/>
                </a:solidFill>
                <a:latin typeface="微软雅黑" panose="020B0503020204020204" pitchFamily="34" charset="-122"/>
                <a:ea typeface="微软雅黑" panose="020B0503020204020204" pitchFamily="34" charset="-122"/>
                <a:sym typeface="等线" panose="02010600030101010101" charset="-122"/>
              </a:rPr>
              <a:t>LRS-90W30</a:t>
            </a:r>
            <a:endParaRPr lang="en-US" altLang="zh-CN" sz="1000" dirty="0">
              <a:solidFill>
                <a:srgbClr val="000000"/>
              </a:solidFill>
              <a:latin typeface="微软雅黑" panose="020B0503020204020204" pitchFamily="34" charset="-122"/>
              <a:ea typeface="微软雅黑" panose="020B0503020204020204" pitchFamily="34" charset="-122"/>
            </a:endParaRPr>
          </a:p>
        </p:txBody>
      </p:sp>
      <p:sp>
        <p:nvSpPr>
          <p:cNvPr id="30" name="文本框 25"/>
          <p:cNvSpPr txBox="1"/>
          <p:nvPr/>
        </p:nvSpPr>
        <p:spPr>
          <a:xfrm rot="-10800000" flipV="1">
            <a:off x="6375400" y="5266690"/>
            <a:ext cx="1951355" cy="321945"/>
          </a:xfrm>
          <a:prstGeom prst="rect">
            <a:avLst/>
          </a:prstGeom>
          <a:gradFill rotWithShape="1">
            <a:gsLst>
              <a:gs pos="0">
                <a:srgbClr val="9ADD95">
                  <a:alpha val="100000"/>
                </a:srgbClr>
              </a:gs>
              <a:gs pos="50000">
                <a:srgbClr val="C2E8BF">
                  <a:alpha val="100000"/>
                </a:srgbClr>
              </a:gs>
              <a:gs pos="100000">
                <a:srgbClr val="E1F3E0">
                  <a:alpha val="100000"/>
                </a:srgbClr>
              </a:gs>
            </a:gsLst>
            <a:lin ang="13500000" scaled="1"/>
            <a:tileRect/>
          </a:gradFill>
          <a:ln w="9525">
            <a:noFill/>
          </a:ln>
        </p:spPr>
        <p:txBody>
          <a:bodyPr wrap="square" anchor="t" anchorCtr="0">
            <a:spAutoFit/>
          </a:bodyPr>
          <a:lstStyle/>
          <a:p>
            <a:pPr algn="ctr">
              <a:lnSpc>
                <a:spcPct val="150000"/>
              </a:lnSpc>
            </a:pPr>
            <a:r>
              <a:rPr lang="zh-CN" altLang="x-none" sz="1000" b="1" dirty="0">
                <a:latin typeface="微软雅黑" panose="020B0503020204020204" pitchFamily="34" charset="-122"/>
                <a:ea typeface="微软雅黑" panose="020B0503020204020204" pitchFamily="34" charset="-122"/>
                <a:sym typeface="+mn-ea"/>
              </a:rPr>
              <a:t>camera</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sym typeface="等线" panose="02010600030101010101" charset="-122"/>
              </a:rPr>
              <a:t>MV-14GF25500C</a:t>
            </a:r>
            <a:endParaRPr lang="en-US" altLang="zh-CN" sz="1000" dirty="0">
              <a:latin typeface="微软雅黑" panose="020B0503020204020204" pitchFamily="34" charset="-122"/>
              <a:ea typeface="微软雅黑" panose="020B0503020204020204" pitchFamily="34" charset="-122"/>
            </a:endParaRPr>
          </a:p>
        </p:txBody>
      </p:sp>
      <p:sp>
        <p:nvSpPr>
          <p:cNvPr id="31" name="文本框 10"/>
          <p:cNvSpPr txBox="1"/>
          <p:nvPr/>
        </p:nvSpPr>
        <p:spPr>
          <a:xfrm rot="-10800000" flipV="1">
            <a:off x="6021705" y="4809490"/>
            <a:ext cx="2313305" cy="321945"/>
          </a:xfrm>
          <a:prstGeom prst="rect">
            <a:avLst/>
          </a:prstGeom>
          <a:solidFill>
            <a:srgbClr val="C8EAC6"/>
          </a:solidFill>
          <a:ln w="9525">
            <a:noFill/>
          </a:ln>
        </p:spPr>
        <p:txBody>
          <a:bodyPr wrap="square" anchor="t" anchorCtr="0">
            <a:spAutoFit/>
          </a:bodyPr>
          <a:lstStyle/>
          <a:p>
            <a:pPr algn="ctr">
              <a:lnSpc>
                <a:spcPct val="150000"/>
              </a:lnSpc>
            </a:pPr>
            <a:r>
              <a:rPr lang="zh-CN" altLang="x-none" sz="1000" b="1" dirty="0">
                <a:latin typeface="微软雅黑" panose="020B0503020204020204" pitchFamily="34" charset="-122"/>
                <a:ea typeface="微软雅黑" panose="020B0503020204020204" pitchFamily="34" charset="-122"/>
                <a:sym typeface="+mn-ea"/>
              </a:rPr>
              <a:t>camera lens</a:t>
            </a:r>
            <a:r>
              <a:rPr lang="zh-CN" altLang="en-US" sz="1000" dirty="0">
                <a:latin typeface="微软雅黑" panose="020B0503020204020204" pitchFamily="34" charset="-122"/>
                <a:ea typeface="微软雅黑" panose="020B0503020204020204" pitchFamily="34" charset="-122"/>
              </a:rPr>
              <a:t>：</a:t>
            </a:r>
            <a:r>
              <a:rPr lang="en-US" altLang="zh-CN" sz="1000" dirty="0">
                <a:solidFill>
                  <a:srgbClr val="000000"/>
                </a:solidFill>
                <a:latin typeface="微软雅黑" panose="020B0503020204020204" pitchFamily="34" charset="-122"/>
                <a:ea typeface="微软雅黑" panose="020B0503020204020204" pitchFamily="34" charset="-122"/>
                <a:sym typeface="等线" panose="02010600030101010101" charset="-122"/>
              </a:rPr>
              <a:t>FL-CC1614A-2M</a:t>
            </a:r>
            <a:endParaRPr lang="en-US" altLang="zh-CN" sz="1000" dirty="0">
              <a:solidFill>
                <a:srgbClr val="000000"/>
              </a:solidFill>
              <a:latin typeface="微软雅黑" panose="020B0503020204020204" pitchFamily="34" charset="-122"/>
              <a:ea typeface="微软雅黑" panose="020B0503020204020204" pitchFamily="34" charset="-122"/>
            </a:endParaRPr>
          </a:p>
        </p:txBody>
      </p:sp>
      <p:graphicFrame>
        <p:nvGraphicFramePr>
          <p:cNvPr id="32" name="表格 31"/>
          <p:cNvGraphicFramePr/>
          <p:nvPr>
            <p:custDataLst>
              <p:tags r:id="rId3"/>
            </p:custDataLst>
          </p:nvPr>
        </p:nvGraphicFramePr>
        <p:xfrm>
          <a:off x="340995" y="1082675"/>
          <a:ext cx="5255895" cy="2579370"/>
        </p:xfrm>
        <a:graphic>
          <a:graphicData uri="http://schemas.openxmlformats.org/drawingml/2006/table">
            <a:tbl>
              <a:tblPr/>
              <a:tblGrid>
                <a:gridCol w="2174240">
                  <a:extLst>
                    <a:ext uri="{9D8B030D-6E8A-4147-A177-3AD203B41FA5}">
                      <a16:colId xmlns:a16="http://schemas.microsoft.com/office/drawing/2014/main" val="20000"/>
                    </a:ext>
                  </a:extLst>
                </a:gridCol>
                <a:gridCol w="2110740">
                  <a:extLst>
                    <a:ext uri="{9D8B030D-6E8A-4147-A177-3AD203B41FA5}">
                      <a16:colId xmlns:a16="http://schemas.microsoft.com/office/drawing/2014/main" val="20001"/>
                    </a:ext>
                  </a:extLst>
                </a:gridCol>
                <a:gridCol w="970915">
                  <a:extLst>
                    <a:ext uri="{9D8B030D-6E8A-4147-A177-3AD203B41FA5}">
                      <a16:colId xmlns:a16="http://schemas.microsoft.com/office/drawing/2014/main" val="20002"/>
                    </a:ext>
                  </a:extLst>
                </a:gridCol>
              </a:tblGrid>
              <a:tr h="274320">
                <a:tc>
                  <a:txBody>
                    <a:bodyPr/>
                    <a:lstStyle/>
                    <a:p>
                      <a:pPr lvl="0" algn="ctr" eaLnBrk="1" hangingPunct="1">
                        <a:lnSpc>
                          <a:spcPct val="150000"/>
                        </a:lnSpc>
                        <a:buNone/>
                      </a:pPr>
                      <a:r>
                        <a:rPr lang="zh-CN" sz="1200" b="1" dirty="0">
                          <a:solidFill>
                            <a:srgbClr val="FFFFFF"/>
                          </a:solidFill>
                          <a:latin typeface="微软雅黑" panose="020B0503020204020204" pitchFamily="34" charset="-122"/>
                          <a:ea typeface="微软雅黑" panose="020B0503020204020204" pitchFamily="34" charset="-122"/>
                        </a:rPr>
                        <a:t>Hardware name</a:t>
                      </a:r>
                    </a:p>
                  </a:txBody>
                  <a:tcPr marL="99020" marR="99020" marT="0" marB="0" anchor="ct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rgbClr val="3B3838"/>
                    </a:solidFill>
                  </a:tcPr>
                </a:tc>
                <a:tc>
                  <a:txBody>
                    <a:bodyPr/>
                    <a:lstStyle/>
                    <a:p>
                      <a:pPr lvl="0" algn="ctr" eaLnBrk="1" hangingPunct="1">
                        <a:lnSpc>
                          <a:spcPct val="150000"/>
                        </a:lnSpc>
                        <a:buNone/>
                      </a:pPr>
                      <a:r>
                        <a:rPr lang="zh-CN" altLang="x-none" sz="1200" b="1" dirty="0">
                          <a:solidFill>
                            <a:srgbClr val="FFFFFF"/>
                          </a:solidFill>
                          <a:latin typeface="微软雅黑" panose="020B0503020204020204" pitchFamily="34" charset="-122"/>
                          <a:ea typeface="微软雅黑" panose="020B0503020204020204" pitchFamily="34" charset="-122"/>
                        </a:rPr>
                        <a:t>model</a:t>
                      </a:r>
                    </a:p>
                  </a:txBody>
                  <a:tcPr marL="99020" marR="99020" marT="0" marB="0" anchor="ct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rgbClr val="3B3838"/>
                    </a:solidFill>
                  </a:tcPr>
                </a:tc>
                <a:tc>
                  <a:txBody>
                    <a:bodyPr/>
                    <a:lstStyle/>
                    <a:p>
                      <a:pPr lvl="0" algn="ctr" eaLnBrk="1" hangingPunct="1">
                        <a:lnSpc>
                          <a:spcPct val="150000"/>
                        </a:lnSpc>
                        <a:buNone/>
                      </a:pPr>
                      <a:r>
                        <a:rPr lang="zh-CN" altLang="en-US" sz="1200" b="1" dirty="0">
                          <a:solidFill>
                            <a:srgbClr val="FFFFFF"/>
                          </a:solidFill>
                          <a:latin typeface="微软雅黑" panose="020B0503020204020204" pitchFamily="34" charset="-122"/>
                          <a:ea typeface="微软雅黑" panose="020B0503020204020204" pitchFamily="34" charset="-122"/>
                        </a:rPr>
                        <a:t>quantity</a:t>
                      </a:r>
                    </a:p>
                  </a:txBody>
                  <a:tcPr marL="99020" marR="99020" marT="0" marB="0" anchor="ct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rgbClr val="3B3838"/>
                    </a:solidFill>
                  </a:tcPr>
                </a:tc>
                <a:extLst>
                  <a:ext uri="{0D108BD9-81ED-4DB2-BD59-A6C34878D82A}">
                    <a16:rowId xmlns:a16="http://schemas.microsoft.com/office/drawing/2014/main" val="10000"/>
                  </a:ext>
                </a:extLst>
              </a:tr>
              <a:tr h="274320">
                <a:tc>
                  <a:txBody>
                    <a:bodyPr/>
                    <a:lstStyle/>
                    <a:p>
                      <a:pPr lvl="0" algn="ctr" eaLnBrk="1" hangingPunct="1">
                        <a:lnSpc>
                          <a:spcPct val="150000"/>
                        </a:lnSpc>
                        <a:buNone/>
                      </a:pPr>
                      <a:r>
                        <a:rPr lang="zh-CN" altLang="x-none" sz="1200" b="1" dirty="0">
                          <a:latin typeface="微软雅黑" panose="020B0503020204020204" pitchFamily="34" charset="-122"/>
                          <a:ea typeface="微软雅黑" panose="020B0503020204020204" pitchFamily="34" charset="-122"/>
                        </a:rPr>
                        <a:t>camera</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00FF00"/>
                    </a:solidFill>
                  </a:tcPr>
                </a:tc>
                <a:tc>
                  <a:txBody>
                    <a:bodyPr/>
                    <a:lstStyle/>
                    <a:p>
                      <a:pPr lvl="0" algn="ctr" eaLnBrk="1" hangingPunct="1">
                        <a:lnSpc>
                          <a:spcPct val="150000"/>
                        </a:lnSpc>
                        <a:buNone/>
                      </a:pPr>
                      <a:r>
                        <a:rPr lang="en-US" altLang="zh-CN" sz="1200" dirty="0">
                          <a:solidFill>
                            <a:srgbClr val="000000"/>
                          </a:solidFill>
                          <a:latin typeface="微软雅黑" panose="020B0503020204020204" pitchFamily="34" charset="-122"/>
                          <a:ea typeface="微软雅黑" panose="020B0503020204020204" pitchFamily="34" charset="-122"/>
                        </a:rPr>
                        <a:t>MV-14GF25500C</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D2DEEF"/>
                    </a:solidFill>
                  </a:tcPr>
                </a:tc>
                <a:tc>
                  <a:txBody>
                    <a:bodyPr/>
                    <a:lstStyle/>
                    <a:p>
                      <a:pPr lvl="0" eaLnBrk="1" hangingPunct="1">
                        <a:lnSpc>
                          <a:spcPct val="150000"/>
                        </a:lnSpc>
                        <a:buNone/>
                      </a:pPr>
                      <a:r>
                        <a:rPr lang="en-US" altLang="zh-CN" sz="1200" dirty="0">
                          <a:solidFill>
                            <a:srgbClr val="000000"/>
                          </a:solidFill>
                          <a:latin typeface="微软雅黑" panose="020B0503020204020204" pitchFamily="34" charset="-122"/>
                          <a:ea typeface="微软雅黑" panose="020B0503020204020204" pitchFamily="34" charset="-122"/>
                        </a:rPr>
                        <a:t>1</a:t>
                      </a:r>
                      <a:endParaRPr lang="zh-CN" altLang="zh-TW" sz="1200" dirty="0">
                        <a:solidFill>
                          <a:srgbClr val="000000"/>
                        </a:solidFill>
                        <a:latin typeface="微软雅黑" panose="020B0503020204020204" pitchFamily="34" charset="-122"/>
                        <a:ea typeface="微软雅黑" panose="020B0503020204020204" pitchFamily="34" charset="-122"/>
                      </a:endParaRP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10001"/>
                  </a:ext>
                </a:extLst>
              </a:tr>
              <a:tr h="274320">
                <a:tc>
                  <a:txBody>
                    <a:bodyPr/>
                    <a:lstStyle/>
                    <a:p>
                      <a:pPr lvl="0" algn="ctr" eaLnBrk="1" hangingPunct="1">
                        <a:lnSpc>
                          <a:spcPct val="150000"/>
                        </a:lnSpc>
                        <a:buNone/>
                      </a:pPr>
                      <a:r>
                        <a:rPr lang="zh-CN" altLang="x-none" sz="1200" b="1" dirty="0">
                          <a:latin typeface="微软雅黑" panose="020B0503020204020204" pitchFamily="34" charset="-122"/>
                          <a:ea typeface="微软雅黑" panose="020B0503020204020204" pitchFamily="34" charset="-122"/>
                        </a:rPr>
                        <a:t>camera lens</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00FF00"/>
                    </a:solidFill>
                  </a:tcPr>
                </a:tc>
                <a:tc>
                  <a:txBody>
                    <a:bodyPr/>
                    <a:lstStyle/>
                    <a:p>
                      <a:pPr lvl="0" algn="ctr" eaLnBrk="1" hangingPunct="1">
                        <a:lnSpc>
                          <a:spcPct val="150000"/>
                        </a:lnSpc>
                        <a:buNone/>
                      </a:pPr>
                      <a:r>
                        <a:rPr lang="en-US" altLang="zh-CN" sz="1200" dirty="0">
                          <a:solidFill>
                            <a:srgbClr val="000000"/>
                          </a:solidFill>
                          <a:latin typeface="微软雅黑" panose="020B0503020204020204" pitchFamily="34" charset="-122"/>
                          <a:ea typeface="微软雅黑" panose="020B0503020204020204" pitchFamily="34" charset="-122"/>
                        </a:rPr>
                        <a:t>FL-CC1614A-2M</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tc>
                  <a:txBody>
                    <a:bodyPr/>
                    <a:lstStyle/>
                    <a:p>
                      <a:pPr lvl="0" algn="ctr" eaLnBrk="1" hangingPunct="1">
                        <a:lnSpc>
                          <a:spcPct val="150000"/>
                        </a:lnSpc>
                        <a:buNone/>
                      </a:pPr>
                      <a:r>
                        <a:rPr lang="en-US" altLang="zh-CN" sz="1200" dirty="0">
                          <a:solidFill>
                            <a:srgbClr val="000000"/>
                          </a:solidFill>
                          <a:latin typeface="微软雅黑" panose="020B0503020204020204" pitchFamily="34" charset="-122"/>
                          <a:ea typeface="微软雅黑" panose="020B0503020204020204" pitchFamily="34" charset="-122"/>
                        </a:rPr>
                        <a:t>1</a:t>
                      </a:r>
                      <a:endParaRPr lang="zh-CN" altLang="zh-TW" sz="1200" dirty="0">
                        <a:solidFill>
                          <a:srgbClr val="000000"/>
                        </a:solidFill>
                        <a:latin typeface="微软雅黑" panose="020B0503020204020204" pitchFamily="34" charset="-122"/>
                        <a:ea typeface="微软雅黑" panose="020B0503020204020204" pitchFamily="34" charset="-122"/>
                      </a:endParaRP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10002"/>
                  </a:ext>
                </a:extLst>
              </a:tr>
              <a:tr h="274320">
                <a:tc>
                  <a:txBody>
                    <a:bodyPr/>
                    <a:lstStyle/>
                    <a:p>
                      <a:pPr lvl="0" algn="ctr" eaLnBrk="1" hangingPunct="1">
                        <a:lnSpc>
                          <a:spcPct val="150000"/>
                        </a:lnSpc>
                        <a:buNone/>
                      </a:pPr>
                      <a:r>
                        <a:rPr lang="zh-CN" altLang="x-none" sz="1200" b="1" dirty="0">
                          <a:latin typeface="微软雅黑" panose="020B0503020204020204" pitchFamily="34" charset="-122"/>
                          <a:ea typeface="微软雅黑" panose="020B0503020204020204" pitchFamily="34" charset="-122"/>
                        </a:rPr>
                        <a:t>light source</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00FF00"/>
                    </a:solidFill>
                  </a:tcPr>
                </a:tc>
                <a:tc>
                  <a:txBody>
                    <a:bodyPr/>
                    <a:lstStyle/>
                    <a:p>
                      <a:pPr lvl="0" algn="ctr" eaLnBrk="1" hangingPunct="1">
                        <a:buNone/>
                      </a:pPr>
                      <a:r>
                        <a:rPr lang="en-US" altLang="zh-CN" sz="1200" dirty="0">
                          <a:solidFill>
                            <a:srgbClr val="000000"/>
                          </a:solidFill>
                          <a:latin typeface="微软雅黑" panose="020B0503020204020204" pitchFamily="34" charset="-122"/>
                          <a:ea typeface="微软雅黑" panose="020B0503020204020204" pitchFamily="34" charset="-122"/>
                        </a:rPr>
                        <a:t>LRS-90W30</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D2DEEF"/>
                    </a:solidFill>
                  </a:tcPr>
                </a:tc>
                <a:tc>
                  <a:txBody>
                    <a:bodyPr/>
                    <a:lstStyle/>
                    <a:p>
                      <a:pPr lvl="0" eaLnBrk="1" hangingPunct="1">
                        <a:lnSpc>
                          <a:spcPct val="150000"/>
                        </a:lnSpc>
                        <a:buNone/>
                      </a:pPr>
                      <a:r>
                        <a:rPr lang="en-US" altLang="zh-CN" sz="1200" dirty="0">
                          <a:solidFill>
                            <a:srgbClr val="000000"/>
                          </a:solidFill>
                          <a:latin typeface="微软雅黑" panose="020B0503020204020204" pitchFamily="34" charset="-122"/>
                          <a:ea typeface="微软雅黑" panose="020B0503020204020204" pitchFamily="34" charset="-122"/>
                        </a:rPr>
                        <a:t>1</a:t>
                      </a:r>
                      <a:endParaRPr lang="zh-CN" altLang="zh-CN" sz="1200" dirty="0">
                        <a:solidFill>
                          <a:srgbClr val="000000"/>
                        </a:solidFill>
                        <a:latin typeface="微软雅黑" panose="020B0503020204020204" pitchFamily="34" charset="-122"/>
                        <a:ea typeface="微软雅黑" panose="020B0503020204020204" pitchFamily="34" charset="-122"/>
                      </a:endParaRP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10003"/>
                  </a:ext>
                </a:extLst>
              </a:tr>
              <a:tr h="274320">
                <a:tc>
                  <a:txBody>
                    <a:bodyPr/>
                    <a:lstStyle/>
                    <a:p>
                      <a:pPr lvl="0" algn="ctr" eaLnBrk="1" hangingPunct="1">
                        <a:lnSpc>
                          <a:spcPct val="150000"/>
                        </a:lnSpc>
                        <a:buNone/>
                      </a:pPr>
                      <a:r>
                        <a:rPr lang="zh-CN" altLang="x-none" sz="1200" b="1" dirty="0">
                          <a:latin typeface="微软雅黑" panose="020B0503020204020204" pitchFamily="34" charset="-122"/>
                          <a:ea typeface="微软雅黑" panose="020B0503020204020204" pitchFamily="34" charset="-122"/>
                        </a:rPr>
                        <a:t>Light source controller</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00FF00"/>
                    </a:solidFill>
                  </a:tcPr>
                </a:tc>
                <a:tc>
                  <a:txBody>
                    <a:bodyPr/>
                    <a:lstStyle/>
                    <a:p>
                      <a:pPr lvl="0" algn="ctr" eaLnBrk="1" hangingPunct="1">
                        <a:buNone/>
                      </a:pPr>
                      <a:r>
                        <a:rPr lang="en-US" altLang="zh-CN" sz="1200" dirty="0">
                          <a:solidFill>
                            <a:srgbClr val="000000"/>
                          </a:solidFill>
                          <a:latin typeface="微软雅黑" panose="020B0503020204020204" pitchFamily="34" charset="-122"/>
                          <a:ea typeface="微软雅黑" panose="020B0503020204020204" pitchFamily="34" charset="-122"/>
                          <a:sym typeface="+mn-ea"/>
                        </a:rPr>
                        <a:t>DKZ2-24V-4-AC</a:t>
                      </a:r>
                      <a:r>
                        <a:rPr lang="en-US" altLang="zh-CN" sz="1200" dirty="0">
                          <a:solidFill>
                            <a:srgbClr val="000000"/>
                          </a:solidFill>
                          <a:latin typeface="微软雅黑" panose="020B0503020204020204" pitchFamily="34" charset="-122"/>
                          <a:ea typeface="微软雅黑" panose="020B0503020204020204" pitchFamily="34" charset="-122"/>
                        </a:rPr>
                        <a:t> </a:t>
                      </a:r>
                      <a:endParaRPr lang="zh-CN" altLang="zh-CN" sz="1200" dirty="0">
                        <a:solidFill>
                          <a:srgbClr val="000000"/>
                        </a:solidFill>
                        <a:latin typeface="微软雅黑" panose="020B0503020204020204" pitchFamily="34" charset="-122"/>
                        <a:ea typeface="微软雅黑" panose="020B0503020204020204" pitchFamily="34" charset="-122"/>
                      </a:endParaRP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tc>
                  <a:txBody>
                    <a:bodyPr/>
                    <a:lstStyle/>
                    <a:p>
                      <a:pPr lvl="0" eaLnBrk="1" hangingPunct="1">
                        <a:lnSpc>
                          <a:spcPct val="150000"/>
                        </a:lnSpc>
                        <a:buNone/>
                      </a:pPr>
                      <a:r>
                        <a:rPr lang="en-US" altLang="zh-CN" sz="1200" dirty="0">
                          <a:solidFill>
                            <a:srgbClr val="000000"/>
                          </a:solidFill>
                          <a:latin typeface="微软雅黑" panose="020B0503020204020204" pitchFamily="34" charset="-122"/>
                          <a:ea typeface="微软雅黑" panose="020B0503020204020204" pitchFamily="34" charset="-122"/>
                        </a:rPr>
                        <a:t>1</a:t>
                      </a:r>
                      <a:endParaRPr lang="zh-CN" altLang="zh-TW" sz="1200" dirty="0">
                        <a:solidFill>
                          <a:srgbClr val="000000"/>
                        </a:solidFill>
                        <a:latin typeface="微软雅黑" panose="020B0503020204020204" pitchFamily="34" charset="-122"/>
                        <a:ea typeface="微软雅黑" panose="020B0503020204020204" pitchFamily="34" charset="-122"/>
                      </a:endParaRP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10004"/>
                  </a:ext>
                </a:extLst>
              </a:tr>
              <a:tr h="274320">
                <a:tc>
                  <a:txBody>
                    <a:bodyPr/>
                    <a:lstStyle/>
                    <a:p>
                      <a:pPr lvl="0" algn="ctr" eaLnBrk="1" hangingPunct="1">
                        <a:lnSpc>
                          <a:spcPct val="150000"/>
                        </a:lnSpc>
                        <a:buNone/>
                      </a:pPr>
                      <a:r>
                        <a:rPr lang="zh-CN" altLang="x-none" sz="1200" b="1" dirty="0">
                          <a:latin typeface="微软雅黑" panose="020B0503020204020204" pitchFamily="34" charset="-122"/>
                          <a:ea typeface="微软雅黑" panose="020B0503020204020204" pitchFamily="34" charset="-122"/>
                        </a:rPr>
                        <a:t>pixel</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00FF00"/>
                    </a:solidFill>
                  </a:tcPr>
                </a:tc>
                <a:tc>
                  <a:txBody>
                    <a:bodyPr/>
                    <a:lstStyle/>
                    <a:p>
                      <a:pPr lvl="0" algn="ctr" eaLnBrk="1" hangingPunct="1">
                        <a:buNone/>
                      </a:pPr>
                      <a:r>
                        <a:rPr lang="en-US" altLang="zh-CN" sz="1200" dirty="0">
                          <a:solidFill>
                            <a:srgbClr val="000000"/>
                          </a:solidFill>
                          <a:latin typeface="微软雅黑" panose="020B0503020204020204" pitchFamily="34" charset="-122"/>
                          <a:ea typeface="微软雅黑" panose="020B0503020204020204" pitchFamily="34" charset="-122"/>
                        </a:rPr>
                        <a:t>500W</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tc>
                  <a:txBody>
                    <a:bodyPr/>
                    <a:lstStyle/>
                    <a:p>
                      <a:pPr lvl="0" eaLnBrk="1" hangingPunct="1">
                        <a:lnSpc>
                          <a:spcPct val="150000"/>
                        </a:lnSpc>
                        <a:buNone/>
                      </a:pPr>
                      <a:r>
                        <a:rPr lang="en-US" altLang="zh-CN" sz="1200" dirty="0">
                          <a:solidFill>
                            <a:srgbClr val="000000"/>
                          </a:solidFill>
                          <a:latin typeface="微软雅黑" panose="020B0503020204020204" pitchFamily="34" charset="-122"/>
                          <a:ea typeface="微软雅黑" panose="020B0503020204020204" pitchFamily="34" charset="-122"/>
                        </a:rPr>
                        <a:t>/</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10005"/>
                  </a:ext>
                </a:extLst>
              </a:tr>
              <a:tr h="274320">
                <a:tc>
                  <a:txBody>
                    <a:bodyPr/>
                    <a:lstStyle/>
                    <a:p>
                      <a:pPr lvl="0" algn="ctr" eaLnBrk="1" hangingPunct="1">
                        <a:lnSpc>
                          <a:spcPct val="150000"/>
                        </a:lnSpc>
                        <a:buNone/>
                      </a:pPr>
                      <a:r>
                        <a:rPr lang="zh-CN" altLang="x-none" sz="1200" b="1" dirty="0">
                          <a:latin typeface="微软雅黑" panose="020B0503020204020204" pitchFamily="34" charset="-122"/>
                          <a:ea typeface="微软雅黑" panose="020B0503020204020204" pitchFamily="34" charset="-122"/>
                        </a:rPr>
                        <a:t>Vision</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00FF00"/>
                    </a:solidFill>
                  </a:tcPr>
                </a:tc>
                <a:tc>
                  <a:txBody>
                    <a:bodyPr/>
                    <a:lstStyle/>
                    <a:p>
                      <a:pPr lvl="0" algn="ctr" eaLnBrk="1" hangingPunct="1">
                        <a:buNone/>
                      </a:pPr>
                      <a:r>
                        <a:rPr lang="en-US" altLang="zh-CN" sz="1200" dirty="0">
                          <a:solidFill>
                            <a:srgbClr val="000000"/>
                          </a:solidFill>
                          <a:latin typeface="微软雅黑" panose="020B0503020204020204" pitchFamily="34" charset="-122"/>
                          <a:ea typeface="微软雅黑" panose="020B0503020204020204" pitchFamily="34" charset="-122"/>
                        </a:rPr>
                        <a:t>58X40mm</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tc>
                  <a:txBody>
                    <a:bodyPr/>
                    <a:lstStyle/>
                    <a:p>
                      <a:pPr lvl="0" eaLnBrk="1" hangingPunct="1">
                        <a:lnSpc>
                          <a:spcPct val="150000"/>
                        </a:lnSpc>
                        <a:buNone/>
                      </a:pPr>
                      <a:r>
                        <a:rPr lang="en-US" altLang="zh-CN" sz="1200" dirty="0">
                          <a:solidFill>
                            <a:srgbClr val="000000"/>
                          </a:solidFill>
                          <a:latin typeface="微软雅黑" panose="020B0503020204020204" pitchFamily="34" charset="-122"/>
                          <a:ea typeface="微软雅黑" panose="020B0503020204020204" pitchFamily="34" charset="-122"/>
                        </a:rPr>
                        <a:t>/</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10006"/>
                  </a:ext>
                </a:extLst>
              </a:tr>
              <a:tr h="274320">
                <a:tc>
                  <a:txBody>
                    <a:bodyPr/>
                    <a:lstStyle/>
                    <a:p>
                      <a:pPr lvl="0" algn="ctr" eaLnBrk="1" hangingPunct="1">
                        <a:lnSpc>
                          <a:spcPct val="150000"/>
                        </a:lnSpc>
                        <a:buNone/>
                      </a:pPr>
                      <a:r>
                        <a:rPr lang="zh-CN" altLang="x-none" sz="1200" b="1" dirty="0">
                          <a:latin typeface="微软雅黑" panose="020B0503020204020204" pitchFamily="34" charset="-122"/>
                          <a:ea typeface="微软雅黑" panose="020B0503020204020204" pitchFamily="34" charset="-122"/>
                          <a:sym typeface="+mn-ea"/>
                        </a:rPr>
                        <a:t>resolving power</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00FF00"/>
                    </a:solidFill>
                  </a:tcPr>
                </a:tc>
                <a:tc>
                  <a:txBody>
                    <a:bodyPr/>
                    <a:lstStyle/>
                    <a:p>
                      <a:pPr lvl="0" algn="ctr" eaLnBrk="1" hangingPunct="1">
                        <a:buNone/>
                      </a:pPr>
                      <a:r>
                        <a:rPr lang="en-US" altLang="zh-CN" sz="1200" dirty="0">
                          <a:solidFill>
                            <a:srgbClr val="000000"/>
                          </a:solidFill>
                          <a:latin typeface="微软雅黑" panose="020B0503020204020204" pitchFamily="34" charset="-122"/>
                          <a:ea typeface="微软雅黑" panose="020B0503020204020204" pitchFamily="34" charset="-122"/>
                          <a:sym typeface="Gill Sans"/>
                        </a:rPr>
                        <a:t>2592x1944</a:t>
                      </a:r>
                      <a:endParaRPr lang="en-US" altLang="zh-CN" sz="1200" dirty="0">
                        <a:solidFill>
                          <a:srgbClr val="000000"/>
                        </a:solidFill>
                        <a:latin typeface="微软雅黑" panose="020B0503020204020204" pitchFamily="34" charset="-122"/>
                        <a:ea typeface="微软雅黑" panose="020B0503020204020204" pitchFamily="34" charset="-122"/>
                      </a:endParaRP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tc>
                  <a:txBody>
                    <a:bodyPr/>
                    <a:lstStyle/>
                    <a:p>
                      <a:pPr lvl="0" algn="ctr" eaLnBrk="1" hangingPunct="1">
                        <a:lnSpc>
                          <a:spcPct val="150000"/>
                        </a:lnSpc>
                        <a:buNone/>
                      </a:pPr>
                      <a:endParaRPr lang="en-US" altLang="zh-CN" sz="1200" dirty="0">
                        <a:solidFill>
                          <a:srgbClr val="000000"/>
                        </a:solidFill>
                        <a:latin typeface="微软雅黑" panose="020B0503020204020204" pitchFamily="34" charset="-122"/>
                        <a:ea typeface="微软雅黑" panose="020B0503020204020204" pitchFamily="34" charset="-122"/>
                      </a:endParaRP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10007"/>
                  </a:ext>
                </a:extLst>
              </a:tr>
              <a:tr h="384810">
                <a:tc>
                  <a:txBody>
                    <a:bodyPr/>
                    <a:lstStyle/>
                    <a:p>
                      <a:pPr lvl="0" algn="ctr" eaLnBrk="1" hangingPunct="1">
                        <a:lnSpc>
                          <a:spcPct val="150000"/>
                        </a:lnSpc>
                        <a:buNone/>
                      </a:pPr>
                      <a:r>
                        <a:rPr lang="zh-CN" altLang="en-US" sz="1200" b="1" dirty="0">
                          <a:latin typeface="微软雅黑" panose="020B0503020204020204" pitchFamily="34" charset="-122"/>
                          <a:ea typeface="微软雅黑" panose="020B0503020204020204" pitchFamily="34" charset="-122"/>
                          <a:sym typeface="+mn-ea"/>
                        </a:rPr>
                        <a:t>Pixel size</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00FF00"/>
                    </a:solidFill>
                  </a:tcPr>
                </a:tc>
                <a:tc>
                  <a:txBody>
                    <a:bodyPr/>
                    <a:lstStyle/>
                    <a:p>
                      <a:pPr lvl="0" algn="ctr" eaLnBrk="1" hangingPunct="1">
                        <a:buNone/>
                      </a:pPr>
                      <a:r>
                        <a:rPr lang="en-US" altLang="zh-CN" sz="1200" dirty="0">
                          <a:solidFill>
                            <a:srgbClr val="000000"/>
                          </a:solidFill>
                          <a:latin typeface="微软雅黑" panose="020B0503020204020204" pitchFamily="34" charset="-122"/>
                          <a:ea typeface="微软雅黑" panose="020B0503020204020204" pitchFamily="34" charset="-122"/>
                          <a:sym typeface="+mn-ea"/>
                        </a:rPr>
                        <a:t>58mm/2592≈0.0223mm</a:t>
                      </a:r>
                    </a:p>
                    <a:p>
                      <a:pPr lvl="0" algn="ctr" eaLnBrk="1" hangingPunct="1">
                        <a:buNone/>
                      </a:pPr>
                      <a:r>
                        <a:rPr lang="en-US" altLang="zh-CN" sz="1200" dirty="0">
                          <a:solidFill>
                            <a:srgbClr val="000000"/>
                          </a:solidFill>
                          <a:latin typeface="微软雅黑" panose="020B0503020204020204" pitchFamily="34" charset="-122"/>
                          <a:ea typeface="微软雅黑" panose="020B0503020204020204" pitchFamily="34" charset="-122"/>
                          <a:sym typeface="+mn-ea"/>
                        </a:rPr>
                        <a:t>40mm/1944≈0.0205mm</a:t>
                      </a:r>
                      <a:endParaRPr lang="en-US" altLang="zh-CN" sz="1200" dirty="0">
                        <a:solidFill>
                          <a:srgbClr val="000000"/>
                        </a:solidFill>
                        <a:latin typeface="微软雅黑" panose="020B0503020204020204" pitchFamily="34" charset="-122"/>
                        <a:ea typeface="微软雅黑" panose="020B0503020204020204" pitchFamily="34" charset="-122"/>
                      </a:endParaRP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tc>
                  <a:txBody>
                    <a:bodyPr/>
                    <a:lstStyle/>
                    <a:p>
                      <a:pPr lvl="0" algn="ctr" eaLnBrk="1" hangingPunct="1">
                        <a:lnSpc>
                          <a:spcPct val="150000"/>
                        </a:lnSpc>
                        <a:buNone/>
                      </a:pPr>
                      <a:endParaRPr lang="en-US" altLang="zh-CN" sz="1200" dirty="0">
                        <a:solidFill>
                          <a:srgbClr val="000000"/>
                        </a:solidFill>
                        <a:latin typeface="微软雅黑" panose="020B0503020204020204" pitchFamily="34" charset="-122"/>
                        <a:ea typeface="微软雅黑" panose="020B0503020204020204" pitchFamily="34" charset="-122"/>
                      </a:endParaRP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10008"/>
                  </a:ext>
                </a:extLst>
              </a:tr>
            </a:tbl>
          </a:graphicData>
        </a:graphic>
      </p:graphicFrame>
      <p:sp>
        <p:nvSpPr>
          <p:cNvPr id="33" name="文本框 25"/>
          <p:cNvSpPr txBox="1"/>
          <p:nvPr/>
        </p:nvSpPr>
        <p:spPr>
          <a:xfrm rot="-10800000" flipV="1">
            <a:off x="9375775" y="5468303"/>
            <a:ext cx="1852613" cy="783590"/>
          </a:xfrm>
          <a:prstGeom prst="rect">
            <a:avLst/>
          </a:prstGeom>
          <a:gradFill rotWithShape="1">
            <a:gsLst>
              <a:gs pos="0">
                <a:srgbClr val="9ADD95">
                  <a:alpha val="100000"/>
                </a:srgbClr>
              </a:gs>
              <a:gs pos="50000">
                <a:srgbClr val="C2E8BF">
                  <a:alpha val="100000"/>
                </a:srgbClr>
              </a:gs>
              <a:gs pos="100000">
                <a:srgbClr val="E1F3E0">
                  <a:alpha val="100000"/>
                </a:srgbClr>
              </a:gs>
            </a:gsLst>
            <a:lin ang="13500000" scaled="1"/>
            <a:tileRect/>
          </a:gradFill>
          <a:ln w="9525">
            <a:noFill/>
          </a:ln>
        </p:spPr>
        <p:txBody>
          <a:bodyPr anchor="t" anchorCtr="0">
            <a:spAutoFit/>
          </a:bodyPr>
          <a:lstStyle/>
          <a:p>
            <a:pPr algn="ctr" eaLnBrk="0" hangingPunct="0">
              <a:lnSpc>
                <a:spcPct val="150000"/>
              </a:lnSpc>
            </a:pPr>
            <a:r>
              <a:rPr sz="1000" dirty="0">
                <a:latin typeface="微软雅黑" panose="020B0503020204020204" pitchFamily="34" charset="-122"/>
                <a:ea typeface="微软雅黑" panose="020B0503020204020204" pitchFamily="34" charset="-122"/>
                <a:sym typeface="等线" panose="02010600030101010101" charset="-122"/>
              </a:rPr>
              <a:t>CCD accuracy</a:t>
            </a:r>
          </a:p>
          <a:p>
            <a:pPr algn="ctr" eaLnBrk="0" hangingPunct="0">
              <a:lnSpc>
                <a:spcPct val="150000"/>
              </a:lnSpc>
            </a:pPr>
            <a:r>
              <a:rPr lang="en-US" altLang="zh-CN" sz="1000" dirty="0">
                <a:solidFill>
                  <a:srgbClr val="000000"/>
                </a:solidFill>
                <a:latin typeface="微软雅黑" panose="020B0503020204020204" pitchFamily="34" charset="-122"/>
                <a:ea typeface="微软雅黑" panose="020B0503020204020204" pitchFamily="34" charset="-122"/>
                <a:sym typeface="等线" panose="02010600030101010101" charset="-122"/>
              </a:rPr>
              <a:t>58mm/2592≈0.0223mm</a:t>
            </a:r>
          </a:p>
          <a:p>
            <a:pPr algn="ctr" eaLnBrk="0" hangingPunct="0">
              <a:lnSpc>
                <a:spcPct val="150000"/>
              </a:lnSpc>
            </a:pPr>
            <a:r>
              <a:rPr lang="en-US" altLang="zh-CN" sz="1000" dirty="0">
                <a:latin typeface="微软雅黑" panose="020B0503020204020204" pitchFamily="34" charset="-122"/>
                <a:ea typeface="微软雅黑" panose="020B0503020204020204" pitchFamily="34" charset="-122"/>
                <a:sym typeface="等线" panose="02010600030101010101" charset="-122"/>
              </a:rPr>
              <a:t>0.0223*3</a:t>
            </a:r>
            <a:r>
              <a:rPr lang="en-US" altLang="zh-CN" sz="1000" dirty="0">
                <a:solidFill>
                  <a:srgbClr val="000000"/>
                </a:solidFill>
                <a:latin typeface="微软雅黑" panose="020B0503020204020204" pitchFamily="34" charset="-122"/>
                <a:ea typeface="微软雅黑" panose="020B0503020204020204" pitchFamily="34" charset="-122"/>
                <a:sym typeface="等线" panose="02010600030101010101" charset="-122"/>
              </a:rPr>
              <a:t>≈</a:t>
            </a:r>
            <a:r>
              <a:rPr lang="en-US" altLang="zh-CN" sz="1000" dirty="0">
                <a:latin typeface="微软雅黑" panose="020B0503020204020204" pitchFamily="34" charset="-122"/>
                <a:ea typeface="微软雅黑" panose="020B0503020204020204" pitchFamily="34" charset="-122"/>
                <a:sym typeface="等线" panose="02010600030101010101" charset="-122"/>
              </a:rPr>
              <a:t>0.067</a:t>
            </a:r>
          </a:p>
        </p:txBody>
      </p:sp>
      <p:sp>
        <p:nvSpPr>
          <p:cNvPr id="34" name="文本框 22"/>
          <p:cNvSpPr txBox="1"/>
          <p:nvPr/>
        </p:nvSpPr>
        <p:spPr>
          <a:xfrm rot="-10800000" flipV="1">
            <a:off x="9070340" y="4674870"/>
            <a:ext cx="1364615" cy="245110"/>
          </a:xfrm>
          <a:prstGeom prst="rect">
            <a:avLst/>
          </a:prstGeom>
          <a:gradFill rotWithShape="1">
            <a:gsLst>
              <a:gs pos="0">
                <a:srgbClr val="9ADD95">
                  <a:alpha val="100000"/>
                </a:srgbClr>
              </a:gs>
              <a:gs pos="50000">
                <a:srgbClr val="C2E8BF">
                  <a:alpha val="100000"/>
                </a:srgbClr>
              </a:gs>
              <a:gs pos="100000">
                <a:srgbClr val="E1F3E0">
                  <a:alpha val="100000"/>
                </a:srgbClr>
              </a:gs>
            </a:gsLst>
            <a:lin ang="13500000" scaled="1"/>
            <a:tileRect/>
          </a:gradFill>
          <a:ln w="9525">
            <a:noFill/>
          </a:ln>
        </p:spPr>
        <p:txBody>
          <a:bodyPr wrap="square" anchor="t" anchorCtr="0">
            <a:spAutoFit/>
          </a:bodyPr>
          <a:lstStyle/>
          <a:p>
            <a:pPr algn="ctr" defTabSz="990600" eaLnBrk="0" hangingPunct="0"/>
            <a:r>
              <a:rPr lang="zh-CN" altLang="en-US" sz="1000" dirty="0">
                <a:latin typeface="微软雅黑" panose="020B0503020204020204" pitchFamily="34" charset="-122"/>
                <a:ea typeface="微软雅黑" panose="020B0503020204020204" pitchFamily="34" charset="-122"/>
              </a:rPr>
              <a:t>view</a:t>
            </a:r>
            <a:r>
              <a:rPr lang="en-US" altLang="zh-CN" sz="1000" dirty="0">
                <a:latin typeface="微软雅黑" panose="020B0503020204020204" pitchFamily="34" charset="-122"/>
                <a:ea typeface="微软雅黑" panose="020B0503020204020204" pitchFamily="34" charset="-122"/>
              </a:rPr>
              <a:t>:40mm*58mm</a:t>
            </a:r>
          </a:p>
        </p:txBody>
      </p:sp>
      <p:sp>
        <p:nvSpPr>
          <p:cNvPr id="3" name="椭圆 2"/>
          <p:cNvSpPr/>
          <p:nvPr/>
        </p:nvSpPr>
        <p:spPr>
          <a:xfrm>
            <a:off x="6618605" y="774634"/>
            <a:ext cx="328295" cy="343032"/>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2</a:t>
            </a:r>
          </a:p>
        </p:txBody>
      </p:sp>
      <p:sp>
        <p:nvSpPr>
          <p:cNvPr id="4"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4.</a:t>
            </a:r>
            <a:r>
              <a:rPr lang="en-US" altLang="zh-CN" dirty="0">
                <a:sym typeface="+mn-ea"/>
              </a:rPr>
              <a:t>The key components</a:t>
            </a:r>
            <a:endParaRPr lang="en-US" altLang="zh-CN" dirty="0">
              <a:latin typeface="+mn-lt"/>
            </a:endParaRPr>
          </a:p>
        </p:txBody>
      </p:sp>
      <p:pic>
        <p:nvPicPr>
          <p:cNvPr id="7" name="图片 6" descr="c45686bf0f3ed6ce3743f6d49a8d4e64"/>
          <p:cNvPicPr>
            <a:picLocks noChangeAspect="1"/>
          </p:cNvPicPr>
          <p:nvPr/>
        </p:nvPicPr>
        <p:blipFill>
          <a:blip r:embed="rId8"/>
          <a:stretch>
            <a:fillRect/>
          </a:stretch>
        </p:blipFill>
        <p:spPr>
          <a:xfrm>
            <a:off x="3719830" y="4926965"/>
            <a:ext cx="1804670" cy="14827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p:txBody>
          <a:bodyPr/>
          <a:lstStyle/>
          <a:p>
            <a:endParaRPr lang="zh-CN" altLang="en-US"/>
          </a:p>
        </p:txBody>
      </p:sp>
      <p:sp>
        <p:nvSpPr>
          <p:cNvPr id="2" name="文本框 1"/>
          <p:cNvSpPr txBox="1"/>
          <p:nvPr>
            <p:custDataLst>
              <p:tags r:id="rId1"/>
            </p:custDataLst>
          </p:nvPr>
        </p:nvSpPr>
        <p:spPr>
          <a:xfrm>
            <a:off x="300990" y="768350"/>
            <a:ext cx="8239125"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a:t>4.5 </a:t>
            </a:r>
            <a:r>
              <a:rPr sz="1800" b="1"/>
              <a:t>CCD&amp;material retrieval component (CCD hardware configuration)</a:t>
            </a:r>
          </a:p>
        </p:txBody>
      </p:sp>
      <p:sp>
        <p:nvSpPr>
          <p:cNvPr id="12291" name="灯片编号占位符 3"/>
          <p:cNvSpPr>
            <a:spLocks noGrp="1" noChangeArrowheads="1"/>
          </p:cNvSpPr>
          <p:nvPr>
            <p:custDataLst>
              <p:tags r:id="rId2"/>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17</a:t>
            </a:fld>
            <a:endParaRPr lang="zh-TW" altLang="en-US" sz="1400">
              <a:solidFill>
                <a:srgbClr val="898989"/>
              </a:solidFill>
              <a:latin typeface="Arial" panose="020B0604020202020204" pitchFamily="34" charset="0"/>
              <a:ea typeface="微软雅黑" panose="020B0503020204020204" pitchFamily="34" charset="-122"/>
            </a:endParaRPr>
          </a:p>
        </p:txBody>
      </p:sp>
      <p:pic>
        <p:nvPicPr>
          <p:cNvPr id="47108" name="图片 2" descr="IMG_20221220_100328[1]"/>
          <p:cNvPicPr>
            <a:picLocks noChangeAspect="1"/>
          </p:cNvPicPr>
          <p:nvPr/>
        </p:nvPicPr>
        <p:blipFill>
          <a:blip r:embed="rId6"/>
          <a:stretch>
            <a:fillRect/>
          </a:stretch>
        </p:blipFill>
        <p:spPr>
          <a:xfrm>
            <a:off x="8458200" y="3430588"/>
            <a:ext cx="1027113" cy="423862"/>
          </a:xfrm>
          <a:prstGeom prst="rect">
            <a:avLst/>
          </a:prstGeom>
          <a:noFill/>
          <a:ln w="9525">
            <a:noFill/>
          </a:ln>
        </p:spPr>
      </p:pic>
      <p:pic>
        <p:nvPicPr>
          <p:cNvPr id="47109" name="图片 1" descr="IMG_20221220_100240[1]"/>
          <p:cNvPicPr>
            <a:picLocks noChangeAspect="1"/>
          </p:cNvPicPr>
          <p:nvPr/>
        </p:nvPicPr>
        <p:blipFill>
          <a:blip r:embed="rId7"/>
          <a:stretch>
            <a:fillRect/>
          </a:stretch>
        </p:blipFill>
        <p:spPr>
          <a:xfrm>
            <a:off x="8666163" y="1762125"/>
            <a:ext cx="606425" cy="1155700"/>
          </a:xfrm>
          <a:prstGeom prst="rect">
            <a:avLst/>
          </a:prstGeom>
          <a:noFill/>
          <a:ln w="9525">
            <a:noFill/>
          </a:ln>
        </p:spPr>
      </p:pic>
      <p:sp>
        <p:nvSpPr>
          <p:cNvPr id="47111" name="文本框 4"/>
          <p:cNvSpPr txBox="1"/>
          <p:nvPr/>
        </p:nvSpPr>
        <p:spPr>
          <a:xfrm>
            <a:off x="8441055" y="656590"/>
            <a:ext cx="3467100" cy="460375"/>
          </a:xfrm>
          <a:prstGeom prst="rect">
            <a:avLst/>
          </a:prstGeom>
          <a:noFill/>
          <a:ln w="9525">
            <a:noFill/>
          </a:ln>
        </p:spPr>
        <p:txBody>
          <a:bodyPr wrap="square" anchor="t" anchorCtr="0">
            <a:spAutoFit/>
          </a:bodyPr>
          <a:lstStyle/>
          <a:p>
            <a:pPr marL="285750" indent="-285750">
              <a:lnSpc>
                <a:spcPct val="150000"/>
              </a:lnSpc>
              <a:buClr>
                <a:srgbClr val="00FF00"/>
              </a:buClr>
              <a:buFont typeface="Wingdings" panose="05000000000000000000" pitchFamily="2" charset="2"/>
              <a:buChar char="n"/>
            </a:pPr>
            <a:r>
              <a:rPr lang="zh-CN" altLang="en-US" sz="1600" b="1" dirty="0">
                <a:latin typeface="微软雅黑" panose="020B0503020204020204" pitchFamily="34" charset="-122"/>
                <a:ea typeface="微软雅黑" panose="020B0503020204020204" pitchFamily="34" charset="-122"/>
              </a:rPr>
              <a:t>Hardware layout diagram：</a:t>
            </a:r>
            <a:endParaRPr lang="en-US" altLang="zh-CN" sz="1600" dirty="0">
              <a:latin typeface="微软雅黑" panose="020B0503020204020204" pitchFamily="34" charset="-122"/>
              <a:ea typeface="微软雅黑" panose="020B0503020204020204" pitchFamily="34" charset="-122"/>
            </a:endParaRPr>
          </a:p>
        </p:txBody>
      </p:sp>
      <p:sp>
        <p:nvSpPr>
          <p:cNvPr id="20" name="圆角矩形 6"/>
          <p:cNvSpPr/>
          <p:nvPr/>
        </p:nvSpPr>
        <p:spPr>
          <a:xfrm>
            <a:off x="5730875" y="1111250"/>
            <a:ext cx="6176963" cy="5395913"/>
          </a:xfrm>
          <a:prstGeom prst="roundRect">
            <a:avLst/>
          </a:prstGeom>
          <a:noFill/>
          <a:ln w="31750">
            <a:solidFill>
              <a:srgbClr val="00FF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grpSp>
        <p:nvGrpSpPr>
          <p:cNvPr id="47113" name="组合 7"/>
          <p:cNvGrpSpPr/>
          <p:nvPr/>
        </p:nvGrpSpPr>
        <p:grpSpPr>
          <a:xfrm>
            <a:off x="6592888" y="1412875"/>
            <a:ext cx="4921250" cy="4548188"/>
            <a:chOff x="6067079" y="1783008"/>
            <a:chExt cx="4921250" cy="4547700"/>
          </a:xfrm>
        </p:grpSpPr>
        <p:sp>
          <p:nvSpPr>
            <p:cNvPr id="47114" name="文本框 10"/>
            <p:cNvSpPr txBox="1"/>
            <p:nvPr/>
          </p:nvSpPr>
          <p:spPr>
            <a:xfrm rot="-10800000" flipV="1">
              <a:off x="8654704" y="2953187"/>
              <a:ext cx="2113915" cy="321910"/>
            </a:xfrm>
            <a:prstGeom prst="rect">
              <a:avLst/>
            </a:prstGeom>
            <a:solidFill>
              <a:srgbClr val="C8EAC6"/>
            </a:solidFill>
            <a:ln w="9525">
              <a:noFill/>
            </a:ln>
          </p:spPr>
          <p:txBody>
            <a:bodyPr wrap="square" anchor="t" anchorCtr="0">
              <a:spAutoFit/>
            </a:bodyPr>
            <a:lstStyle/>
            <a:p>
              <a:pPr algn="ctr">
                <a:lnSpc>
                  <a:spcPct val="150000"/>
                </a:lnSpc>
              </a:pPr>
              <a:r>
                <a:rPr lang="zh-CN" altLang="x-none" sz="1000" b="1" dirty="0">
                  <a:latin typeface="微软雅黑" panose="020B0503020204020204" pitchFamily="34" charset="-122"/>
                  <a:ea typeface="微软雅黑" panose="020B0503020204020204" pitchFamily="34" charset="-122"/>
                  <a:sym typeface="+mn-ea"/>
                </a:rPr>
                <a:t>camera lens</a:t>
              </a:r>
              <a:r>
                <a:rPr lang="zh-CN" altLang="en-US" sz="1000" dirty="0">
                  <a:latin typeface="微软雅黑" panose="020B0503020204020204" pitchFamily="34" charset="-122"/>
                  <a:ea typeface="微软雅黑" panose="020B0503020204020204" pitchFamily="34" charset="-122"/>
                </a:rPr>
                <a:t>：</a:t>
              </a:r>
              <a:r>
                <a:rPr lang="en-US" altLang="zh-CN" sz="1000" dirty="0">
                  <a:solidFill>
                    <a:srgbClr val="000000"/>
                  </a:solidFill>
                  <a:latin typeface="微软雅黑" panose="020B0503020204020204" pitchFamily="34" charset="-122"/>
                  <a:ea typeface="微软雅黑" panose="020B0503020204020204" pitchFamily="34" charset="-122"/>
                  <a:sym typeface="等线" panose="02010600030101010101" charset="-122"/>
                </a:rPr>
                <a:t>FL-CC1614A-2M</a:t>
              </a:r>
              <a:endParaRPr lang="en-US" altLang="zh-CN" sz="1000" dirty="0">
                <a:solidFill>
                  <a:srgbClr val="000000"/>
                </a:solidFill>
                <a:latin typeface="微软雅黑" panose="020B0503020204020204" pitchFamily="34" charset="-122"/>
                <a:ea typeface="微软雅黑" panose="020B0503020204020204" pitchFamily="34" charset="-122"/>
              </a:endParaRPr>
            </a:p>
          </p:txBody>
        </p:sp>
        <p:cxnSp>
          <p:nvCxnSpPr>
            <p:cNvPr id="23" name="直接连接符 11"/>
            <p:cNvCxnSpPr/>
            <p:nvPr/>
          </p:nvCxnSpPr>
          <p:spPr>
            <a:xfrm>
              <a:off x="6117879" y="6330708"/>
              <a:ext cx="2208212" cy="0"/>
            </a:xfrm>
            <a:prstGeom prst="line">
              <a:avLst/>
            </a:prstGeom>
            <a:ln w="19050">
              <a:prstDash val="lgDashDotDot"/>
            </a:ln>
          </p:spPr>
          <p:style>
            <a:lnRef idx="1">
              <a:schemeClr val="accent1"/>
            </a:lnRef>
            <a:fillRef idx="0">
              <a:schemeClr val="accent1"/>
            </a:fillRef>
            <a:effectRef idx="0">
              <a:schemeClr val="accent1"/>
            </a:effectRef>
            <a:fontRef idx="minor">
              <a:schemeClr val="tx1"/>
            </a:fontRef>
          </p:style>
        </p:cxnSp>
        <p:cxnSp>
          <p:nvCxnSpPr>
            <p:cNvPr id="24" name="直接连接符 12"/>
            <p:cNvCxnSpPr/>
            <p:nvPr/>
          </p:nvCxnSpPr>
          <p:spPr>
            <a:xfrm flipH="1">
              <a:off x="6067079" y="2814772"/>
              <a:ext cx="2362200" cy="19048"/>
            </a:xfrm>
            <a:prstGeom prst="line">
              <a:avLst/>
            </a:prstGeom>
            <a:ln w="19050">
              <a:prstDash val="lgDashDotDot"/>
            </a:ln>
          </p:spPr>
          <p:style>
            <a:lnRef idx="1">
              <a:schemeClr val="accent1"/>
            </a:lnRef>
            <a:fillRef idx="0">
              <a:schemeClr val="accent1"/>
            </a:fillRef>
            <a:effectRef idx="0">
              <a:schemeClr val="accent1"/>
            </a:effectRef>
            <a:fontRef idx="minor">
              <a:schemeClr val="tx1"/>
            </a:fontRef>
          </p:style>
        </p:cxnSp>
        <p:cxnSp>
          <p:nvCxnSpPr>
            <p:cNvPr id="25" name="直接箭头连接符 13"/>
            <p:cNvCxnSpPr/>
            <p:nvPr/>
          </p:nvCxnSpPr>
          <p:spPr>
            <a:xfrm flipH="1">
              <a:off x="6446491" y="3092555"/>
              <a:ext cx="38100" cy="323021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7118" name="文本框 15"/>
            <p:cNvSpPr txBox="1"/>
            <p:nvPr/>
          </p:nvSpPr>
          <p:spPr>
            <a:xfrm rot="-10800000" flipV="1">
              <a:off x="8986809" y="3643358"/>
              <a:ext cx="2001520" cy="228575"/>
            </a:xfrm>
            <a:prstGeom prst="rect">
              <a:avLst/>
            </a:prstGeom>
            <a:solidFill>
              <a:srgbClr val="CFEDCD"/>
            </a:solidFill>
            <a:ln w="9525">
              <a:noFill/>
            </a:ln>
          </p:spPr>
          <p:txBody>
            <a:bodyPr anchor="t" anchorCtr="0"/>
            <a:lstStyle/>
            <a:p>
              <a:pPr algn="ctr"/>
              <a:r>
                <a:rPr lang="zh-CN" altLang="x-none" sz="1000" b="1" dirty="0">
                  <a:latin typeface="微软雅黑" panose="020B0503020204020204" pitchFamily="34" charset="-122"/>
                  <a:ea typeface="微软雅黑" panose="020B0503020204020204" pitchFamily="34" charset="-122"/>
                  <a:sym typeface="+mn-ea"/>
                </a:rPr>
                <a:t>light source</a:t>
              </a:r>
              <a:r>
                <a:rPr lang="zh-CN" altLang="en-US" sz="1000" dirty="0">
                  <a:latin typeface="微软雅黑" panose="020B0503020204020204" pitchFamily="34" charset="-122"/>
                  <a:ea typeface="微软雅黑" panose="020B0503020204020204" pitchFamily="34" charset="-122"/>
                </a:rPr>
                <a:t>：</a:t>
              </a:r>
              <a:r>
                <a:rPr lang="en-US" altLang="zh-CN" sz="1000" dirty="0">
                  <a:solidFill>
                    <a:srgbClr val="000000"/>
                  </a:solidFill>
                  <a:latin typeface="微软雅黑" panose="020B0503020204020204" pitchFamily="34" charset="-122"/>
                  <a:ea typeface="微软雅黑" panose="020B0503020204020204" pitchFamily="34" charset="-122"/>
                  <a:sym typeface="等线" panose="02010600030101010101" charset="-122"/>
                </a:rPr>
                <a:t>LRS-90W30</a:t>
              </a:r>
              <a:endParaRPr lang="en-US" altLang="zh-CN" sz="1000" dirty="0">
                <a:solidFill>
                  <a:srgbClr val="000000"/>
                </a:solidFill>
                <a:latin typeface="微软雅黑" panose="020B0503020204020204" pitchFamily="34" charset="-122"/>
                <a:ea typeface="微软雅黑" panose="020B0503020204020204" pitchFamily="34" charset="-122"/>
              </a:endParaRPr>
            </a:p>
          </p:txBody>
        </p:sp>
        <p:cxnSp>
          <p:nvCxnSpPr>
            <p:cNvPr id="27" name="直接连接符 16"/>
            <p:cNvCxnSpPr/>
            <p:nvPr/>
          </p:nvCxnSpPr>
          <p:spPr>
            <a:xfrm>
              <a:off x="7021166" y="4194162"/>
              <a:ext cx="1427163" cy="9524"/>
            </a:xfrm>
            <a:prstGeom prst="line">
              <a:avLst/>
            </a:prstGeom>
            <a:ln w="19050">
              <a:prstDash val="lgDashDotDot"/>
            </a:ln>
          </p:spPr>
          <p:style>
            <a:lnRef idx="1">
              <a:schemeClr val="accent1"/>
            </a:lnRef>
            <a:fillRef idx="0">
              <a:schemeClr val="accent1"/>
            </a:fillRef>
            <a:effectRef idx="0">
              <a:schemeClr val="accent1"/>
            </a:effectRef>
            <a:fontRef idx="minor">
              <a:schemeClr val="tx1"/>
            </a:fontRef>
          </p:style>
        </p:cxnSp>
        <p:cxnSp>
          <p:nvCxnSpPr>
            <p:cNvPr id="28" name="直接箭头连接符 17"/>
            <p:cNvCxnSpPr/>
            <p:nvPr/>
          </p:nvCxnSpPr>
          <p:spPr>
            <a:xfrm flipH="1">
              <a:off x="7259291" y="4175114"/>
              <a:ext cx="9525" cy="213813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7121" name="矩形 18"/>
            <p:cNvSpPr/>
            <p:nvPr/>
          </p:nvSpPr>
          <p:spPr>
            <a:xfrm>
              <a:off x="7271926" y="4454666"/>
              <a:ext cx="643255" cy="245110"/>
            </a:xfrm>
            <a:prstGeom prst="rect">
              <a:avLst/>
            </a:prstGeom>
            <a:noFill/>
            <a:ln w="9525">
              <a:noFill/>
            </a:ln>
          </p:spPr>
          <p:txBody>
            <a:bodyPr wrap="none" anchor="t" anchorCtr="0">
              <a:spAutoFit/>
            </a:bodyPr>
            <a:lstStyle/>
            <a:p>
              <a:pPr algn="just"/>
              <a:r>
                <a:rPr lang="en-US" altLang="zh-CN" sz="1000" dirty="0">
                  <a:latin typeface="微软雅黑" panose="020B0503020204020204" pitchFamily="34" charset="-122"/>
                  <a:ea typeface="微软雅黑" panose="020B0503020204020204" pitchFamily="34" charset="-122"/>
                </a:rPr>
                <a:t>120mm</a:t>
              </a:r>
              <a:endParaRPr lang="zh-CN" altLang="en-US" sz="1000" dirty="0">
                <a:latin typeface="微软雅黑" panose="020B0503020204020204" pitchFamily="34" charset="-122"/>
                <a:ea typeface="微软雅黑" panose="020B0503020204020204" pitchFamily="34" charset="-122"/>
              </a:endParaRPr>
            </a:p>
          </p:txBody>
        </p:sp>
        <p:cxnSp>
          <p:nvCxnSpPr>
            <p:cNvPr id="30" name="直接连接符 19"/>
            <p:cNvCxnSpPr/>
            <p:nvPr/>
          </p:nvCxnSpPr>
          <p:spPr>
            <a:xfrm flipH="1" flipV="1">
              <a:off x="8435629" y="1783008"/>
              <a:ext cx="15875" cy="4457222"/>
            </a:xfrm>
            <a:prstGeom prst="line">
              <a:avLst/>
            </a:prstGeom>
            <a:ln w="15875" cmpd="sng">
              <a:solidFill>
                <a:srgbClr val="FF0000"/>
              </a:solidFill>
              <a:prstDash val="dashDot"/>
            </a:ln>
          </p:spPr>
          <p:style>
            <a:lnRef idx="1">
              <a:schemeClr val="accent1"/>
            </a:lnRef>
            <a:fillRef idx="0">
              <a:schemeClr val="accent1"/>
            </a:fillRef>
            <a:effectRef idx="0">
              <a:schemeClr val="accent1"/>
            </a:effectRef>
            <a:fontRef idx="minor">
              <a:schemeClr val="tx1"/>
            </a:fontRef>
          </p:style>
        </p:cxnSp>
      </p:grpSp>
      <p:sp>
        <p:nvSpPr>
          <p:cNvPr id="31" name="圆角矩形 20"/>
          <p:cNvSpPr/>
          <p:nvPr/>
        </p:nvSpPr>
        <p:spPr>
          <a:xfrm>
            <a:off x="7359650" y="6021388"/>
            <a:ext cx="2254250" cy="7302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32" name="矩形 21"/>
          <p:cNvSpPr/>
          <p:nvPr/>
        </p:nvSpPr>
        <p:spPr>
          <a:xfrm>
            <a:off x="8886825" y="5805488"/>
            <a:ext cx="171450" cy="217488"/>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47125" name="文本框 22"/>
          <p:cNvSpPr txBox="1"/>
          <p:nvPr/>
        </p:nvSpPr>
        <p:spPr>
          <a:xfrm rot="-10800000" flipV="1">
            <a:off x="9180513" y="5713413"/>
            <a:ext cx="1023937" cy="245110"/>
          </a:xfrm>
          <a:prstGeom prst="rect">
            <a:avLst/>
          </a:prstGeom>
          <a:gradFill rotWithShape="1">
            <a:gsLst>
              <a:gs pos="0">
                <a:srgbClr val="9ADD95">
                  <a:alpha val="100000"/>
                </a:srgbClr>
              </a:gs>
              <a:gs pos="50000">
                <a:srgbClr val="C2E8BF">
                  <a:alpha val="100000"/>
                </a:srgbClr>
              </a:gs>
              <a:gs pos="100000">
                <a:srgbClr val="E1F3E0">
                  <a:alpha val="100000"/>
                </a:srgbClr>
              </a:gs>
            </a:gsLst>
            <a:lin ang="13500000" scaled="1"/>
            <a:tileRect/>
          </a:gradFill>
          <a:ln w="9525">
            <a:noFill/>
          </a:ln>
        </p:spPr>
        <p:txBody>
          <a:bodyPr anchor="t" anchorCtr="0">
            <a:spAutoFit/>
          </a:bodyPr>
          <a:lstStyle/>
          <a:p>
            <a:pPr algn="ctr" defTabSz="990600"/>
            <a:r>
              <a:rPr lang="zh-CN" altLang="en-US" sz="1000" dirty="0">
                <a:latin typeface="微软雅黑" panose="020B0503020204020204" pitchFamily="34" charset="-122"/>
                <a:ea typeface="微软雅黑" panose="020B0503020204020204" pitchFamily="34" charset="-122"/>
                <a:sym typeface="+mn-ea"/>
              </a:rPr>
              <a:t>product</a:t>
            </a:r>
            <a:endParaRPr lang="en-US" altLang="zh-CN" sz="1000" dirty="0">
              <a:latin typeface="微软雅黑" panose="020B0503020204020204" pitchFamily="34" charset="-122"/>
              <a:ea typeface="微软雅黑" panose="020B0503020204020204" pitchFamily="34" charset="-122"/>
            </a:endParaRPr>
          </a:p>
        </p:txBody>
      </p:sp>
      <p:sp>
        <p:nvSpPr>
          <p:cNvPr id="47126" name="文本框 25"/>
          <p:cNvSpPr txBox="1"/>
          <p:nvPr/>
        </p:nvSpPr>
        <p:spPr>
          <a:xfrm rot="-10800000" flipV="1">
            <a:off x="9307830" y="1894205"/>
            <a:ext cx="1849755" cy="321945"/>
          </a:xfrm>
          <a:prstGeom prst="rect">
            <a:avLst/>
          </a:prstGeom>
          <a:gradFill rotWithShape="1">
            <a:gsLst>
              <a:gs pos="0">
                <a:srgbClr val="9ADD95">
                  <a:alpha val="100000"/>
                </a:srgbClr>
              </a:gs>
              <a:gs pos="50000">
                <a:srgbClr val="C2E8BF">
                  <a:alpha val="100000"/>
                </a:srgbClr>
              </a:gs>
              <a:gs pos="100000">
                <a:srgbClr val="E1F3E0">
                  <a:alpha val="100000"/>
                </a:srgbClr>
              </a:gs>
            </a:gsLst>
            <a:lin ang="13500000" scaled="1"/>
            <a:tileRect/>
          </a:gradFill>
          <a:ln w="9525">
            <a:noFill/>
          </a:ln>
        </p:spPr>
        <p:txBody>
          <a:bodyPr wrap="square" anchor="t" anchorCtr="0">
            <a:spAutoFit/>
          </a:bodyPr>
          <a:lstStyle/>
          <a:p>
            <a:pPr algn="ctr">
              <a:lnSpc>
                <a:spcPct val="150000"/>
              </a:lnSpc>
            </a:pPr>
            <a:r>
              <a:rPr lang="zh-CN" altLang="x-none" sz="1000" b="1" dirty="0">
                <a:latin typeface="微软雅黑" panose="020B0503020204020204" pitchFamily="34" charset="-122"/>
                <a:ea typeface="微软雅黑" panose="020B0503020204020204" pitchFamily="34" charset="-122"/>
                <a:sym typeface="+mn-ea"/>
              </a:rPr>
              <a:t>camera</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sym typeface="等线" panose="02010600030101010101" charset="-122"/>
              </a:rPr>
              <a:t>MV-14GF25500C</a:t>
            </a:r>
            <a:endParaRPr lang="en-US" altLang="zh-CN" sz="1000" dirty="0">
              <a:latin typeface="微软雅黑" panose="020B0503020204020204" pitchFamily="34" charset="-122"/>
              <a:ea typeface="微软雅黑" panose="020B0503020204020204" pitchFamily="34" charset="-122"/>
            </a:endParaRPr>
          </a:p>
        </p:txBody>
      </p:sp>
      <p:sp>
        <p:nvSpPr>
          <p:cNvPr id="47127" name="矩形 26"/>
          <p:cNvSpPr/>
          <p:nvPr/>
        </p:nvSpPr>
        <p:spPr>
          <a:xfrm>
            <a:off x="6564154" y="2525713"/>
            <a:ext cx="643255" cy="245110"/>
          </a:xfrm>
          <a:prstGeom prst="rect">
            <a:avLst/>
          </a:prstGeom>
          <a:noFill/>
          <a:ln w="9525">
            <a:noFill/>
          </a:ln>
        </p:spPr>
        <p:txBody>
          <a:bodyPr wrap="none" anchor="t" anchorCtr="0">
            <a:spAutoFit/>
          </a:bodyPr>
          <a:lstStyle/>
          <a:p>
            <a:pPr algn="just"/>
            <a:r>
              <a:rPr lang="en-US" altLang="zh-CN" sz="1000" dirty="0">
                <a:latin typeface="微软雅黑" panose="020B0503020204020204" pitchFamily="34" charset="-122"/>
                <a:ea typeface="微软雅黑" panose="020B0503020204020204" pitchFamily="34" charset="-122"/>
              </a:rPr>
              <a:t>190mm</a:t>
            </a:r>
            <a:endParaRPr lang="zh-CN" altLang="en-US" sz="1000" dirty="0">
              <a:latin typeface="微软雅黑" panose="020B0503020204020204" pitchFamily="34" charset="-122"/>
              <a:ea typeface="微软雅黑" panose="020B0503020204020204" pitchFamily="34" charset="-122"/>
            </a:endParaRPr>
          </a:p>
        </p:txBody>
      </p:sp>
      <p:sp>
        <p:nvSpPr>
          <p:cNvPr id="36" name="矩形 43"/>
          <p:cNvSpPr>
            <a:spLocks noChangeArrowheads="1"/>
          </p:cNvSpPr>
          <p:nvPr/>
        </p:nvSpPr>
        <p:spPr bwMode="auto">
          <a:xfrm>
            <a:off x="226695" y="3780155"/>
            <a:ext cx="5297488" cy="157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等线" panose="02010600030101010101" charset="-122"/>
              </a:rPr>
              <a:t>Using the template matching method, a real object is first photographed to create a template that identifies the center point and the initial Angle.  Then take a picture with ccd, find the outline, find the same outline through the template to determine the center and Angle</a:t>
            </a:r>
            <a:r>
              <a:rPr kumimoji="0" lang="en-US" altLang="zh-CN" sz="1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等线" panose="02010600030101010101" charset="-122"/>
              </a:rPr>
              <a:t>.</a:t>
            </a:r>
          </a:p>
        </p:txBody>
      </p:sp>
      <p:sp>
        <p:nvSpPr>
          <p:cNvPr id="47172" name="文本框 25"/>
          <p:cNvSpPr txBox="1"/>
          <p:nvPr/>
        </p:nvSpPr>
        <p:spPr>
          <a:xfrm rot="-10800000" flipV="1">
            <a:off x="9512300" y="4627563"/>
            <a:ext cx="1854200" cy="727075"/>
          </a:xfrm>
          <a:prstGeom prst="rect">
            <a:avLst/>
          </a:prstGeom>
          <a:gradFill rotWithShape="1">
            <a:gsLst>
              <a:gs pos="0">
                <a:srgbClr val="9ADD95">
                  <a:alpha val="100000"/>
                </a:srgbClr>
              </a:gs>
              <a:gs pos="50000">
                <a:srgbClr val="C2E8BF">
                  <a:alpha val="100000"/>
                </a:srgbClr>
              </a:gs>
              <a:gs pos="100000">
                <a:srgbClr val="E1F3E0">
                  <a:alpha val="100000"/>
                </a:srgbClr>
              </a:gs>
            </a:gsLst>
            <a:lin ang="13500000" scaled="1"/>
            <a:tileRect/>
          </a:gradFill>
          <a:ln w="9525">
            <a:noFill/>
          </a:ln>
        </p:spPr>
        <p:txBody>
          <a:bodyPr anchor="t" anchorCtr="0">
            <a:spAutoFit/>
          </a:bodyPr>
          <a:lstStyle/>
          <a:p>
            <a:pPr algn="ctr">
              <a:lnSpc>
                <a:spcPct val="90000"/>
              </a:lnSpc>
              <a:spcBef>
                <a:spcPts val="1000"/>
              </a:spcBef>
            </a:pPr>
            <a:r>
              <a:rPr sz="1000" dirty="0">
                <a:latin typeface="微软雅黑" panose="020B0503020204020204" pitchFamily="34" charset="-122"/>
                <a:ea typeface="微软雅黑" panose="020B0503020204020204" pitchFamily="34" charset="-122"/>
                <a:sym typeface="等线" panose="02010600030101010101" charset="-122"/>
              </a:rPr>
              <a:t>CCD accuracy</a:t>
            </a:r>
          </a:p>
          <a:p>
            <a:pPr algn="ctr">
              <a:lnSpc>
                <a:spcPct val="90000"/>
              </a:lnSpc>
              <a:spcBef>
                <a:spcPts val="1000"/>
              </a:spcBef>
            </a:pPr>
            <a:r>
              <a:rPr lang="en-US" altLang="zh-CN" sz="1000" dirty="0">
                <a:solidFill>
                  <a:srgbClr val="000000"/>
                </a:solidFill>
                <a:latin typeface="微软雅黑" panose="020B0503020204020204" pitchFamily="34" charset="-122"/>
                <a:ea typeface="微软雅黑" panose="020B0503020204020204" pitchFamily="34" charset="-122"/>
                <a:sym typeface="等线" panose="02010600030101010101" charset="-122"/>
              </a:rPr>
              <a:t>58mm/2592≈0.0223mm</a:t>
            </a:r>
          </a:p>
          <a:p>
            <a:pPr algn="ctr" eaLnBrk="0" hangingPunct="0">
              <a:lnSpc>
                <a:spcPct val="150000"/>
              </a:lnSpc>
            </a:pPr>
            <a:r>
              <a:rPr lang="en-US" altLang="zh-CN" sz="1000" dirty="0">
                <a:latin typeface="微软雅黑" panose="020B0503020204020204" pitchFamily="34" charset="-122"/>
                <a:ea typeface="微软雅黑" panose="020B0503020204020204" pitchFamily="34" charset="-122"/>
                <a:sym typeface="等线" panose="02010600030101010101" charset="-122"/>
              </a:rPr>
              <a:t>0.0223*3</a:t>
            </a:r>
            <a:r>
              <a:rPr lang="en-US" altLang="zh-CN" sz="1000" dirty="0">
                <a:solidFill>
                  <a:srgbClr val="000000"/>
                </a:solidFill>
                <a:latin typeface="微软雅黑" panose="020B0503020204020204" pitchFamily="34" charset="-122"/>
                <a:ea typeface="微软雅黑" panose="020B0503020204020204" pitchFamily="34" charset="-122"/>
                <a:sym typeface="等线" panose="02010600030101010101" charset="-122"/>
              </a:rPr>
              <a:t>≈</a:t>
            </a:r>
            <a:r>
              <a:rPr lang="en-US" altLang="zh-CN" sz="1000" dirty="0">
                <a:latin typeface="微软雅黑" panose="020B0503020204020204" pitchFamily="34" charset="-122"/>
                <a:ea typeface="微软雅黑" panose="020B0503020204020204" pitchFamily="34" charset="-122"/>
                <a:sym typeface="等线" panose="02010600030101010101" charset="-122"/>
              </a:rPr>
              <a:t>0.067</a:t>
            </a:r>
          </a:p>
        </p:txBody>
      </p:sp>
      <p:sp>
        <p:nvSpPr>
          <p:cNvPr id="47173" name="文本框 22"/>
          <p:cNvSpPr txBox="1"/>
          <p:nvPr/>
        </p:nvSpPr>
        <p:spPr>
          <a:xfrm rot="-10800000" flipV="1">
            <a:off x="9755188" y="4138613"/>
            <a:ext cx="1228725" cy="398780"/>
          </a:xfrm>
          <a:prstGeom prst="rect">
            <a:avLst/>
          </a:prstGeom>
          <a:gradFill rotWithShape="1">
            <a:gsLst>
              <a:gs pos="0">
                <a:srgbClr val="9ADD95">
                  <a:alpha val="100000"/>
                </a:srgbClr>
              </a:gs>
              <a:gs pos="50000">
                <a:srgbClr val="C2E8BF">
                  <a:alpha val="100000"/>
                </a:srgbClr>
              </a:gs>
              <a:gs pos="100000">
                <a:srgbClr val="E1F3E0">
                  <a:alpha val="100000"/>
                </a:srgbClr>
              </a:gs>
            </a:gsLst>
            <a:lin ang="13500000" scaled="1"/>
            <a:tileRect/>
          </a:gradFill>
          <a:ln w="9525">
            <a:noFill/>
          </a:ln>
        </p:spPr>
        <p:txBody>
          <a:bodyPr anchor="t" anchorCtr="0">
            <a:spAutoFit/>
          </a:bodyPr>
          <a:lstStyle/>
          <a:p>
            <a:pPr algn="ctr" defTabSz="990600" eaLnBrk="0" hangingPunct="0"/>
            <a:r>
              <a:rPr lang="zh-CN" altLang="x-none" sz="1000" b="1" dirty="0">
                <a:latin typeface="微软雅黑" panose="020B0503020204020204" pitchFamily="34" charset="-122"/>
                <a:ea typeface="微软雅黑" panose="020B0503020204020204" pitchFamily="34" charset="-122"/>
                <a:sym typeface="+mn-ea"/>
              </a:rPr>
              <a:t>Vision</a:t>
            </a:r>
            <a:endParaRPr lang="zh-CN" altLang="x-none" sz="1000" b="1" dirty="0">
              <a:latin typeface="微软雅黑" panose="020B0503020204020204" pitchFamily="34" charset="-122"/>
              <a:ea typeface="微软雅黑" panose="020B0503020204020204" pitchFamily="34" charset="-122"/>
            </a:endParaRPr>
          </a:p>
          <a:p>
            <a:pPr algn="ctr" defTabSz="990600" eaLnBrk="0" hangingPunct="0"/>
            <a:r>
              <a:rPr lang="en-US" altLang="zh-CN" sz="1000" dirty="0">
                <a:latin typeface="微软雅黑" panose="020B0503020204020204" pitchFamily="34" charset="-122"/>
                <a:ea typeface="微软雅黑" panose="020B0503020204020204" pitchFamily="34" charset="-122"/>
              </a:rPr>
              <a:t>:40mm*58mm</a:t>
            </a:r>
          </a:p>
        </p:txBody>
      </p:sp>
      <p:sp>
        <p:nvSpPr>
          <p:cNvPr id="3" name="椭圆 2"/>
          <p:cNvSpPr/>
          <p:nvPr/>
        </p:nvSpPr>
        <p:spPr>
          <a:xfrm>
            <a:off x="7955280" y="780978"/>
            <a:ext cx="328295" cy="343044"/>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sp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4</a:t>
            </a:r>
          </a:p>
        </p:txBody>
      </p:sp>
      <p:sp>
        <p:nvSpPr>
          <p:cNvPr id="4"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4.</a:t>
            </a:r>
            <a:r>
              <a:rPr lang="en-US" altLang="zh-CN" dirty="0">
                <a:sym typeface="+mn-ea"/>
              </a:rPr>
              <a:t>The key components</a:t>
            </a:r>
            <a:endParaRPr lang="en-US" altLang="zh-CN" dirty="0">
              <a:latin typeface="+mn-lt"/>
            </a:endParaRPr>
          </a:p>
        </p:txBody>
      </p:sp>
      <p:graphicFrame>
        <p:nvGraphicFramePr>
          <p:cNvPr id="6" name="表格 5"/>
          <p:cNvGraphicFramePr/>
          <p:nvPr>
            <p:custDataLst>
              <p:tags r:id="rId3"/>
            </p:custDataLst>
          </p:nvPr>
        </p:nvGraphicFramePr>
        <p:xfrm>
          <a:off x="340995" y="1082675"/>
          <a:ext cx="5255895" cy="2579370"/>
        </p:xfrm>
        <a:graphic>
          <a:graphicData uri="http://schemas.openxmlformats.org/drawingml/2006/table">
            <a:tbl>
              <a:tblPr/>
              <a:tblGrid>
                <a:gridCol w="2174240">
                  <a:extLst>
                    <a:ext uri="{9D8B030D-6E8A-4147-A177-3AD203B41FA5}">
                      <a16:colId xmlns:a16="http://schemas.microsoft.com/office/drawing/2014/main" val="20000"/>
                    </a:ext>
                  </a:extLst>
                </a:gridCol>
                <a:gridCol w="2110740">
                  <a:extLst>
                    <a:ext uri="{9D8B030D-6E8A-4147-A177-3AD203B41FA5}">
                      <a16:colId xmlns:a16="http://schemas.microsoft.com/office/drawing/2014/main" val="20001"/>
                    </a:ext>
                  </a:extLst>
                </a:gridCol>
                <a:gridCol w="970915">
                  <a:extLst>
                    <a:ext uri="{9D8B030D-6E8A-4147-A177-3AD203B41FA5}">
                      <a16:colId xmlns:a16="http://schemas.microsoft.com/office/drawing/2014/main" val="20002"/>
                    </a:ext>
                  </a:extLst>
                </a:gridCol>
              </a:tblGrid>
              <a:tr h="274320">
                <a:tc>
                  <a:txBody>
                    <a:bodyPr/>
                    <a:lstStyle/>
                    <a:p>
                      <a:pPr lvl="0" algn="ctr" eaLnBrk="1" hangingPunct="1">
                        <a:lnSpc>
                          <a:spcPct val="150000"/>
                        </a:lnSpc>
                        <a:buNone/>
                      </a:pPr>
                      <a:r>
                        <a:rPr lang="zh-CN" sz="1200" b="1" dirty="0">
                          <a:solidFill>
                            <a:srgbClr val="FFFFFF"/>
                          </a:solidFill>
                          <a:latin typeface="微软雅黑" panose="020B0503020204020204" pitchFamily="34" charset="-122"/>
                          <a:ea typeface="微软雅黑" panose="020B0503020204020204" pitchFamily="34" charset="-122"/>
                        </a:rPr>
                        <a:t>Hardware name</a:t>
                      </a:r>
                    </a:p>
                  </a:txBody>
                  <a:tcPr marL="99020" marR="99020" marT="0" marB="0" anchor="ct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rgbClr val="3B3838"/>
                    </a:solidFill>
                  </a:tcPr>
                </a:tc>
                <a:tc>
                  <a:txBody>
                    <a:bodyPr/>
                    <a:lstStyle/>
                    <a:p>
                      <a:pPr lvl="0" algn="ctr" eaLnBrk="1" hangingPunct="1">
                        <a:lnSpc>
                          <a:spcPct val="150000"/>
                        </a:lnSpc>
                        <a:buNone/>
                      </a:pPr>
                      <a:r>
                        <a:rPr lang="zh-CN" altLang="x-none" sz="1200" b="1" dirty="0">
                          <a:solidFill>
                            <a:srgbClr val="FFFFFF"/>
                          </a:solidFill>
                          <a:latin typeface="微软雅黑" panose="020B0503020204020204" pitchFamily="34" charset="-122"/>
                          <a:ea typeface="微软雅黑" panose="020B0503020204020204" pitchFamily="34" charset="-122"/>
                        </a:rPr>
                        <a:t>model</a:t>
                      </a:r>
                    </a:p>
                  </a:txBody>
                  <a:tcPr marL="99020" marR="99020" marT="0" marB="0" anchor="ct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rgbClr val="3B3838"/>
                    </a:solidFill>
                  </a:tcPr>
                </a:tc>
                <a:tc>
                  <a:txBody>
                    <a:bodyPr/>
                    <a:lstStyle/>
                    <a:p>
                      <a:pPr lvl="0" algn="ctr" eaLnBrk="1" hangingPunct="1">
                        <a:lnSpc>
                          <a:spcPct val="150000"/>
                        </a:lnSpc>
                        <a:buNone/>
                      </a:pPr>
                      <a:r>
                        <a:rPr lang="zh-CN" altLang="en-US" sz="1200" b="1" dirty="0">
                          <a:solidFill>
                            <a:srgbClr val="FFFFFF"/>
                          </a:solidFill>
                          <a:latin typeface="微软雅黑" panose="020B0503020204020204" pitchFamily="34" charset="-122"/>
                          <a:ea typeface="微软雅黑" panose="020B0503020204020204" pitchFamily="34" charset="-122"/>
                        </a:rPr>
                        <a:t>quantity</a:t>
                      </a:r>
                    </a:p>
                  </a:txBody>
                  <a:tcPr marL="99020" marR="99020" marT="0" marB="0" anchor="ct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rgbClr val="3B3838"/>
                    </a:solidFill>
                  </a:tcPr>
                </a:tc>
                <a:extLst>
                  <a:ext uri="{0D108BD9-81ED-4DB2-BD59-A6C34878D82A}">
                    <a16:rowId xmlns:a16="http://schemas.microsoft.com/office/drawing/2014/main" val="10000"/>
                  </a:ext>
                </a:extLst>
              </a:tr>
              <a:tr h="274320">
                <a:tc>
                  <a:txBody>
                    <a:bodyPr/>
                    <a:lstStyle/>
                    <a:p>
                      <a:pPr lvl="0" algn="ctr" eaLnBrk="1" hangingPunct="1">
                        <a:lnSpc>
                          <a:spcPct val="150000"/>
                        </a:lnSpc>
                        <a:buNone/>
                      </a:pPr>
                      <a:r>
                        <a:rPr lang="zh-CN" altLang="x-none" sz="1200" b="1" dirty="0">
                          <a:latin typeface="微软雅黑" panose="020B0503020204020204" pitchFamily="34" charset="-122"/>
                          <a:ea typeface="微软雅黑" panose="020B0503020204020204" pitchFamily="34" charset="-122"/>
                        </a:rPr>
                        <a:t>camera</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00FF00"/>
                    </a:solidFill>
                  </a:tcPr>
                </a:tc>
                <a:tc>
                  <a:txBody>
                    <a:bodyPr/>
                    <a:lstStyle/>
                    <a:p>
                      <a:pPr lvl="0" algn="ctr" eaLnBrk="1" hangingPunct="1">
                        <a:lnSpc>
                          <a:spcPct val="150000"/>
                        </a:lnSpc>
                        <a:buNone/>
                      </a:pPr>
                      <a:r>
                        <a:rPr lang="en-US" altLang="zh-CN" sz="1200" dirty="0">
                          <a:solidFill>
                            <a:srgbClr val="000000"/>
                          </a:solidFill>
                          <a:latin typeface="微软雅黑" panose="020B0503020204020204" pitchFamily="34" charset="-122"/>
                          <a:ea typeface="微软雅黑" panose="020B0503020204020204" pitchFamily="34" charset="-122"/>
                        </a:rPr>
                        <a:t>MV-14GF25500C</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D2DEEF"/>
                    </a:solidFill>
                  </a:tcPr>
                </a:tc>
                <a:tc>
                  <a:txBody>
                    <a:bodyPr/>
                    <a:lstStyle/>
                    <a:p>
                      <a:pPr lvl="0" eaLnBrk="1" hangingPunct="1">
                        <a:lnSpc>
                          <a:spcPct val="150000"/>
                        </a:lnSpc>
                        <a:buNone/>
                      </a:pPr>
                      <a:r>
                        <a:rPr lang="en-US" altLang="zh-CN" sz="1200" dirty="0">
                          <a:solidFill>
                            <a:srgbClr val="000000"/>
                          </a:solidFill>
                          <a:latin typeface="微软雅黑" panose="020B0503020204020204" pitchFamily="34" charset="-122"/>
                          <a:ea typeface="微软雅黑" panose="020B0503020204020204" pitchFamily="34" charset="-122"/>
                        </a:rPr>
                        <a:t>1</a:t>
                      </a:r>
                      <a:endParaRPr lang="zh-CN" altLang="zh-TW" sz="1200" dirty="0">
                        <a:solidFill>
                          <a:srgbClr val="000000"/>
                        </a:solidFill>
                        <a:latin typeface="微软雅黑" panose="020B0503020204020204" pitchFamily="34" charset="-122"/>
                        <a:ea typeface="微软雅黑" panose="020B0503020204020204" pitchFamily="34" charset="-122"/>
                      </a:endParaRP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10001"/>
                  </a:ext>
                </a:extLst>
              </a:tr>
              <a:tr h="274320">
                <a:tc>
                  <a:txBody>
                    <a:bodyPr/>
                    <a:lstStyle/>
                    <a:p>
                      <a:pPr lvl="0" algn="ctr" eaLnBrk="1" hangingPunct="1">
                        <a:lnSpc>
                          <a:spcPct val="150000"/>
                        </a:lnSpc>
                        <a:buNone/>
                      </a:pPr>
                      <a:r>
                        <a:rPr lang="zh-CN" altLang="x-none" sz="1200" b="1" dirty="0">
                          <a:latin typeface="微软雅黑" panose="020B0503020204020204" pitchFamily="34" charset="-122"/>
                          <a:ea typeface="微软雅黑" panose="020B0503020204020204" pitchFamily="34" charset="-122"/>
                        </a:rPr>
                        <a:t>camera lens</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00FF00"/>
                    </a:solidFill>
                  </a:tcPr>
                </a:tc>
                <a:tc>
                  <a:txBody>
                    <a:bodyPr/>
                    <a:lstStyle/>
                    <a:p>
                      <a:pPr lvl="0" algn="ctr" eaLnBrk="1" hangingPunct="1">
                        <a:lnSpc>
                          <a:spcPct val="150000"/>
                        </a:lnSpc>
                        <a:buNone/>
                      </a:pPr>
                      <a:r>
                        <a:rPr lang="en-US" altLang="zh-CN" sz="1200" dirty="0">
                          <a:solidFill>
                            <a:srgbClr val="000000"/>
                          </a:solidFill>
                          <a:latin typeface="微软雅黑" panose="020B0503020204020204" pitchFamily="34" charset="-122"/>
                          <a:ea typeface="微软雅黑" panose="020B0503020204020204" pitchFamily="34" charset="-122"/>
                        </a:rPr>
                        <a:t>FL-CC1614A-2M</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tc>
                  <a:txBody>
                    <a:bodyPr/>
                    <a:lstStyle/>
                    <a:p>
                      <a:pPr lvl="0" algn="ctr" eaLnBrk="1" hangingPunct="1">
                        <a:lnSpc>
                          <a:spcPct val="150000"/>
                        </a:lnSpc>
                        <a:buNone/>
                      </a:pPr>
                      <a:r>
                        <a:rPr lang="en-US" altLang="zh-CN" sz="1200" dirty="0">
                          <a:solidFill>
                            <a:srgbClr val="000000"/>
                          </a:solidFill>
                          <a:latin typeface="微软雅黑" panose="020B0503020204020204" pitchFamily="34" charset="-122"/>
                          <a:ea typeface="微软雅黑" panose="020B0503020204020204" pitchFamily="34" charset="-122"/>
                        </a:rPr>
                        <a:t>1</a:t>
                      </a:r>
                      <a:endParaRPr lang="zh-CN" altLang="zh-TW" sz="1200" dirty="0">
                        <a:solidFill>
                          <a:srgbClr val="000000"/>
                        </a:solidFill>
                        <a:latin typeface="微软雅黑" panose="020B0503020204020204" pitchFamily="34" charset="-122"/>
                        <a:ea typeface="微软雅黑" panose="020B0503020204020204" pitchFamily="34" charset="-122"/>
                      </a:endParaRP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10002"/>
                  </a:ext>
                </a:extLst>
              </a:tr>
              <a:tr h="274320">
                <a:tc>
                  <a:txBody>
                    <a:bodyPr/>
                    <a:lstStyle/>
                    <a:p>
                      <a:pPr lvl="0" algn="ctr" eaLnBrk="1" hangingPunct="1">
                        <a:lnSpc>
                          <a:spcPct val="150000"/>
                        </a:lnSpc>
                        <a:buNone/>
                      </a:pPr>
                      <a:r>
                        <a:rPr lang="zh-CN" altLang="x-none" sz="1200" b="1" dirty="0">
                          <a:latin typeface="微软雅黑" panose="020B0503020204020204" pitchFamily="34" charset="-122"/>
                          <a:ea typeface="微软雅黑" panose="020B0503020204020204" pitchFamily="34" charset="-122"/>
                        </a:rPr>
                        <a:t>light source</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00FF00"/>
                    </a:solidFill>
                  </a:tcPr>
                </a:tc>
                <a:tc>
                  <a:txBody>
                    <a:bodyPr/>
                    <a:lstStyle/>
                    <a:p>
                      <a:pPr lvl="0" algn="ctr" eaLnBrk="1" hangingPunct="1">
                        <a:buNone/>
                      </a:pPr>
                      <a:r>
                        <a:rPr lang="en-US" altLang="zh-CN" sz="1200" dirty="0">
                          <a:solidFill>
                            <a:srgbClr val="000000"/>
                          </a:solidFill>
                          <a:latin typeface="微软雅黑" panose="020B0503020204020204" pitchFamily="34" charset="-122"/>
                          <a:ea typeface="微软雅黑" panose="020B0503020204020204" pitchFamily="34" charset="-122"/>
                        </a:rPr>
                        <a:t>LRS-90W30</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D2DEEF"/>
                    </a:solidFill>
                  </a:tcPr>
                </a:tc>
                <a:tc>
                  <a:txBody>
                    <a:bodyPr/>
                    <a:lstStyle/>
                    <a:p>
                      <a:pPr lvl="0" eaLnBrk="1" hangingPunct="1">
                        <a:lnSpc>
                          <a:spcPct val="150000"/>
                        </a:lnSpc>
                        <a:buNone/>
                      </a:pPr>
                      <a:r>
                        <a:rPr lang="en-US" altLang="zh-CN" sz="1200" dirty="0">
                          <a:solidFill>
                            <a:srgbClr val="000000"/>
                          </a:solidFill>
                          <a:latin typeface="微软雅黑" panose="020B0503020204020204" pitchFamily="34" charset="-122"/>
                          <a:ea typeface="微软雅黑" panose="020B0503020204020204" pitchFamily="34" charset="-122"/>
                        </a:rPr>
                        <a:t>1</a:t>
                      </a:r>
                      <a:endParaRPr lang="zh-CN" altLang="zh-CN" sz="1200" dirty="0">
                        <a:solidFill>
                          <a:srgbClr val="000000"/>
                        </a:solidFill>
                        <a:latin typeface="微软雅黑" panose="020B0503020204020204" pitchFamily="34" charset="-122"/>
                        <a:ea typeface="微软雅黑" panose="020B0503020204020204" pitchFamily="34" charset="-122"/>
                      </a:endParaRP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10003"/>
                  </a:ext>
                </a:extLst>
              </a:tr>
              <a:tr h="274320">
                <a:tc>
                  <a:txBody>
                    <a:bodyPr/>
                    <a:lstStyle/>
                    <a:p>
                      <a:pPr lvl="0" algn="ctr" eaLnBrk="1" hangingPunct="1">
                        <a:lnSpc>
                          <a:spcPct val="150000"/>
                        </a:lnSpc>
                        <a:buNone/>
                      </a:pPr>
                      <a:r>
                        <a:rPr lang="zh-CN" altLang="x-none" sz="1200" b="1" dirty="0">
                          <a:latin typeface="微软雅黑" panose="020B0503020204020204" pitchFamily="34" charset="-122"/>
                          <a:ea typeface="微软雅黑" panose="020B0503020204020204" pitchFamily="34" charset="-122"/>
                        </a:rPr>
                        <a:t>Light source controller</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00FF00"/>
                    </a:solidFill>
                  </a:tcPr>
                </a:tc>
                <a:tc>
                  <a:txBody>
                    <a:bodyPr/>
                    <a:lstStyle/>
                    <a:p>
                      <a:pPr lvl="0" algn="ctr" eaLnBrk="1" hangingPunct="1">
                        <a:buNone/>
                      </a:pPr>
                      <a:r>
                        <a:rPr lang="en-US" altLang="zh-CN" sz="1200" dirty="0">
                          <a:solidFill>
                            <a:srgbClr val="000000"/>
                          </a:solidFill>
                          <a:latin typeface="微软雅黑" panose="020B0503020204020204" pitchFamily="34" charset="-122"/>
                          <a:ea typeface="微软雅黑" panose="020B0503020204020204" pitchFamily="34" charset="-122"/>
                          <a:sym typeface="+mn-ea"/>
                        </a:rPr>
                        <a:t>DKZ2-24V-4-AC</a:t>
                      </a:r>
                      <a:r>
                        <a:rPr lang="en-US" altLang="zh-CN" sz="1200" dirty="0">
                          <a:solidFill>
                            <a:srgbClr val="000000"/>
                          </a:solidFill>
                          <a:latin typeface="微软雅黑" panose="020B0503020204020204" pitchFamily="34" charset="-122"/>
                          <a:ea typeface="微软雅黑" panose="020B0503020204020204" pitchFamily="34" charset="-122"/>
                        </a:rPr>
                        <a:t> </a:t>
                      </a:r>
                      <a:endParaRPr lang="zh-CN" altLang="zh-CN" sz="1200" dirty="0">
                        <a:solidFill>
                          <a:srgbClr val="000000"/>
                        </a:solidFill>
                        <a:latin typeface="微软雅黑" panose="020B0503020204020204" pitchFamily="34" charset="-122"/>
                        <a:ea typeface="微软雅黑" panose="020B0503020204020204" pitchFamily="34" charset="-122"/>
                      </a:endParaRP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tc>
                  <a:txBody>
                    <a:bodyPr/>
                    <a:lstStyle/>
                    <a:p>
                      <a:pPr lvl="0" eaLnBrk="1" hangingPunct="1">
                        <a:lnSpc>
                          <a:spcPct val="150000"/>
                        </a:lnSpc>
                        <a:buNone/>
                      </a:pPr>
                      <a:r>
                        <a:rPr lang="en-US" altLang="zh-CN" sz="1200" dirty="0">
                          <a:solidFill>
                            <a:srgbClr val="000000"/>
                          </a:solidFill>
                          <a:latin typeface="微软雅黑" panose="020B0503020204020204" pitchFamily="34" charset="-122"/>
                          <a:ea typeface="微软雅黑" panose="020B0503020204020204" pitchFamily="34" charset="-122"/>
                        </a:rPr>
                        <a:t>1</a:t>
                      </a:r>
                      <a:endParaRPr lang="zh-CN" altLang="zh-TW" sz="1200" dirty="0">
                        <a:solidFill>
                          <a:srgbClr val="000000"/>
                        </a:solidFill>
                        <a:latin typeface="微软雅黑" panose="020B0503020204020204" pitchFamily="34" charset="-122"/>
                        <a:ea typeface="微软雅黑" panose="020B0503020204020204" pitchFamily="34" charset="-122"/>
                      </a:endParaRP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10004"/>
                  </a:ext>
                </a:extLst>
              </a:tr>
              <a:tr h="274320">
                <a:tc>
                  <a:txBody>
                    <a:bodyPr/>
                    <a:lstStyle/>
                    <a:p>
                      <a:pPr lvl="0" algn="ctr" eaLnBrk="1" hangingPunct="1">
                        <a:lnSpc>
                          <a:spcPct val="150000"/>
                        </a:lnSpc>
                        <a:buNone/>
                      </a:pPr>
                      <a:r>
                        <a:rPr lang="zh-CN" altLang="x-none" sz="1200" b="1" dirty="0">
                          <a:latin typeface="微软雅黑" panose="020B0503020204020204" pitchFamily="34" charset="-122"/>
                          <a:ea typeface="微软雅黑" panose="020B0503020204020204" pitchFamily="34" charset="-122"/>
                        </a:rPr>
                        <a:t>pixel</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00FF00"/>
                    </a:solidFill>
                  </a:tcPr>
                </a:tc>
                <a:tc>
                  <a:txBody>
                    <a:bodyPr/>
                    <a:lstStyle/>
                    <a:p>
                      <a:pPr lvl="0" algn="ctr" eaLnBrk="1" hangingPunct="1">
                        <a:buNone/>
                      </a:pPr>
                      <a:r>
                        <a:rPr lang="en-US" altLang="zh-CN" sz="1200" dirty="0">
                          <a:solidFill>
                            <a:srgbClr val="000000"/>
                          </a:solidFill>
                          <a:latin typeface="微软雅黑" panose="020B0503020204020204" pitchFamily="34" charset="-122"/>
                          <a:ea typeface="微软雅黑" panose="020B0503020204020204" pitchFamily="34" charset="-122"/>
                        </a:rPr>
                        <a:t>500W</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tc>
                  <a:txBody>
                    <a:bodyPr/>
                    <a:lstStyle/>
                    <a:p>
                      <a:pPr lvl="0" eaLnBrk="1" hangingPunct="1">
                        <a:lnSpc>
                          <a:spcPct val="150000"/>
                        </a:lnSpc>
                        <a:buNone/>
                      </a:pPr>
                      <a:r>
                        <a:rPr lang="en-US" altLang="zh-CN" sz="1200" dirty="0">
                          <a:solidFill>
                            <a:srgbClr val="000000"/>
                          </a:solidFill>
                          <a:latin typeface="微软雅黑" panose="020B0503020204020204" pitchFamily="34" charset="-122"/>
                          <a:ea typeface="微软雅黑" panose="020B0503020204020204" pitchFamily="34" charset="-122"/>
                        </a:rPr>
                        <a:t>/</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10005"/>
                  </a:ext>
                </a:extLst>
              </a:tr>
              <a:tr h="274320">
                <a:tc>
                  <a:txBody>
                    <a:bodyPr/>
                    <a:lstStyle/>
                    <a:p>
                      <a:pPr lvl="0" algn="ctr" eaLnBrk="1" hangingPunct="1">
                        <a:lnSpc>
                          <a:spcPct val="150000"/>
                        </a:lnSpc>
                        <a:buNone/>
                      </a:pPr>
                      <a:r>
                        <a:rPr lang="zh-CN" altLang="x-none" sz="1200" b="1" dirty="0">
                          <a:latin typeface="微软雅黑" panose="020B0503020204020204" pitchFamily="34" charset="-122"/>
                          <a:ea typeface="微软雅黑" panose="020B0503020204020204" pitchFamily="34" charset="-122"/>
                        </a:rPr>
                        <a:t>Vision</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00FF00"/>
                    </a:solidFill>
                  </a:tcPr>
                </a:tc>
                <a:tc>
                  <a:txBody>
                    <a:bodyPr/>
                    <a:lstStyle/>
                    <a:p>
                      <a:pPr lvl="0" algn="ctr" eaLnBrk="1" hangingPunct="1">
                        <a:buNone/>
                      </a:pPr>
                      <a:r>
                        <a:rPr lang="en-US" altLang="zh-CN" sz="1200" dirty="0">
                          <a:solidFill>
                            <a:srgbClr val="000000"/>
                          </a:solidFill>
                          <a:latin typeface="微软雅黑" panose="020B0503020204020204" pitchFamily="34" charset="-122"/>
                          <a:ea typeface="微软雅黑" panose="020B0503020204020204" pitchFamily="34" charset="-122"/>
                        </a:rPr>
                        <a:t>58X40mm</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tc>
                  <a:txBody>
                    <a:bodyPr/>
                    <a:lstStyle/>
                    <a:p>
                      <a:pPr lvl="0" eaLnBrk="1" hangingPunct="1">
                        <a:lnSpc>
                          <a:spcPct val="150000"/>
                        </a:lnSpc>
                        <a:buNone/>
                      </a:pPr>
                      <a:r>
                        <a:rPr lang="en-US" altLang="zh-CN" sz="1200" dirty="0">
                          <a:solidFill>
                            <a:srgbClr val="000000"/>
                          </a:solidFill>
                          <a:latin typeface="微软雅黑" panose="020B0503020204020204" pitchFamily="34" charset="-122"/>
                          <a:ea typeface="微软雅黑" panose="020B0503020204020204" pitchFamily="34" charset="-122"/>
                        </a:rPr>
                        <a:t>/</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10006"/>
                  </a:ext>
                </a:extLst>
              </a:tr>
              <a:tr h="274320">
                <a:tc>
                  <a:txBody>
                    <a:bodyPr/>
                    <a:lstStyle/>
                    <a:p>
                      <a:pPr lvl="0" algn="ctr" eaLnBrk="1" hangingPunct="1">
                        <a:lnSpc>
                          <a:spcPct val="150000"/>
                        </a:lnSpc>
                        <a:buNone/>
                      </a:pPr>
                      <a:r>
                        <a:rPr lang="zh-CN" altLang="x-none" sz="1200" b="1" dirty="0">
                          <a:latin typeface="微软雅黑" panose="020B0503020204020204" pitchFamily="34" charset="-122"/>
                          <a:ea typeface="微软雅黑" panose="020B0503020204020204" pitchFamily="34" charset="-122"/>
                          <a:sym typeface="+mn-ea"/>
                        </a:rPr>
                        <a:t>resolving power</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00FF00"/>
                    </a:solidFill>
                  </a:tcPr>
                </a:tc>
                <a:tc>
                  <a:txBody>
                    <a:bodyPr/>
                    <a:lstStyle/>
                    <a:p>
                      <a:pPr lvl="0" algn="ctr" eaLnBrk="1" hangingPunct="1">
                        <a:buNone/>
                      </a:pPr>
                      <a:r>
                        <a:rPr lang="en-US" altLang="zh-CN" sz="1200" dirty="0">
                          <a:solidFill>
                            <a:srgbClr val="000000"/>
                          </a:solidFill>
                          <a:latin typeface="微软雅黑" panose="020B0503020204020204" pitchFamily="34" charset="-122"/>
                          <a:ea typeface="微软雅黑" panose="020B0503020204020204" pitchFamily="34" charset="-122"/>
                          <a:sym typeface="Gill Sans"/>
                        </a:rPr>
                        <a:t>2592x1944</a:t>
                      </a:r>
                      <a:endParaRPr lang="en-US" altLang="zh-CN" sz="1200" dirty="0">
                        <a:solidFill>
                          <a:srgbClr val="000000"/>
                        </a:solidFill>
                        <a:latin typeface="微软雅黑" panose="020B0503020204020204" pitchFamily="34" charset="-122"/>
                        <a:ea typeface="微软雅黑" panose="020B0503020204020204" pitchFamily="34" charset="-122"/>
                      </a:endParaRP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tc>
                  <a:txBody>
                    <a:bodyPr/>
                    <a:lstStyle/>
                    <a:p>
                      <a:pPr lvl="0" algn="ctr" eaLnBrk="1" hangingPunct="1">
                        <a:lnSpc>
                          <a:spcPct val="150000"/>
                        </a:lnSpc>
                        <a:buNone/>
                      </a:pPr>
                      <a:endParaRPr lang="en-US" altLang="zh-CN" sz="1200" dirty="0">
                        <a:solidFill>
                          <a:srgbClr val="000000"/>
                        </a:solidFill>
                        <a:latin typeface="微软雅黑" panose="020B0503020204020204" pitchFamily="34" charset="-122"/>
                        <a:ea typeface="微软雅黑" panose="020B0503020204020204" pitchFamily="34" charset="-122"/>
                      </a:endParaRP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10007"/>
                  </a:ext>
                </a:extLst>
              </a:tr>
              <a:tr h="384810">
                <a:tc>
                  <a:txBody>
                    <a:bodyPr/>
                    <a:lstStyle/>
                    <a:p>
                      <a:pPr lvl="0" algn="ctr" eaLnBrk="1" hangingPunct="1">
                        <a:lnSpc>
                          <a:spcPct val="150000"/>
                        </a:lnSpc>
                        <a:buNone/>
                      </a:pPr>
                      <a:r>
                        <a:rPr lang="zh-CN" altLang="en-US" sz="1200" b="1" dirty="0">
                          <a:latin typeface="微软雅黑" panose="020B0503020204020204" pitchFamily="34" charset="-122"/>
                          <a:ea typeface="微软雅黑" panose="020B0503020204020204" pitchFamily="34" charset="-122"/>
                          <a:sym typeface="+mn-ea"/>
                        </a:rPr>
                        <a:t>Pixel size</a:t>
                      </a: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00FF00"/>
                    </a:solidFill>
                  </a:tcPr>
                </a:tc>
                <a:tc>
                  <a:txBody>
                    <a:bodyPr/>
                    <a:lstStyle/>
                    <a:p>
                      <a:pPr lvl="0" algn="ctr" eaLnBrk="1" hangingPunct="1">
                        <a:buNone/>
                      </a:pPr>
                      <a:r>
                        <a:rPr lang="en-US" altLang="zh-CN" sz="1200" dirty="0">
                          <a:solidFill>
                            <a:srgbClr val="000000"/>
                          </a:solidFill>
                          <a:latin typeface="微软雅黑" panose="020B0503020204020204" pitchFamily="34" charset="-122"/>
                          <a:ea typeface="微软雅黑" panose="020B0503020204020204" pitchFamily="34" charset="-122"/>
                          <a:sym typeface="+mn-ea"/>
                        </a:rPr>
                        <a:t>58mm/2592≈0.0223mm</a:t>
                      </a:r>
                    </a:p>
                    <a:p>
                      <a:pPr lvl="0" algn="ctr" eaLnBrk="1" hangingPunct="1">
                        <a:buNone/>
                      </a:pPr>
                      <a:r>
                        <a:rPr lang="en-US" altLang="zh-CN" sz="1200" dirty="0">
                          <a:solidFill>
                            <a:srgbClr val="000000"/>
                          </a:solidFill>
                          <a:latin typeface="微软雅黑" panose="020B0503020204020204" pitchFamily="34" charset="-122"/>
                          <a:ea typeface="微软雅黑" panose="020B0503020204020204" pitchFamily="34" charset="-122"/>
                          <a:sym typeface="+mn-ea"/>
                        </a:rPr>
                        <a:t>40mm/1944≈0.0205mm</a:t>
                      </a:r>
                      <a:endParaRPr lang="en-US" altLang="zh-CN" sz="1200" dirty="0">
                        <a:solidFill>
                          <a:srgbClr val="000000"/>
                        </a:solidFill>
                        <a:latin typeface="微软雅黑" panose="020B0503020204020204" pitchFamily="34" charset="-122"/>
                        <a:ea typeface="微软雅黑" panose="020B0503020204020204" pitchFamily="34" charset="-122"/>
                      </a:endParaRP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tc>
                  <a:txBody>
                    <a:bodyPr/>
                    <a:lstStyle/>
                    <a:p>
                      <a:pPr lvl="0" algn="ctr" eaLnBrk="1" hangingPunct="1">
                        <a:lnSpc>
                          <a:spcPct val="150000"/>
                        </a:lnSpc>
                        <a:buNone/>
                      </a:pPr>
                      <a:endParaRPr lang="en-US" altLang="zh-CN" sz="1200" dirty="0">
                        <a:solidFill>
                          <a:srgbClr val="000000"/>
                        </a:solidFill>
                        <a:latin typeface="微软雅黑" panose="020B0503020204020204" pitchFamily="34" charset="-122"/>
                        <a:ea typeface="微软雅黑" panose="020B0503020204020204" pitchFamily="34" charset="-122"/>
                      </a:endParaRPr>
                    </a:p>
                  </a:txBody>
                  <a:tcPr marL="99020" marR="99020" marT="0" marB="0" anchor="ctr" anchorCtr="1">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10008"/>
                  </a:ext>
                </a:extLst>
              </a:tr>
            </a:tbl>
          </a:graphicData>
        </a:graphic>
      </p:graphicFrame>
      <p:pic>
        <p:nvPicPr>
          <p:cNvPr id="8" name="图片 7" descr="8ac83a8460bfead677992201aa4888c1"/>
          <p:cNvPicPr>
            <a:picLocks noChangeAspect="1"/>
          </p:cNvPicPr>
          <p:nvPr/>
        </p:nvPicPr>
        <p:blipFill>
          <a:blip r:embed="rId8"/>
          <a:stretch>
            <a:fillRect/>
          </a:stretch>
        </p:blipFill>
        <p:spPr>
          <a:xfrm>
            <a:off x="3806190" y="4926965"/>
            <a:ext cx="1790700" cy="14897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5.</a:t>
            </a:r>
            <a:r>
              <a:rPr lang="en-US" altLang="zh-CN" dirty="0">
                <a:sym typeface="宋体" panose="02010600030101010101" pitchFamily="2" charset="-122"/>
              </a:rPr>
              <a:t>Key fixture design</a:t>
            </a:r>
            <a:endParaRPr lang="en-US" altLang="zh-CN" dirty="0">
              <a:latin typeface="+mn-lt"/>
            </a:endParaRPr>
          </a:p>
        </p:txBody>
      </p:sp>
      <p:sp>
        <p:nvSpPr>
          <p:cNvPr id="2" name="文本框 1"/>
          <p:cNvSpPr txBox="1"/>
          <p:nvPr>
            <p:custDataLst>
              <p:tags r:id="rId1"/>
            </p:custDataLst>
          </p:nvPr>
        </p:nvSpPr>
        <p:spPr>
          <a:xfrm>
            <a:off x="300990" y="768350"/>
            <a:ext cx="8557895"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a:t>5.1 </a:t>
            </a:r>
            <a:r>
              <a:rPr sz="1800" b="1"/>
              <a:t>CCD&amp;material retrieval component (material retrieval component)</a:t>
            </a:r>
          </a:p>
        </p:txBody>
      </p:sp>
      <p:sp>
        <p:nvSpPr>
          <p:cNvPr id="12291" name="灯片编号占位符 3"/>
          <p:cNvSpPr>
            <a:spLocks noGrp="1" noChangeArrowheads="1"/>
          </p:cNvSpPr>
          <p:nvPr>
            <p:custDataLst>
              <p:tags r:id="rId2"/>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18</a:t>
            </a:fld>
            <a:endParaRPr lang="zh-TW" altLang="en-US" sz="1400">
              <a:solidFill>
                <a:srgbClr val="898989"/>
              </a:solidFill>
              <a:latin typeface="Arial" panose="020B0604020202020204" pitchFamily="34" charset="0"/>
              <a:ea typeface="微软雅黑" panose="020B0503020204020204" pitchFamily="34" charset="-122"/>
            </a:endParaRPr>
          </a:p>
        </p:txBody>
      </p:sp>
      <p:grpSp>
        <p:nvGrpSpPr>
          <p:cNvPr id="52" name="组合 51"/>
          <p:cNvGrpSpPr/>
          <p:nvPr/>
        </p:nvGrpSpPr>
        <p:grpSpPr>
          <a:xfrm>
            <a:off x="206375" y="1354455"/>
            <a:ext cx="5062855" cy="4053840"/>
            <a:chOff x="325" y="2133"/>
            <a:chExt cx="7973" cy="6384"/>
          </a:xfrm>
        </p:grpSpPr>
        <p:pic>
          <p:nvPicPr>
            <p:cNvPr id="6" name="图片 5"/>
            <p:cNvPicPr>
              <a:picLocks noChangeAspect="1"/>
            </p:cNvPicPr>
            <p:nvPr/>
          </p:nvPicPr>
          <p:blipFill>
            <a:blip r:embed="rId5"/>
            <a:stretch>
              <a:fillRect/>
            </a:stretch>
          </p:blipFill>
          <p:spPr>
            <a:xfrm>
              <a:off x="325" y="2133"/>
              <a:ext cx="5296" cy="5950"/>
            </a:xfrm>
            <a:prstGeom prst="rect">
              <a:avLst/>
            </a:prstGeom>
          </p:spPr>
        </p:pic>
        <p:sp>
          <p:nvSpPr>
            <p:cNvPr id="7" name="文本框 4"/>
            <p:cNvSpPr txBox="1"/>
            <p:nvPr/>
          </p:nvSpPr>
          <p:spPr>
            <a:xfrm>
              <a:off x="6010" y="5733"/>
              <a:ext cx="2122" cy="436"/>
            </a:xfrm>
            <a:prstGeom prst="rect">
              <a:avLst/>
            </a:prstGeom>
            <a:noFill/>
            <a:ln w="9525" cap="flat" cmpd="sng">
              <a:solidFill>
                <a:srgbClr val="D7D7D7"/>
              </a:solidFill>
              <a:prstDash val="solid"/>
              <a:round/>
              <a:headEnd type="none" w="med" len="med"/>
              <a:tailEnd type="none" w="med" len="med"/>
            </a:ln>
          </p:spPr>
          <p:txBody>
            <a:bodyPr anchor="t" anchorCtr="0">
              <a:spAutoFit/>
            </a:bodyPr>
            <a:lstStyle/>
            <a:p>
              <a:pPr algn="ctr"/>
              <a:r>
                <a:rPr lang="en-US" altLang="zh-CN" sz="1200" dirty="0">
                  <a:latin typeface="微软雅黑" panose="020B0503020204020204" pitchFamily="34" charset="-122"/>
                  <a:ea typeface="微软雅黑" panose="020B0503020204020204" pitchFamily="34" charset="-122"/>
                </a:rPr>
                <a:t>UP CCD</a:t>
              </a:r>
            </a:p>
          </p:txBody>
        </p:sp>
        <p:sp>
          <p:nvSpPr>
            <p:cNvPr id="8" name="文本框 40"/>
            <p:cNvSpPr txBox="1"/>
            <p:nvPr/>
          </p:nvSpPr>
          <p:spPr>
            <a:xfrm>
              <a:off x="5630" y="6311"/>
              <a:ext cx="2327" cy="434"/>
            </a:xfrm>
            <a:prstGeom prst="rect">
              <a:avLst/>
            </a:prstGeom>
            <a:noFill/>
            <a:ln w="9525" cap="flat" cmpd="sng">
              <a:solidFill>
                <a:srgbClr val="D7D7D7"/>
              </a:solidFill>
              <a:prstDash val="solid"/>
              <a:round/>
              <a:headEnd type="none" w="med" len="med"/>
              <a:tailEnd type="none" w="med" len="med"/>
            </a:ln>
          </p:spPr>
          <p:txBody>
            <a:bodyPr anchor="t" anchorCtr="0">
              <a:spAutoFit/>
            </a:bodyPr>
            <a:lstStyle/>
            <a:p>
              <a:pPr algn="ctr"/>
              <a:r>
                <a:rPr lang="en-US" altLang="zh-CN" sz="1200" dirty="0">
                  <a:latin typeface="微软雅黑" panose="020B0503020204020204" pitchFamily="34" charset="-122"/>
                  <a:ea typeface="微软雅黑" panose="020B0503020204020204" pitchFamily="34" charset="-122"/>
                </a:rPr>
                <a:t>Take-up module</a:t>
              </a:r>
            </a:p>
          </p:txBody>
        </p:sp>
        <p:sp>
          <p:nvSpPr>
            <p:cNvPr id="9" name="文本框 55"/>
            <p:cNvSpPr txBox="1"/>
            <p:nvPr/>
          </p:nvSpPr>
          <p:spPr>
            <a:xfrm>
              <a:off x="6176" y="4679"/>
              <a:ext cx="2122" cy="434"/>
            </a:xfrm>
            <a:prstGeom prst="rect">
              <a:avLst/>
            </a:prstGeom>
            <a:noFill/>
            <a:ln w="9525" cap="flat" cmpd="sng">
              <a:solidFill>
                <a:srgbClr val="D7D7D7"/>
              </a:solidFill>
              <a:prstDash val="solid"/>
              <a:round/>
              <a:headEnd type="none" w="med" len="med"/>
              <a:tailEnd type="none" w="med" len="med"/>
            </a:ln>
          </p:spPr>
          <p:txBody>
            <a:bodyPr anchor="t" anchorCtr="0">
              <a:spAutoFit/>
            </a:bodyPr>
            <a:lstStyle/>
            <a:p>
              <a:pPr algn="ctr"/>
              <a:r>
                <a:rPr lang="en-US" altLang="zh-CN" sz="1200" dirty="0">
                  <a:latin typeface="微软雅黑" panose="020B0503020204020204" pitchFamily="34" charset="-122"/>
                  <a:ea typeface="微软雅黑" panose="020B0503020204020204" pitchFamily="34" charset="-122"/>
                </a:rPr>
                <a:t>A</a:t>
              </a:r>
              <a:r>
                <a:rPr lang="zh-CN" altLang="zh-CN" sz="1200" dirty="0">
                  <a:latin typeface="微软雅黑" panose="020B0503020204020204" pitchFamily="34" charset="-122"/>
                  <a:ea typeface="微软雅黑" panose="020B0503020204020204" pitchFamily="34" charset="-122"/>
                </a:rPr>
                <a:t>ctuator</a:t>
              </a:r>
            </a:p>
          </p:txBody>
        </p:sp>
        <p:sp>
          <p:nvSpPr>
            <p:cNvPr id="3" name="文本框 49"/>
            <p:cNvSpPr txBox="1"/>
            <p:nvPr/>
          </p:nvSpPr>
          <p:spPr>
            <a:xfrm>
              <a:off x="6176" y="2420"/>
              <a:ext cx="2122" cy="725"/>
            </a:xfrm>
            <a:prstGeom prst="rect">
              <a:avLst/>
            </a:prstGeom>
            <a:noFill/>
            <a:ln w="9525" cap="flat" cmpd="sng">
              <a:solidFill>
                <a:srgbClr val="D7D7D7"/>
              </a:solidFill>
              <a:prstDash val="solid"/>
              <a:round/>
              <a:headEnd type="none" w="med" len="med"/>
              <a:tailEnd type="none" w="med" len="med"/>
            </a:ln>
          </p:spPr>
          <p:txBody>
            <a:bodyPr anchor="t" anchorCtr="0">
              <a:spAutoFit/>
            </a:bodyPr>
            <a:lstStyle/>
            <a:p>
              <a:pPr algn="ctr"/>
              <a:r>
                <a:rPr lang="zh-CN" altLang="en-US" sz="1200" dirty="0">
                  <a:latin typeface="微软雅黑" panose="020B0503020204020204" pitchFamily="34" charset="-122"/>
                  <a:ea typeface="微软雅黑" panose="020B0503020204020204" pitchFamily="34" charset="-122"/>
                </a:rPr>
                <a:t>Negative pressure gauge</a:t>
              </a:r>
              <a:r>
                <a:rPr lang="en-US" altLang="zh-CN" sz="1200" dirty="0">
                  <a:latin typeface="微软雅黑" panose="020B0503020204020204" pitchFamily="34" charset="-122"/>
                  <a:ea typeface="微软雅黑" panose="020B0503020204020204" pitchFamily="34" charset="-122"/>
                </a:rPr>
                <a:t> </a:t>
              </a:r>
            </a:p>
          </p:txBody>
        </p:sp>
        <p:sp>
          <p:nvSpPr>
            <p:cNvPr id="11" name="文本框 11"/>
            <p:cNvSpPr txBox="1"/>
            <p:nvPr/>
          </p:nvSpPr>
          <p:spPr>
            <a:xfrm>
              <a:off x="4728" y="8083"/>
              <a:ext cx="2546" cy="434"/>
            </a:xfrm>
            <a:prstGeom prst="rect">
              <a:avLst/>
            </a:prstGeom>
            <a:noFill/>
            <a:ln w="9525" cap="flat" cmpd="sng">
              <a:solidFill>
                <a:srgbClr val="D7D7D7"/>
              </a:solidFill>
              <a:prstDash val="solid"/>
              <a:round/>
              <a:headEnd type="none" w="med" len="med"/>
              <a:tailEnd type="none" w="med" len="med"/>
            </a:ln>
          </p:spPr>
          <p:txBody>
            <a:bodyPr anchor="t" anchorCtr="0">
              <a:spAutoFit/>
            </a:bodyPr>
            <a:lstStyle/>
            <a:p>
              <a:pPr algn="ctr"/>
              <a:r>
                <a:rPr lang="en-US" altLang="zh-CN" sz="1200" dirty="0">
                  <a:latin typeface="微软雅黑" panose="020B0503020204020204" pitchFamily="34" charset="-122"/>
                  <a:ea typeface="微软雅黑" panose="020B0503020204020204" pitchFamily="34" charset="-122"/>
                </a:rPr>
                <a:t>Nozzle assembly</a:t>
              </a:r>
            </a:p>
          </p:txBody>
        </p:sp>
        <p:sp>
          <p:nvSpPr>
            <p:cNvPr id="12" name="文本框 13"/>
            <p:cNvSpPr txBox="1"/>
            <p:nvPr/>
          </p:nvSpPr>
          <p:spPr>
            <a:xfrm>
              <a:off x="5453" y="7250"/>
              <a:ext cx="2122" cy="434"/>
            </a:xfrm>
            <a:prstGeom prst="rect">
              <a:avLst/>
            </a:prstGeom>
            <a:noFill/>
            <a:ln w="9525" cap="flat" cmpd="sng">
              <a:solidFill>
                <a:srgbClr val="D7D7D7"/>
              </a:solidFill>
              <a:prstDash val="solid"/>
              <a:round/>
              <a:headEnd type="none" w="med" len="med"/>
              <a:tailEnd type="none" w="med" len="med"/>
            </a:ln>
          </p:spPr>
          <p:txBody>
            <a:bodyPr anchor="t" anchorCtr="0">
              <a:spAutoFit/>
            </a:bodyPr>
            <a:lstStyle/>
            <a:p>
              <a:pPr algn="ctr"/>
              <a:r>
                <a:rPr lang="en-US" altLang="zh-CN" sz="1200" dirty="0">
                  <a:latin typeface="微软雅黑" panose="020B0503020204020204" pitchFamily="34" charset="-122"/>
                  <a:ea typeface="微软雅黑" panose="020B0503020204020204" pitchFamily="34" charset="-122"/>
                </a:rPr>
                <a:t>Code scanner</a:t>
              </a:r>
            </a:p>
          </p:txBody>
        </p:sp>
        <p:cxnSp>
          <p:nvCxnSpPr>
            <p:cNvPr id="13" name="肘形连接符 39"/>
            <p:cNvCxnSpPr>
              <a:stCxn id="7" idx="1"/>
            </p:cNvCxnSpPr>
            <p:nvPr/>
          </p:nvCxnSpPr>
          <p:spPr>
            <a:xfrm rot="10800000">
              <a:off x="4676" y="5749"/>
              <a:ext cx="1333" cy="202"/>
            </a:xfrm>
            <a:prstGeom prst="bentConnector3">
              <a:avLst>
                <a:gd name="adj1" fmla="val 66616"/>
              </a:avLst>
            </a:prstGeom>
            <a:ln w="28575">
              <a:solidFill>
                <a:srgbClr val="0000FF"/>
              </a:solidFill>
              <a:prstDash val="sysDot"/>
              <a:tailEnd type="triangle"/>
            </a:ln>
            <a:effectLst/>
          </p:spPr>
          <p:style>
            <a:lnRef idx="1">
              <a:schemeClr val="accent1"/>
            </a:lnRef>
            <a:fillRef idx="0">
              <a:schemeClr val="accent1"/>
            </a:fillRef>
            <a:effectRef idx="0">
              <a:schemeClr val="accent1"/>
            </a:effectRef>
            <a:fontRef idx="minor">
              <a:schemeClr val="tx1"/>
            </a:fontRef>
          </p:style>
        </p:cxnSp>
        <p:cxnSp>
          <p:nvCxnSpPr>
            <p:cNvPr id="14" name="肘形连接符 35"/>
            <p:cNvCxnSpPr>
              <a:stCxn id="8" idx="1"/>
            </p:cNvCxnSpPr>
            <p:nvPr/>
          </p:nvCxnSpPr>
          <p:spPr>
            <a:xfrm rot="10800000" flipV="1">
              <a:off x="3744" y="6528"/>
              <a:ext cx="1886" cy="14"/>
            </a:xfrm>
            <a:prstGeom prst="bentConnector3">
              <a:avLst>
                <a:gd name="adj1" fmla="val 49947"/>
              </a:avLst>
            </a:prstGeom>
            <a:ln w="28575">
              <a:solidFill>
                <a:srgbClr val="0000FF"/>
              </a:solidFill>
              <a:prstDash val="sysDot"/>
              <a:tailEnd type="triangle"/>
            </a:ln>
            <a:effectLst/>
          </p:spPr>
          <p:style>
            <a:lnRef idx="1">
              <a:schemeClr val="accent1"/>
            </a:lnRef>
            <a:fillRef idx="0">
              <a:schemeClr val="accent1"/>
            </a:fillRef>
            <a:effectRef idx="0">
              <a:schemeClr val="accent1"/>
            </a:effectRef>
            <a:fontRef idx="minor">
              <a:schemeClr val="tx1"/>
            </a:fontRef>
          </p:style>
        </p:cxnSp>
        <p:cxnSp>
          <p:nvCxnSpPr>
            <p:cNvPr id="15" name="肘形连接符 56"/>
            <p:cNvCxnSpPr>
              <a:stCxn id="9" idx="1"/>
            </p:cNvCxnSpPr>
            <p:nvPr/>
          </p:nvCxnSpPr>
          <p:spPr>
            <a:xfrm rot="10800000" flipV="1">
              <a:off x="2554" y="4895"/>
              <a:ext cx="3622" cy="503"/>
            </a:xfrm>
            <a:prstGeom prst="bentConnector3">
              <a:avLst>
                <a:gd name="adj1" fmla="val 49972"/>
              </a:avLst>
            </a:prstGeom>
            <a:ln w="28575">
              <a:solidFill>
                <a:srgbClr val="0000FF"/>
              </a:solidFill>
              <a:prstDash val="sysDot"/>
              <a:tailEnd type="triangle"/>
            </a:ln>
            <a:effectLst/>
          </p:spPr>
          <p:style>
            <a:lnRef idx="1">
              <a:schemeClr val="accent1"/>
            </a:lnRef>
            <a:fillRef idx="0">
              <a:schemeClr val="accent1"/>
            </a:fillRef>
            <a:effectRef idx="0">
              <a:schemeClr val="accent1"/>
            </a:effectRef>
            <a:fontRef idx="minor">
              <a:schemeClr val="tx1"/>
            </a:fontRef>
          </p:style>
        </p:cxnSp>
        <p:cxnSp>
          <p:nvCxnSpPr>
            <p:cNvPr id="22" name="肘形连接符 52"/>
            <p:cNvCxnSpPr>
              <a:stCxn id="3" idx="1"/>
            </p:cNvCxnSpPr>
            <p:nvPr/>
          </p:nvCxnSpPr>
          <p:spPr>
            <a:xfrm rot="10800000">
              <a:off x="2612" y="2435"/>
              <a:ext cx="3564" cy="347"/>
            </a:xfrm>
            <a:prstGeom prst="bentConnector3">
              <a:avLst>
                <a:gd name="adj1" fmla="val 49972"/>
              </a:avLst>
            </a:prstGeom>
            <a:ln w="28575">
              <a:solidFill>
                <a:srgbClr val="0000FF"/>
              </a:solidFill>
              <a:prstDash val="sysDot"/>
              <a:tailEnd type="triangle"/>
            </a:ln>
            <a:effectLst/>
          </p:spPr>
          <p:style>
            <a:lnRef idx="1">
              <a:schemeClr val="accent1"/>
            </a:lnRef>
            <a:fillRef idx="0">
              <a:schemeClr val="accent1"/>
            </a:fillRef>
            <a:effectRef idx="0">
              <a:schemeClr val="accent1"/>
            </a:effectRef>
            <a:fontRef idx="minor">
              <a:schemeClr val="tx1"/>
            </a:fontRef>
          </p:style>
        </p:cxnSp>
        <p:cxnSp>
          <p:nvCxnSpPr>
            <p:cNvPr id="26" name="肘形连接符 10"/>
            <p:cNvCxnSpPr>
              <a:stCxn id="11" idx="1"/>
            </p:cNvCxnSpPr>
            <p:nvPr/>
          </p:nvCxnSpPr>
          <p:spPr>
            <a:xfrm rot="10800000">
              <a:off x="2484" y="7790"/>
              <a:ext cx="2244" cy="510"/>
            </a:xfrm>
            <a:prstGeom prst="bentConnector3">
              <a:avLst>
                <a:gd name="adj1" fmla="val 100401"/>
              </a:avLst>
            </a:prstGeom>
            <a:ln w="28575">
              <a:solidFill>
                <a:srgbClr val="0000FF"/>
              </a:solidFill>
              <a:prstDash val="sysDot"/>
              <a:tailEnd type="triangle"/>
            </a:ln>
            <a:effectLst/>
          </p:spPr>
          <p:style>
            <a:lnRef idx="1">
              <a:schemeClr val="accent1"/>
            </a:lnRef>
            <a:fillRef idx="0">
              <a:schemeClr val="accent1"/>
            </a:fillRef>
            <a:effectRef idx="0">
              <a:schemeClr val="accent1"/>
            </a:effectRef>
            <a:fontRef idx="minor">
              <a:schemeClr val="tx1"/>
            </a:fontRef>
          </p:style>
        </p:cxnSp>
        <p:cxnSp>
          <p:nvCxnSpPr>
            <p:cNvPr id="29" name="肘形连接符 12"/>
            <p:cNvCxnSpPr>
              <a:stCxn id="12" idx="1"/>
            </p:cNvCxnSpPr>
            <p:nvPr/>
          </p:nvCxnSpPr>
          <p:spPr>
            <a:xfrm rot="10800000" flipV="1">
              <a:off x="3941" y="7466"/>
              <a:ext cx="1511" cy="183"/>
            </a:xfrm>
            <a:prstGeom prst="bentConnector3">
              <a:avLst>
                <a:gd name="adj1" fmla="val 70086"/>
              </a:avLst>
            </a:prstGeom>
            <a:ln w="28575">
              <a:solidFill>
                <a:srgbClr val="0000FF"/>
              </a:solidFill>
              <a:prstDash val="sysDot"/>
              <a:tailEnd type="triangle"/>
            </a:ln>
            <a:effectLst/>
          </p:spPr>
          <p:style>
            <a:lnRef idx="1">
              <a:schemeClr val="accent1"/>
            </a:lnRef>
            <a:fillRef idx="0">
              <a:schemeClr val="accent1"/>
            </a:fillRef>
            <a:effectRef idx="0">
              <a:schemeClr val="accent1"/>
            </a:effectRef>
            <a:fontRef idx="minor">
              <a:schemeClr val="tx1"/>
            </a:fontRef>
          </p:style>
        </p:cxnSp>
      </p:grpSp>
      <p:grpSp>
        <p:nvGrpSpPr>
          <p:cNvPr id="47" name="组合 46"/>
          <p:cNvGrpSpPr/>
          <p:nvPr/>
        </p:nvGrpSpPr>
        <p:grpSpPr>
          <a:xfrm>
            <a:off x="5447030" y="2630805"/>
            <a:ext cx="2970530" cy="1990090"/>
            <a:chOff x="8928" y="1180"/>
            <a:chExt cx="4678" cy="3134"/>
          </a:xfrm>
        </p:grpSpPr>
        <p:pic>
          <p:nvPicPr>
            <p:cNvPr id="34" name="图片 33"/>
            <p:cNvPicPr>
              <a:picLocks noChangeAspect="1"/>
            </p:cNvPicPr>
            <p:nvPr/>
          </p:nvPicPr>
          <p:blipFill>
            <a:blip r:embed="rId6"/>
            <a:stretch>
              <a:fillRect/>
            </a:stretch>
          </p:blipFill>
          <p:spPr>
            <a:xfrm>
              <a:off x="8928" y="1627"/>
              <a:ext cx="4679" cy="1963"/>
            </a:xfrm>
            <a:prstGeom prst="rect">
              <a:avLst/>
            </a:prstGeom>
          </p:spPr>
        </p:pic>
        <p:sp>
          <p:nvSpPr>
            <p:cNvPr id="24610" name="文本框 55"/>
            <p:cNvSpPr txBox="1"/>
            <p:nvPr/>
          </p:nvSpPr>
          <p:spPr>
            <a:xfrm>
              <a:off x="10717" y="3590"/>
              <a:ext cx="2203" cy="725"/>
            </a:xfrm>
            <a:prstGeom prst="rect">
              <a:avLst/>
            </a:prstGeom>
            <a:noFill/>
            <a:ln w="9525">
              <a:noFill/>
            </a:ln>
          </p:spPr>
          <p:txBody>
            <a:bodyPr wrap="none" anchor="t" anchorCtr="0">
              <a:spAutoFit/>
            </a:bodyPr>
            <a:lstStyle/>
            <a:p>
              <a:pPr eaLnBrk="0" hangingPunct="0"/>
              <a:r>
                <a:rPr lang="zh-CN" altLang="zh-CN" sz="1200" dirty="0">
                  <a:latin typeface="Calibri" panose="020F0502020204030204" charset="0"/>
                  <a:ea typeface="等线" panose="02010600030101010101" charset="-122"/>
                </a:rPr>
                <a:t>Silicone suction cup</a:t>
              </a:r>
            </a:p>
            <a:p>
              <a:pPr eaLnBrk="0" hangingPunct="0"/>
              <a:r>
                <a:rPr lang="zh-CN" altLang="zh-CN" sz="1200" dirty="0">
                  <a:latin typeface="Calibri" panose="020F0502020204030204" charset="0"/>
                  <a:ea typeface="等线" panose="02010600030101010101" charset="-122"/>
                </a:rPr>
                <a:t>Diameter</a:t>
              </a:r>
              <a:r>
                <a:rPr lang="en-US" altLang="zh-CN" sz="1200" dirty="0">
                  <a:latin typeface="Calibri" panose="020F0502020204030204" charset="0"/>
                  <a:ea typeface="等线" panose="02010600030101010101" charset="-122"/>
                </a:rPr>
                <a:t>:15mm</a:t>
              </a:r>
            </a:p>
          </p:txBody>
        </p:sp>
        <p:cxnSp>
          <p:nvCxnSpPr>
            <p:cNvPr id="43" name="直接箭头连接符 43"/>
            <p:cNvCxnSpPr/>
            <p:nvPr/>
          </p:nvCxnSpPr>
          <p:spPr>
            <a:xfrm flipH="1">
              <a:off x="11524" y="2751"/>
              <a:ext cx="1167" cy="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17"/>
            <p:cNvCxnSpPr/>
            <p:nvPr/>
          </p:nvCxnSpPr>
          <p:spPr>
            <a:xfrm>
              <a:off x="10171" y="3241"/>
              <a:ext cx="1353" cy="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613" name="文本框 55"/>
            <p:cNvSpPr txBox="1"/>
            <p:nvPr/>
          </p:nvSpPr>
          <p:spPr>
            <a:xfrm>
              <a:off x="10319" y="1180"/>
              <a:ext cx="1887" cy="434"/>
            </a:xfrm>
            <a:prstGeom prst="rect">
              <a:avLst/>
            </a:prstGeom>
            <a:noFill/>
            <a:ln w="9525">
              <a:noFill/>
            </a:ln>
          </p:spPr>
          <p:txBody>
            <a:bodyPr wrap="none" anchor="t" anchorCtr="0">
              <a:spAutoFit/>
            </a:bodyPr>
            <a:lstStyle/>
            <a:p>
              <a:pPr algn="ctr"/>
              <a:r>
                <a:rPr lang="en-US" altLang="zh-CN" sz="1200" dirty="0">
                  <a:latin typeface="Calibri" panose="020F0502020204030204" charset="0"/>
                  <a:ea typeface="宋体" panose="02010600030101010101" pitchFamily="2" charset="-122"/>
                </a:rPr>
                <a:t>Nozzle assembly</a:t>
              </a:r>
              <a:endParaRPr lang="en-US" altLang="zh-CN" sz="1200" dirty="0">
                <a:latin typeface="Calibri" panose="020F0502020204030204" charset="0"/>
                <a:ea typeface="等线" panose="02010600030101010101" charset="-122"/>
              </a:endParaRPr>
            </a:p>
          </p:txBody>
        </p:sp>
      </p:grpSp>
      <p:grpSp>
        <p:nvGrpSpPr>
          <p:cNvPr id="46" name="组合 45"/>
          <p:cNvGrpSpPr/>
          <p:nvPr/>
        </p:nvGrpSpPr>
        <p:grpSpPr>
          <a:xfrm>
            <a:off x="8362315" y="2289175"/>
            <a:ext cx="3475355" cy="2496820"/>
            <a:chOff x="13144" y="2812"/>
            <a:chExt cx="5473" cy="3932"/>
          </a:xfrm>
        </p:grpSpPr>
        <p:pic>
          <p:nvPicPr>
            <p:cNvPr id="35" name="图片 34"/>
            <p:cNvPicPr>
              <a:picLocks noChangeAspect="1"/>
            </p:cNvPicPr>
            <p:nvPr/>
          </p:nvPicPr>
          <p:blipFill>
            <a:blip r:embed="rId7"/>
            <a:stretch>
              <a:fillRect/>
            </a:stretch>
          </p:blipFill>
          <p:spPr>
            <a:xfrm>
              <a:off x="14985" y="2812"/>
              <a:ext cx="3632" cy="3933"/>
            </a:xfrm>
            <a:prstGeom prst="rect">
              <a:avLst/>
            </a:prstGeom>
          </p:spPr>
        </p:pic>
        <p:cxnSp>
          <p:nvCxnSpPr>
            <p:cNvPr id="37" name="直接连接符 89"/>
            <p:cNvCxnSpPr/>
            <p:nvPr/>
          </p:nvCxnSpPr>
          <p:spPr>
            <a:xfrm flipV="1">
              <a:off x="14966" y="5018"/>
              <a:ext cx="964" cy="23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4601" name="文本框 36"/>
            <p:cNvSpPr txBox="1"/>
            <p:nvPr/>
          </p:nvSpPr>
          <p:spPr>
            <a:xfrm>
              <a:off x="14153" y="5609"/>
              <a:ext cx="1280" cy="434"/>
            </a:xfrm>
            <a:prstGeom prst="rect">
              <a:avLst/>
            </a:prstGeom>
            <a:noFill/>
            <a:ln w="9525">
              <a:noFill/>
            </a:ln>
          </p:spPr>
          <p:txBody>
            <a:bodyPr wrap="none" anchor="t" anchorCtr="0">
              <a:spAutoFit/>
            </a:bodyPr>
            <a:lstStyle/>
            <a:p>
              <a:pPr eaLnBrk="0" hangingPunct="0"/>
              <a:r>
                <a:rPr lang="en-US" altLang="zh-CN" sz="1200" dirty="0">
                  <a:latin typeface="Calibri" panose="020F0502020204030204" charset="0"/>
                  <a:ea typeface="等线" panose="02010600030101010101" charset="-122"/>
                </a:rPr>
                <a:t>50~80mm</a:t>
              </a:r>
            </a:p>
          </p:txBody>
        </p:sp>
        <p:cxnSp>
          <p:nvCxnSpPr>
            <p:cNvPr id="40" name="直接箭头连接符 93"/>
            <p:cNvCxnSpPr/>
            <p:nvPr/>
          </p:nvCxnSpPr>
          <p:spPr>
            <a:xfrm flipV="1">
              <a:off x="14295" y="5985"/>
              <a:ext cx="228" cy="3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604" name="文本框 55"/>
            <p:cNvSpPr txBox="1"/>
            <p:nvPr/>
          </p:nvSpPr>
          <p:spPr>
            <a:xfrm>
              <a:off x="13144" y="6257"/>
              <a:ext cx="1762" cy="434"/>
            </a:xfrm>
            <a:prstGeom prst="rect">
              <a:avLst/>
            </a:prstGeom>
            <a:noFill/>
            <a:ln w="9525">
              <a:noFill/>
            </a:ln>
          </p:spPr>
          <p:txBody>
            <a:bodyPr wrap="none" anchor="t" anchorCtr="0">
              <a:spAutoFit/>
            </a:bodyPr>
            <a:lstStyle/>
            <a:p>
              <a:pPr eaLnBrk="0" hangingPunct="0"/>
              <a:r>
                <a:rPr lang="zh-CN" altLang="zh-CN" sz="1200" dirty="0">
                  <a:latin typeface="Calibri" panose="020F0502020204030204" charset="0"/>
                  <a:ea typeface="等线" panose="02010600030101010101" charset="-122"/>
                </a:rPr>
                <a:t>Scanning range</a:t>
              </a:r>
            </a:p>
          </p:txBody>
        </p:sp>
        <p:cxnSp>
          <p:nvCxnSpPr>
            <p:cNvPr id="41" name="直接箭头连接符 95"/>
            <p:cNvCxnSpPr/>
            <p:nvPr/>
          </p:nvCxnSpPr>
          <p:spPr>
            <a:xfrm flipH="1" flipV="1">
              <a:off x="16041" y="4701"/>
              <a:ext cx="476" cy="4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606" name="文本框 55"/>
            <p:cNvSpPr txBox="1"/>
            <p:nvPr/>
          </p:nvSpPr>
          <p:spPr>
            <a:xfrm>
              <a:off x="16189" y="5120"/>
              <a:ext cx="1605" cy="434"/>
            </a:xfrm>
            <a:prstGeom prst="rect">
              <a:avLst/>
            </a:prstGeom>
            <a:noFill/>
            <a:ln w="9525">
              <a:noFill/>
            </a:ln>
          </p:spPr>
          <p:txBody>
            <a:bodyPr wrap="none" anchor="t" anchorCtr="0">
              <a:spAutoFit/>
            </a:bodyPr>
            <a:lstStyle/>
            <a:p>
              <a:pPr eaLnBrk="0" hangingPunct="0"/>
              <a:r>
                <a:rPr lang="zh-CN" altLang="zh-CN" sz="1200" dirty="0">
                  <a:latin typeface="Calibri" panose="020F0502020204030204" charset="0"/>
                  <a:ea typeface="等线" panose="02010600030101010101" charset="-122"/>
                </a:rPr>
                <a:t>Code scanner</a:t>
              </a:r>
            </a:p>
          </p:txBody>
        </p:sp>
        <p:cxnSp>
          <p:nvCxnSpPr>
            <p:cNvPr id="42" name="直接连接符 89"/>
            <p:cNvCxnSpPr/>
            <p:nvPr/>
          </p:nvCxnSpPr>
          <p:spPr>
            <a:xfrm flipV="1">
              <a:off x="14966" y="6401"/>
              <a:ext cx="964" cy="23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直線單箭頭接點 24"/>
            <p:cNvCxnSpPr/>
            <p:nvPr/>
          </p:nvCxnSpPr>
          <p:spPr>
            <a:xfrm flipH="1" flipV="1">
              <a:off x="15273" y="5200"/>
              <a:ext cx="0" cy="1345"/>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5">
            <a:extLst>
              <a:ext uri="{28A0092B-C50C-407E-A947-70E740481C1C}">
                <a14:useLocalDpi xmlns:a14="http://schemas.microsoft.com/office/drawing/2010/main" val="0"/>
              </a:ext>
            </a:extLst>
          </a:blip>
          <a:srcRect/>
          <a:stretch/>
        </p:blipFill>
        <p:spPr>
          <a:xfrm>
            <a:off x="7648864" y="1175147"/>
            <a:ext cx="2604192" cy="3580765"/>
          </a:xfrm>
          <a:prstGeom prst="rect">
            <a:avLst/>
          </a:prstGeom>
        </p:spPr>
      </p:pic>
      <p:sp>
        <p:nvSpPr>
          <p:cNvPr id="2" name="文本框 1"/>
          <p:cNvSpPr txBox="1"/>
          <p:nvPr>
            <p:custDataLst>
              <p:tags r:id="rId1"/>
            </p:custDataLst>
          </p:nvPr>
        </p:nvSpPr>
        <p:spPr>
          <a:xfrm>
            <a:off x="300989" y="768350"/>
            <a:ext cx="7634607" cy="369332"/>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t>5.2 </a:t>
            </a:r>
            <a:r>
              <a:rPr sz="1800" b="1" dirty="0" err="1"/>
              <a:t>CCD&amp;material</a:t>
            </a:r>
            <a:r>
              <a:rPr sz="1800" b="1" dirty="0"/>
              <a:t> retrieval component (product retrieval)</a:t>
            </a:r>
            <a:r>
              <a:rPr lang="en-US" altLang="zh-TW" sz="1800" b="1" dirty="0">
                <a:solidFill>
                  <a:srgbClr val="FF0000"/>
                </a:solidFill>
                <a:latin typeface="宋体" panose="02010600030101010101" pitchFamily="2" charset="-122"/>
                <a:sym typeface="宋体" panose="02010600030101010101" pitchFamily="2" charset="-122"/>
              </a:rPr>
              <a:t> </a:t>
            </a:r>
            <a:endParaRPr sz="1800" b="1" dirty="0"/>
          </a:p>
        </p:txBody>
      </p:sp>
      <p:sp>
        <p:nvSpPr>
          <p:cNvPr id="12291" name="灯片编号占位符 3"/>
          <p:cNvSpPr>
            <a:spLocks noGrp="1" noChangeArrowheads="1"/>
          </p:cNvSpPr>
          <p:nvPr>
            <p:custDataLst>
              <p:tags r:id="rId2"/>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19</a:t>
            </a:fld>
            <a:endParaRPr lang="zh-TW" altLang="en-US" sz="1400">
              <a:solidFill>
                <a:srgbClr val="898989"/>
              </a:solidFill>
              <a:latin typeface="Arial" panose="020B0604020202020204" pitchFamily="34" charset="0"/>
              <a:ea typeface="微软雅黑" panose="020B0503020204020204" pitchFamily="34" charset="-122"/>
            </a:endParaRPr>
          </a:p>
        </p:txBody>
      </p:sp>
      <p:pic>
        <p:nvPicPr>
          <p:cNvPr id="4" name="图片 3"/>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973015" y="1471930"/>
            <a:ext cx="1489319" cy="2990714"/>
          </a:xfrm>
          <a:prstGeom prst="rect">
            <a:avLst/>
          </a:prstGeom>
        </p:spPr>
      </p:pic>
      <p:pic>
        <p:nvPicPr>
          <p:cNvPr id="5" name="图片 4"/>
          <p:cNvPicPr>
            <a:picLocks noChangeAspect="1"/>
          </p:cNvPicPr>
          <p:nvPr/>
        </p:nvPicPr>
        <p:blipFill>
          <a:blip r:embed="rId7">
            <a:extLst>
              <a:ext uri="{28A0092B-C50C-407E-A947-70E740481C1C}">
                <a14:useLocalDpi xmlns:a14="http://schemas.microsoft.com/office/drawing/2010/main" val="0"/>
              </a:ext>
            </a:extLst>
          </a:blip>
          <a:srcRect/>
          <a:stretch/>
        </p:blipFill>
        <p:spPr>
          <a:xfrm>
            <a:off x="3425825" y="1471930"/>
            <a:ext cx="1706419" cy="3117634"/>
          </a:xfrm>
          <a:prstGeom prst="rect">
            <a:avLst/>
          </a:prstGeom>
        </p:spPr>
      </p:pic>
      <p:sp>
        <p:nvSpPr>
          <p:cNvPr id="26635" name="TextBox 13"/>
          <p:cNvSpPr txBox="1"/>
          <p:nvPr/>
        </p:nvSpPr>
        <p:spPr>
          <a:xfrm>
            <a:off x="963930" y="4522470"/>
            <a:ext cx="1631950" cy="276225"/>
          </a:xfrm>
          <a:prstGeom prst="rect">
            <a:avLst/>
          </a:prstGeom>
          <a:noFill/>
          <a:ln w="9525">
            <a:noFill/>
          </a:ln>
        </p:spPr>
        <p:txBody>
          <a:bodyPr anchor="t" anchorCtr="0">
            <a:spAutoFit/>
          </a:bodyPr>
          <a:lstStyle/>
          <a:p>
            <a:pPr algn="ctr"/>
            <a:r>
              <a:rPr lang="en-US" altLang="zh-CN" sz="1200" dirty="0">
                <a:latin typeface="Calibri" panose="020F0502020204030204" charset="0"/>
                <a:ea typeface="Adobe 黑体 Std R" panose="020B0400000000000000" pitchFamily="34" charset="-122"/>
              </a:rPr>
              <a:t>Open</a:t>
            </a:r>
          </a:p>
        </p:txBody>
      </p:sp>
      <p:sp>
        <p:nvSpPr>
          <p:cNvPr id="26636" name="文本框 36"/>
          <p:cNvSpPr txBox="1"/>
          <p:nvPr/>
        </p:nvSpPr>
        <p:spPr>
          <a:xfrm>
            <a:off x="860425" y="4333875"/>
            <a:ext cx="511175" cy="276225"/>
          </a:xfrm>
          <a:prstGeom prst="rect">
            <a:avLst/>
          </a:prstGeom>
          <a:noFill/>
          <a:ln w="9525">
            <a:noFill/>
          </a:ln>
        </p:spPr>
        <p:txBody>
          <a:bodyPr wrap="none" anchor="t" anchorCtr="0">
            <a:spAutoFit/>
          </a:bodyPr>
          <a:lstStyle/>
          <a:p>
            <a:pPr eaLnBrk="0" hangingPunct="0"/>
            <a:r>
              <a:rPr lang="en-US" altLang="zh-CN" sz="1200" dirty="0">
                <a:latin typeface="Calibri" panose="020F0502020204030204" charset="0"/>
                <a:ea typeface="等线" panose="02010600030101010101" charset="-122"/>
              </a:rPr>
              <a:t>2mm</a:t>
            </a:r>
            <a:endParaRPr lang="zh-CN" altLang="en-US" sz="1200" dirty="0">
              <a:latin typeface="Calibri" panose="020F0502020204030204" charset="0"/>
              <a:ea typeface="等线" panose="02010600030101010101" charset="-122"/>
            </a:endParaRPr>
          </a:p>
        </p:txBody>
      </p:sp>
      <p:cxnSp>
        <p:nvCxnSpPr>
          <p:cNvPr id="30" name="直接连接符 29"/>
          <p:cNvCxnSpPr/>
          <p:nvPr/>
        </p:nvCxnSpPr>
        <p:spPr>
          <a:xfrm flipV="1">
            <a:off x="1129030" y="4130040"/>
            <a:ext cx="0" cy="179705"/>
          </a:xfrm>
          <a:prstGeom prst="line">
            <a:avLst/>
          </a:prstGeom>
          <a:ln w="31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1208405" y="4130040"/>
            <a:ext cx="0" cy="179705"/>
          </a:xfrm>
          <a:prstGeom prst="line">
            <a:avLst/>
          </a:prstGeom>
          <a:ln w="3175">
            <a:solidFill>
              <a:srgbClr val="FF0000"/>
            </a:solidFill>
          </a:ln>
        </p:spPr>
        <p:style>
          <a:lnRef idx="1">
            <a:schemeClr val="accent1"/>
          </a:lnRef>
          <a:fillRef idx="0">
            <a:schemeClr val="accent1"/>
          </a:fillRef>
          <a:effectRef idx="0">
            <a:schemeClr val="accent1"/>
          </a:effectRef>
          <a:fontRef idx="minor">
            <a:schemeClr val="tx1"/>
          </a:fontRef>
        </p:style>
      </p:cxnSp>
      <p:sp>
        <p:nvSpPr>
          <p:cNvPr id="26639" name="文本框 36"/>
          <p:cNvSpPr txBox="1"/>
          <p:nvPr/>
        </p:nvSpPr>
        <p:spPr>
          <a:xfrm>
            <a:off x="2084705" y="4331335"/>
            <a:ext cx="511175" cy="276225"/>
          </a:xfrm>
          <a:prstGeom prst="rect">
            <a:avLst/>
          </a:prstGeom>
          <a:noFill/>
          <a:ln w="9525">
            <a:noFill/>
          </a:ln>
        </p:spPr>
        <p:txBody>
          <a:bodyPr wrap="none" anchor="t" anchorCtr="0">
            <a:spAutoFit/>
          </a:bodyPr>
          <a:lstStyle/>
          <a:p>
            <a:pPr eaLnBrk="0" hangingPunct="0"/>
            <a:r>
              <a:rPr lang="en-US" altLang="zh-CN" sz="1200" dirty="0">
                <a:latin typeface="Calibri" panose="020F0502020204030204" charset="0"/>
                <a:ea typeface="等线" panose="02010600030101010101" charset="-122"/>
              </a:rPr>
              <a:t>2mm</a:t>
            </a:r>
            <a:endParaRPr lang="zh-CN" altLang="en-US" sz="1200" dirty="0">
              <a:latin typeface="Calibri" panose="020F0502020204030204" charset="0"/>
              <a:ea typeface="等线" panose="02010600030101010101" charset="-122"/>
            </a:endParaRPr>
          </a:p>
        </p:txBody>
      </p:sp>
      <p:cxnSp>
        <p:nvCxnSpPr>
          <p:cNvPr id="33" name="直接连接符 32"/>
          <p:cNvCxnSpPr/>
          <p:nvPr/>
        </p:nvCxnSpPr>
        <p:spPr>
          <a:xfrm flipV="1">
            <a:off x="2200275" y="4088765"/>
            <a:ext cx="0" cy="180975"/>
          </a:xfrm>
          <a:prstGeom prst="line">
            <a:avLst/>
          </a:prstGeom>
          <a:ln w="31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V="1">
            <a:off x="2281555" y="4102735"/>
            <a:ext cx="0" cy="180975"/>
          </a:xfrm>
          <a:prstGeom prst="line">
            <a:avLst/>
          </a:prstGeom>
          <a:ln w="31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flipH="1">
            <a:off x="852805" y="4106545"/>
            <a:ext cx="360680" cy="4171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643" name="文本框 55"/>
          <p:cNvSpPr txBox="1"/>
          <p:nvPr/>
        </p:nvSpPr>
        <p:spPr>
          <a:xfrm>
            <a:off x="334010" y="4524375"/>
            <a:ext cx="1037590" cy="275590"/>
          </a:xfrm>
          <a:prstGeom prst="rect">
            <a:avLst/>
          </a:prstGeom>
          <a:noFill/>
          <a:ln w="9525">
            <a:noFill/>
          </a:ln>
        </p:spPr>
        <p:txBody>
          <a:bodyPr wrap="none" anchor="t" anchorCtr="0">
            <a:spAutoFit/>
          </a:bodyPr>
          <a:lstStyle/>
          <a:p>
            <a:pPr eaLnBrk="0" hangingPunct="0"/>
            <a:r>
              <a:rPr lang="zh-CN" altLang="en-US" sz="1200" dirty="0">
                <a:latin typeface="Calibri" panose="020F0502020204030204" charset="0"/>
                <a:ea typeface="等线" panose="02010600030101010101" charset="-122"/>
              </a:rPr>
              <a:t>Silicon rubber</a:t>
            </a:r>
          </a:p>
        </p:txBody>
      </p:sp>
      <p:sp>
        <p:nvSpPr>
          <p:cNvPr id="26646" name="TextBox 13"/>
          <p:cNvSpPr txBox="1"/>
          <p:nvPr/>
        </p:nvSpPr>
        <p:spPr>
          <a:xfrm>
            <a:off x="3187700" y="4522470"/>
            <a:ext cx="1805305" cy="302260"/>
          </a:xfrm>
          <a:prstGeom prst="rect">
            <a:avLst/>
          </a:prstGeom>
          <a:noFill/>
          <a:ln w="9525">
            <a:noFill/>
          </a:ln>
        </p:spPr>
        <p:txBody>
          <a:bodyPr anchor="t" anchorCtr="0">
            <a:spAutoFit/>
          </a:bodyPr>
          <a:lstStyle/>
          <a:p>
            <a:pPr algn="ctr"/>
            <a:r>
              <a:rPr lang="en-US" altLang="zh-CN" sz="1200" dirty="0">
                <a:latin typeface="Calibri" panose="020F0502020204030204" charset="0"/>
                <a:ea typeface="Adobe 黑体 Std R" panose="020B0400000000000000" pitchFamily="34" charset="-122"/>
              </a:rPr>
              <a:t>Close</a:t>
            </a:r>
          </a:p>
        </p:txBody>
      </p:sp>
      <p:cxnSp>
        <p:nvCxnSpPr>
          <p:cNvPr id="35" name="直接箭头连接符 34"/>
          <p:cNvCxnSpPr/>
          <p:nvPr/>
        </p:nvCxnSpPr>
        <p:spPr>
          <a:xfrm flipV="1">
            <a:off x="4073525" y="3273425"/>
            <a:ext cx="1196340" cy="2584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648" name="文本框 55"/>
          <p:cNvSpPr txBox="1"/>
          <p:nvPr/>
        </p:nvSpPr>
        <p:spPr>
          <a:xfrm>
            <a:off x="5210175" y="3115945"/>
            <a:ext cx="1604645" cy="300990"/>
          </a:xfrm>
          <a:prstGeom prst="rect">
            <a:avLst/>
          </a:prstGeom>
          <a:noFill/>
          <a:ln w="9525">
            <a:noFill/>
          </a:ln>
        </p:spPr>
        <p:txBody>
          <a:bodyPr wrap="none" anchor="t" anchorCtr="0">
            <a:spAutoFit/>
          </a:bodyPr>
          <a:lstStyle/>
          <a:p>
            <a:pPr eaLnBrk="0" hangingPunct="0"/>
            <a:r>
              <a:rPr lang="zh-CN" altLang="zh-TW" sz="1200" dirty="0">
                <a:latin typeface="Calibri" panose="020F0502020204030204" charset="0"/>
                <a:ea typeface="等线" panose="02010600030101010101" charset="-122"/>
              </a:rPr>
              <a:t>Height limiting block</a:t>
            </a:r>
          </a:p>
        </p:txBody>
      </p:sp>
      <p:cxnSp>
        <p:nvCxnSpPr>
          <p:cNvPr id="39" name="直接箭头连接符 38"/>
          <p:cNvCxnSpPr/>
          <p:nvPr/>
        </p:nvCxnSpPr>
        <p:spPr>
          <a:xfrm>
            <a:off x="4651375" y="4020820"/>
            <a:ext cx="163195" cy="3517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650" name="文本框 55"/>
          <p:cNvSpPr txBox="1"/>
          <p:nvPr/>
        </p:nvSpPr>
        <p:spPr>
          <a:xfrm>
            <a:off x="4601845" y="4309745"/>
            <a:ext cx="1037590" cy="275590"/>
          </a:xfrm>
          <a:prstGeom prst="rect">
            <a:avLst/>
          </a:prstGeom>
          <a:noFill/>
          <a:ln w="9525">
            <a:noFill/>
          </a:ln>
        </p:spPr>
        <p:txBody>
          <a:bodyPr wrap="none" anchor="t" anchorCtr="0">
            <a:spAutoFit/>
          </a:bodyPr>
          <a:lstStyle/>
          <a:p>
            <a:pPr eaLnBrk="0" hangingPunct="0"/>
            <a:r>
              <a:rPr lang="zh-CN" altLang="en-US" sz="1200" dirty="0">
                <a:latin typeface="Calibri" panose="020F0502020204030204" charset="0"/>
                <a:ea typeface="等线" panose="02010600030101010101" charset="-122"/>
              </a:rPr>
              <a:t>Silicon rubber</a:t>
            </a:r>
          </a:p>
        </p:txBody>
      </p:sp>
      <p:cxnSp>
        <p:nvCxnSpPr>
          <p:cNvPr id="43" name="直接箭头连接符 42"/>
          <p:cNvCxnSpPr/>
          <p:nvPr/>
        </p:nvCxnSpPr>
        <p:spPr>
          <a:xfrm flipV="1">
            <a:off x="4675505" y="1788160"/>
            <a:ext cx="534670" cy="434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652" name="文本框 55"/>
          <p:cNvSpPr txBox="1"/>
          <p:nvPr/>
        </p:nvSpPr>
        <p:spPr>
          <a:xfrm>
            <a:off x="4883785" y="1471930"/>
            <a:ext cx="633730" cy="302260"/>
          </a:xfrm>
          <a:prstGeom prst="rect">
            <a:avLst/>
          </a:prstGeom>
          <a:noFill/>
          <a:ln w="9525">
            <a:noFill/>
          </a:ln>
        </p:spPr>
        <p:txBody>
          <a:bodyPr wrap="none" anchor="t" anchorCtr="0">
            <a:spAutoFit/>
          </a:bodyPr>
          <a:lstStyle/>
          <a:p>
            <a:pPr eaLnBrk="0" hangingPunct="0"/>
            <a:r>
              <a:rPr lang="en-US" altLang="zh-CN" sz="1200" dirty="0">
                <a:latin typeface="Calibri" panose="020F0502020204030204" charset="0"/>
                <a:ea typeface="等线" panose="02010600030101010101" charset="-122"/>
              </a:rPr>
              <a:t>HFZ16</a:t>
            </a:r>
          </a:p>
        </p:txBody>
      </p:sp>
      <p:cxnSp>
        <p:nvCxnSpPr>
          <p:cNvPr id="46" name="直接箭头连接符 59"/>
          <p:cNvCxnSpPr/>
          <p:nvPr/>
        </p:nvCxnSpPr>
        <p:spPr>
          <a:xfrm flipH="1" flipV="1">
            <a:off x="3397250" y="1631315"/>
            <a:ext cx="254000" cy="655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654" name="文本框 45"/>
          <p:cNvSpPr txBox="1"/>
          <p:nvPr/>
        </p:nvSpPr>
        <p:spPr>
          <a:xfrm>
            <a:off x="2741930" y="1369060"/>
            <a:ext cx="1514475" cy="275590"/>
          </a:xfrm>
          <a:prstGeom prst="rect">
            <a:avLst/>
          </a:prstGeom>
          <a:noFill/>
          <a:ln w="9525">
            <a:noFill/>
          </a:ln>
        </p:spPr>
        <p:txBody>
          <a:bodyPr wrap="none" anchor="t" anchorCtr="0">
            <a:spAutoFit/>
          </a:bodyPr>
          <a:lstStyle/>
          <a:p>
            <a:pPr algn="l"/>
            <a:r>
              <a:rPr lang="en-US" altLang="zh-CN" sz="1200" dirty="0">
                <a:latin typeface="Calibri" panose="020F0502020204030204" charset="0"/>
                <a:ea typeface="宋体" panose="02010600030101010101" pitchFamily="2" charset="-122"/>
                <a:sym typeface="+mn-ea"/>
              </a:rPr>
              <a:t>Clamping force</a:t>
            </a:r>
            <a:r>
              <a:rPr lang="zh-CN" altLang="en-US" sz="1200" dirty="0">
                <a:latin typeface="Calibri" panose="020F0502020204030204" charset="0"/>
                <a:ea typeface="宋体" panose="02010600030101010101" pitchFamily="2" charset="-122"/>
                <a:sym typeface="+mn-ea"/>
              </a:rPr>
              <a:t>：</a:t>
            </a:r>
            <a:r>
              <a:rPr lang="en-US" altLang="zh-CN" sz="1200" dirty="0">
                <a:latin typeface="Calibri" panose="020F0502020204030204" charset="0"/>
                <a:ea typeface="宋体" panose="02010600030101010101" pitchFamily="2" charset="-122"/>
                <a:sym typeface="+mn-ea"/>
              </a:rPr>
              <a:t>34N</a:t>
            </a:r>
            <a:endParaRPr lang="en-US" altLang="zh-CN" sz="1200" dirty="0">
              <a:latin typeface="Calibri" panose="020F0502020204030204" charset="0"/>
              <a:ea typeface="宋体" panose="02010600030101010101" pitchFamily="2" charset="-122"/>
            </a:endParaRPr>
          </a:p>
        </p:txBody>
      </p:sp>
      <p:cxnSp>
        <p:nvCxnSpPr>
          <p:cNvPr id="50" name="直接箭头连接符 49"/>
          <p:cNvCxnSpPr/>
          <p:nvPr/>
        </p:nvCxnSpPr>
        <p:spPr>
          <a:xfrm flipV="1">
            <a:off x="9709150" y="3892470"/>
            <a:ext cx="658495" cy="68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628" name="文本框 55"/>
          <p:cNvSpPr txBox="1"/>
          <p:nvPr/>
        </p:nvSpPr>
        <p:spPr>
          <a:xfrm>
            <a:off x="10425430" y="3750865"/>
            <a:ext cx="1122680" cy="283210"/>
          </a:xfrm>
          <a:prstGeom prst="rect">
            <a:avLst/>
          </a:prstGeom>
          <a:noFill/>
          <a:ln w="9525">
            <a:noFill/>
          </a:ln>
        </p:spPr>
        <p:txBody>
          <a:bodyPr wrap="none" anchor="t" anchorCtr="0">
            <a:spAutoFit/>
          </a:bodyPr>
          <a:lstStyle/>
          <a:p>
            <a:pPr eaLnBrk="0" hangingPunct="0"/>
            <a:r>
              <a:rPr lang="en-US" altLang="zh-CN" sz="1200" dirty="0">
                <a:latin typeface="Calibri" panose="020F0502020204030204" charset="0"/>
                <a:ea typeface="等线" panose="02010600030101010101" charset="-122"/>
              </a:rPr>
              <a:t>Aluminum parts</a:t>
            </a:r>
          </a:p>
        </p:txBody>
      </p:sp>
      <p:cxnSp>
        <p:nvCxnSpPr>
          <p:cNvPr id="16" name="直接箭头连接符 15"/>
          <p:cNvCxnSpPr/>
          <p:nvPr/>
        </p:nvCxnSpPr>
        <p:spPr>
          <a:xfrm flipH="1">
            <a:off x="7825106" y="4102735"/>
            <a:ext cx="687544" cy="6042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630" name="文本框 55"/>
          <p:cNvSpPr txBox="1"/>
          <p:nvPr/>
        </p:nvSpPr>
        <p:spPr>
          <a:xfrm>
            <a:off x="7177406" y="4696936"/>
            <a:ext cx="1295400" cy="460375"/>
          </a:xfrm>
          <a:prstGeom prst="rect">
            <a:avLst/>
          </a:prstGeom>
          <a:noFill/>
          <a:ln w="9525">
            <a:noFill/>
          </a:ln>
        </p:spPr>
        <p:txBody>
          <a:bodyPr wrap="none" anchor="t" anchorCtr="0">
            <a:spAutoFit/>
          </a:bodyPr>
          <a:lstStyle/>
          <a:p>
            <a:pPr eaLnBrk="0" hangingPunct="0"/>
            <a:r>
              <a:rPr lang="en-US" altLang="zh-CN" sz="1200" dirty="0">
                <a:latin typeface="Calibri" panose="020F0502020204030204" charset="0"/>
                <a:ea typeface="等线" panose="02010600030101010101" charset="-122"/>
              </a:rPr>
              <a:t>Contact surface</a:t>
            </a:r>
            <a:r>
              <a:rPr lang="zh-CN" altLang="en-US" sz="1200" dirty="0">
                <a:latin typeface="Calibri" panose="020F0502020204030204" charset="0"/>
                <a:ea typeface="等线" panose="02010600030101010101" charset="-122"/>
              </a:rPr>
              <a:t>：</a:t>
            </a:r>
          </a:p>
          <a:p>
            <a:pPr eaLnBrk="0" hangingPunct="0"/>
            <a:r>
              <a:rPr lang="zh-CN" altLang="en-US" sz="1200" dirty="0">
                <a:latin typeface="Calibri" panose="020F0502020204030204" charset="0"/>
                <a:ea typeface="等线" panose="02010600030101010101" charset="-122"/>
              </a:rPr>
              <a:t>Silicon rubber</a:t>
            </a:r>
          </a:p>
        </p:txBody>
      </p:sp>
      <p:cxnSp>
        <p:nvCxnSpPr>
          <p:cNvPr id="18" name="直接箭头连接符 17"/>
          <p:cNvCxnSpPr/>
          <p:nvPr/>
        </p:nvCxnSpPr>
        <p:spPr>
          <a:xfrm flipH="1">
            <a:off x="8675262" y="4143216"/>
            <a:ext cx="360997" cy="10140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632" name="文本框 55"/>
          <p:cNvSpPr txBox="1"/>
          <p:nvPr/>
        </p:nvSpPr>
        <p:spPr>
          <a:xfrm>
            <a:off x="8068417" y="5232399"/>
            <a:ext cx="1386840" cy="285115"/>
          </a:xfrm>
          <a:prstGeom prst="rect">
            <a:avLst/>
          </a:prstGeom>
          <a:noFill/>
          <a:ln w="9525">
            <a:noFill/>
          </a:ln>
        </p:spPr>
        <p:txBody>
          <a:bodyPr wrap="none" anchor="t" anchorCtr="0">
            <a:spAutoFit/>
          </a:bodyPr>
          <a:lstStyle/>
          <a:p>
            <a:pPr eaLnBrk="0" hangingPunct="0"/>
            <a:r>
              <a:rPr lang="zh-CN" altLang="zh-TW" sz="1200" dirty="0">
                <a:latin typeface="Calibri" panose="020F0502020204030204" charset="0"/>
                <a:ea typeface="等线" panose="02010600030101010101" charset="-122"/>
              </a:rPr>
              <a:t>Height limiting block</a:t>
            </a:r>
          </a:p>
        </p:txBody>
      </p:sp>
      <p:sp>
        <p:nvSpPr>
          <p:cNvPr id="3"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5.</a:t>
            </a:r>
            <a:r>
              <a:rPr lang="en-US" altLang="zh-CN" dirty="0">
                <a:sym typeface="宋体" panose="02010600030101010101" pitchFamily="2" charset="-122"/>
              </a:rPr>
              <a:t>Key fixture design</a:t>
            </a:r>
            <a:endParaRPr lang="en-US" altLang="zh-CN" dirty="0">
              <a:latin typeface="+mn-lt"/>
            </a:endParaRPr>
          </a:p>
        </p:txBody>
      </p:sp>
      <p:cxnSp>
        <p:nvCxnSpPr>
          <p:cNvPr id="8" name="直接箭头连接符 7"/>
          <p:cNvCxnSpPr/>
          <p:nvPr/>
        </p:nvCxnSpPr>
        <p:spPr>
          <a:xfrm flipV="1">
            <a:off x="9784080" y="2819400"/>
            <a:ext cx="641350" cy="7346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文本框 55"/>
          <p:cNvSpPr txBox="1"/>
          <p:nvPr/>
        </p:nvSpPr>
        <p:spPr>
          <a:xfrm>
            <a:off x="10367645" y="2660015"/>
            <a:ext cx="1573530" cy="275590"/>
          </a:xfrm>
          <a:prstGeom prst="rect">
            <a:avLst/>
          </a:prstGeom>
          <a:noFill/>
          <a:ln w="9525">
            <a:noFill/>
          </a:ln>
        </p:spPr>
        <p:txBody>
          <a:bodyPr wrap="none" anchor="t" anchorCtr="0">
            <a:spAutoFit/>
          </a:bodyPr>
          <a:lstStyle/>
          <a:p>
            <a:pPr algn="l" eaLnBrk="0" hangingPunct="0"/>
            <a:r>
              <a:rPr lang="en-US" altLang="zh-CN" sz="1200" dirty="0">
                <a:latin typeface="Calibri" panose="020F0502020204030204" charset="0"/>
                <a:ea typeface="等线" panose="02010600030101010101" charset="-122"/>
              </a:rPr>
              <a:t>Check product sensors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a:off x="771259" y="1350645"/>
            <a:ext cx="4987186" cy="1673860"/>
          </a:xfrm>
          <a:prstGeom prst="rect">
            <a:avLst/>
          </a:prstGeom>
        </p:spPr>
      </p:pic>
      <p:sp>
        <p:nvSpPr>
          <p:cNvPr id="2" name="文本框 1"/>
          <p:cNvSpPr txBox="1"/>
          <p:nvPr>
            <p:custDataLst>
              <p:tags r:id="rId1"/>
            </p:custDataLst>
          </p:nvPr>
        </p:nvSpPr>
        <p:spPr>
          <a:xfrm>
            <a:off x="300990" y="768350"/>
            <a:ext cx="7374890"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t>5.3 </a:t>
            </a:r>
            <a:r>
              <a:rPr sz="1800" b="1" dirty="0" err="1"/>
              <a:t>CCD&amp;material</a:t>
            </a:r>
            <a:r>
              <a:rPr sz="1800" b="1" dirty="0"/>
              <a:t> retrieval component (product retrieval)</a:t>
            </a:r>
          </a:p>
        </p:txBody>
      </p:sp>
      <p:sp>
        <p:nvSpPr>
          <p:cNvPr id="12291" name="灯片编号占位符 3"/>
          <p:cNvSpPr>
            <a:spLocks noGrp="1" noChangeArrowheads="1"/>
          </p:cNvSpPr>
          <p:nvPr>
            <p:custDataLst>
              <p:tags r:id="rId2"/>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20</a:t>
            </a:fld>
            <a:endParaRPr lang="zh-TW" altLang="en-US" sz="1400">
              <a:solidFill>
                <a:srgbClr val="898989"/>
              </a:solidFill>
              <a:latin typeface="Arial" panose="020B0604020202020204" pitchFamily="34" charset="0"/>
              <a:ea typeface="微软雅黑" panose="020B0503020204020204" pitchFamily="34" charset="-122"/>
            </a:endParaRPr>
          </a:p>
        </p:txBody>
      </p:sp>
      <p:pic>
        <p:nvPicPr>
          <p:cNvPr id="6" name="图片 5"/>
          <p:cNvPicPr>
            <a:picLocks noChangeAspect="1"/>
          </p:cNvPicPr>
          <p:nvPr/>
        </p:nvPicPr>
        <p:blipFill>
          <a:blip r:embed="rId6"/>
          <a:stretch>
            <a:fillRect/>
          </a:stretch>
        </p:blipFill>
        <p:spPr>
          <a:xfrm>
            <a:off x="2071370" y="3429000"/>
            <a:ext cx="2200910" cy="2495550"/>
          </a:xfrm>
          <a:prstGeom prst="rect">
            <a:avLst/>
          </a:prstGeom>
        </p:spPr>
      </p:pic>
      <p:sp>
        <p:nvSpPr>
          <p:cNvPr id="28691" name="文本框 36"/>
          <p:cNvSpPr txBox="1"/>
          <p:nvPr/>
        </p:nvSpPr>
        <p:spPr>
          <a:xfrm>
            <a:off x="3061970" y="3010535"/>
            <a:ext cx="745490" cy="275590"/>
          </a:xfrm>
          <a:prstGeom prst="rect">
            <a:avLst/>
          </a:prstGeom>
          <a:noFill/>
          <a:ln w="9525">
            <a:noFill/>
          </a:ln>
        </p:spPr>
        <p:txBody>
          <a:bodyPr anchor="t" anchorCtr="0">
            <a:spAutoFit/>
          </a:bodyPr>
          <a:lstStyle/>
          <a:p>
            <a:pPr eaLnBrk="0" hangingPunct="0"/>
            <a:r>
              <a:rPr lang="en-US" altLang="zh-CN" sz="1200" dirty="0">
                <a:latin typeface="Calibri" panose="020F0502020204030204" charset="0"/>
                <a:ea typeface="等线" panose="02010600030101010101" charset="-122"/>
              </a:rPr>
              <a:t>72</a:t>
            </a:r>
          </a:p>
        </p:txBody>
      </p:sp>
      <p:cxnSp>
        <p:nvCxnSpPr>
          <p:cNvPr id="18" name="直接连接符 17"/>
          <p:cNvCxnSpPr/>
          <p:nvPr/>
        </p:nvCxnSpPr>
        <p:spPr>
          <a:xfrm flipV="1">
            <a:off x="1803400" y="2478405"/>
            <a:ext cx="0" cy="65214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線單箭頭接點 24"/>
          <p:cNvCxnSpPr/>
          <p:nvPr/>
        </p:nvCxnSpPr>
        <p:spPr>
          <a:xfrm>
            <a:off x="1803400" y="3024505"/>
            <a:ext cx="2914015"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V="1">
            <a:off x="4717415" y="2447290"/>
            <a:ext cx="0" cy="65214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4960620" y="2649061"/>
            <a:ext cx="53022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4958715" y="2381250"/>
            <a:ext cx="53213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直線單箭頭接點 24"/>
          <p:cNvCxnSpPr/>
          <p:nvPr/>
        </p:nvCxnSpPr>
        <p:spPr>
          <a:xfrm flipV="1">
            <a:off x="5265420" y="2401887"/>
            <a:ext cx="0" cy="216535"/>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H="1">
            <a:off x="3612515" y="1715770"/>
            <a:ext cx="679450" cy="665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700" name="文本框 55"/>
          <p:cNvSpPr txBox="1"/>
          <p:nvPr/>
        </p:nvSpPr>
        <p:spPr>
          <a:xfrm>
            <a:off x="3807460" y="1470025"/>
            <a:ext cx="1457960" cy="275590"/>
          </a:xfrm>
          <a:prstGeom prst="rect">
            <a:avLst/>
          </a:prstGeom>
          <a:noFill/>
          <a:ln w="9525">
            <a:noFill/>
          </a:ln>
        </p:spPr>
        <p:txBody>
          <a:bodyPr anchor="t" anchorCtr="0">
            <a:spAutoFit/>
          </a:bodyPr>
          <a:lstStyle/>
          <a:p>
            <a:pPr eaLnBrk="0" hangingPunct="0"/>
            <a:r>
              <a:rPr lang="zh-CN" altLang="zh-TW" sz="1200" dirty="0">
                <a:latin typeface="Calibri" panose="020F0502020204030204" charset="0"/>
                <a:ea typeface="等线" panose="02010600030101010101" charset="-122"/>
              </a:rPr>
              <a:t>Height limiting block</a:t>
            </a:r>
          </a:p>
        </p:txBody>
      </p:sp>
      <p:sp>
        <p:nvSpPr>
          <p:cNvPr id="28708" name="文本框 36"/>
          <p:cNvSpPr txBox="1"/>
          <p:nvPr/>
        </p:nvSpPr>
        <p:spPr>
          <a:xfrm>
            <a:off x="5304359" y="2372360"/>
            <a:ext cx="745490" cy="275590"/>
          </a:xfrm>
          <a:prstGeom prst="rect">
            <a:avLst/>
          </a:prstGeom>
          <a:noFill/>
          <a:ln w="9525">
            <a:noFill/>
          </a:ln>
        </p:spPr>
        <p:txBody>
          <a:bodyPr anchor="t" anchorCtr="0">
            <a:spAutoFit/>
          </a:bodyPr>
          <a:lstStyle/>
          <a:p>
            <a:pPr eaLnBrk="0" hangingPunct="0"/>
            <a:r>
              <a:rPr lang="en-US" altLang="zh-CN" sz="1200" dirty="0">
                <a:latin typeface="Calibri" panose="020F0502020204030204" charset="0"/>
                <a:ea typeface="等线" panose="02010600030101010101" charset="-122"/>
              </a:rPr>
              <a:t>6.5</a:t>
            </a:r>
          </a:p>
        </p:txBody>
      </p:sp>
      <p:pic>
        <p:nvPicPr>
          <p:cNvPr id="3" name="图片 2"/>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a:xfrm>
            <a:off x="6498795" y="2198370"/>
            <a:ext cx="4070574" cy="2705735"/>
          </a:xfrm>
          <a:prstGeom prst="rect">
            <a:avLst/>
          </a:prstGeom>
        </p:spPr>
      </p:pic>
      <p:sp>
        <p:nvSpPr>
          <p:cNvPr id="28675" name="文本框 55"/>
          <p:cNvSpPr txBox="1"/>
          <p:nvPr/>
        </p:nvSpPr>
        <p:spPr>
          <a:xfrm>
            <a:off x="8137525" y="4904105"/>
            <a:ext cx="2847340" cy="460375"/>
          </a:xfrm>
          <a:prstGeom prst="rect">
            <a:avLst/>
          </a:prstGeom>
          <a:noFill/>
          <a:ln w="9525">
            <a:noFill/>
          </a:ln>
        </p:spPr>
        <p:txBody>
          <a:bodyPr anchor="t" anchorCtr="0">
            <a:spAutoFit/>
          </a:bodyPr>
          <a:lstStyle/>
          <a:p>
            <a:pPr eaLnBrk="0" hangingPunct="0"/>
            <a:r>
              <a:rPr lang="zh-CN" altLang="zh-TW" sz="1200" dirty="0">
                <a:latin typeface="Calibri" panose="020F0502020204030204" charset="0"/>
                <a:ea typeface="等线" panose="02010600030101010101" charset="-122"/>
              </a:rPr>
              <a:t>Silicone suction cup</a:t>
            </a:r>
          </a:p>
          <a:p>
            <a:pPr eaLnBrk="0" hangingPunct="0"/>
            <a:r>
              <a:rPr lang="zh-CN" altLang="zh-TW" sz="1200" dirty="0">
                <a:latin typeface="Calibri" panose="020F0502020204030204" charset="0"/>
                <a:ea typeface="等线" panose="02010600030101010101" charset="-122"/>
              </a:rPr>
              <a:t>Diameter</a:t>
            </a:r>
            <a:r>
              <a:rPr lang="en-US" altLang="zh-CN" sz="1200" dirty="0">
                <a:latin typeface="Calibri" panose="020F0502020204030204" charset="0"/>
                <a:ea typeface="等线" panose="02010600030101010101" charset="-122"/>
              </a:rPr>
              <a:t>:15mm</a:t>
            </a:r>
          </a:p>
        </p:txBody>
      </p:sp>
      <p:cxnSp>
        <p:nvCxnSpPr>
          <p:cNvPr id="44" name="直接箭头连接符 43"/>
          <p:cNvCxnSpPr/>
          <p:nvPr/>
        </p:nvCxnSpPr>
        <p:spPr>
          <a:xfrm flipH="1">
            <a:off x="9154795" y="3695700"/>
            <a:ext cx="406400" cy="12084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a:off x="7675880" y="4429125"/>
            <a:ext cx="1097915" cy="484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701" name="文本框 36"/>
          <p:cNvSpPr txBox="1"/>
          <p:nvPr/>
        </p:nvSpPr>
        <p:spPr>
          <a:xfrm>
            <a:off x="2974975" y="5931535"/>
            <a:ext cx="640715" cy="275590"/>
          </a:xfrm>
          <a:prstGeom prst="rect">
            <a:avLst/>
          </a:prstGeom>
          <a:noFill/>
          <a:ln w="9525">
            <a:noFill/>
          </a:ln>
        </p:spPr>
        <p:txBody>
          <a:bodyPr anchor="t" anchorCtr="0">
            <a:spAutoFit/>
          </a:bodyPr>
          <a:lstStyle/>
          <a:p>
            <a:pPr eaLnBrk="0" hangingPunct="0"/>
            <a:r>
              <a:rPr lang="en-US" altLang="zh-CN" sz="1200" dirty="0">
                <a:latin typeface="Calibri" panose="020F0502020204030204" charset="0"/>
                <a:ea typeface="等线" panose="02010600030101010101" charset="-122"/>
              </a:rPr>
              <a:t>15</a:t>
            </a:r>
          </a:p>
        </p:txBody>
      </p:sp>
      <p:cxnSp>
        <p:nvCxnSpPr>
          <p:cNvPr id="13" name="直接连接符 12"/>
          <p:cNvCxnSpPr/>
          <p:nvPr/>
        </p:nvCxnSpPr>
        <p:spPr>
          <a:xfrm>
            <a:off x="2733040" y="5441950"/>
            <a:ext cx="3175" cy="64833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線單箭頭接點 24"/>
          <p:cNvCxnSpPr/>
          <p:nvPr/>
        </p:nvCxnSpPr>
        <p:spPr>
          <a:xfrm flipH="1">
            <a:off x="2729230" y="5960110"/>
            <a:ext cx="885190"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3612515" y="5441950"/>
            <a:ext cx="3175" cy="64833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文本框 36"/>
          <p:cNvSpPr txBox="1"/>
          <p:nvPr/>
        </p:nvSpPr>
        <p:spPr>
          <a:xfrm>
            <a:off x="2972435" y="6097270"/>
            <a:ext cx="640715" cy="275590"/>
          </a:xfrm>
          <a:prstGeom prst="rect">
            <a:avLst/>
          </a:prstGeom>
          <a:noFill/>
          <a:ln w="9525">
            <a:noFill/>
          </a:ln>
        </p:spPr>
        <p:txBody>
          <a:bodyPr anchor="t" anchorCtr="0">
            <a:spAutoFit/>
          </a:bodyPr>
          <a:lstStyle/>
          <a:p>
            <a:pPr eaLnBrk="0" hangingPunct="0"/>
            <a:r>
              <a:rPr lang="en-US" altLang="zh-CN" sz="1200" dirty="0">
                <a:latin typeface="Calibri" panose="020F0502020204030204" charset="0"/>
                <a:ea typeface="等线" panose="02010600030101010101" charset="-122"/>
              </a:rPr>
              <a:t>21.1</a:t>
            </a:r>
          </a:p>
        </p:txBody>
      </p:sp>
      <p:cxnSp>
        <p:nvCxnSpPr>
          <p:cNvPr id="9" name="直接连接符 8"/>
          <p:cNvCxnSpPr/>
          <p:nvPr/>
        </p:nvCxnSpPr>
        <p:spPr>
          <a:xfrm>
            <a:off x="2453005" y="5558790"/>
            <a:ext cx="3175" cy="64833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線單箭頭接點 24"/>
          <p:cNvCxnSpPr/>
          <p:nvPr/>
        </p:nvCxnSpPr>
        <p:spPr>
          <a:xfrm flipH="1">
            <a:off x="2456180" y="6153150"/>
            <a:ext cx="1409700"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3867150" y="5553075"/>
            <a:ext cx="3175" cy="64833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1445895" y="2669540"/>
            <a:ext cx="0" cy="65214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5113655" y="2669539"/>
            <a:ext cx="0" cy="65214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線單箭頭接點 24"/>
          <p:cNvCxnSpPr/>
          <p:nvPr/>
        </p:nvCxnSpPr>
        <p:spPr>
          <a:xfrm>
            <a:off x="1445895" y="3239135"/>
            <a:ext cx="3667760" cy="0"/>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0" name="文本框 36"/>
          <p:cNvSpPr txBox="1"/>
          <p:nvPr/>
        </p:nvSpPr>
        <p:spPr>
          <a:xfrm>
            <a:off x="3061970" y="3201035"/>
            <a:ext cx="745490" cy="275590"/>
          </a:xfrm>
          <a:prstGeom prst="rect">
            <a:avLst/>
          </a:prstGeom>
          <a:noFill/>
          <a:ln w="9525">
            <a:noFill/>
          </a:ln>
        </p:spPr>
        <p:txBody>
          <a:bodyPr anchor="t" anchorCtr="0">
            <a:spAutoFit/>
          </a:bodyPr>
          <a:lstStyle/>
          <a:p>
            <a:pPr eaLnBrk="0" hangingPunct="0"/>
            <a:r>
              <a:rPr lang="en-US" altLang="zh-CN" sz="1200" dirty="0">
                <a:latin typeface="Calibri" panose="020F0502020204030204" charset="0"/>
                <a:ea typeface="等线" panose="02010600030101010101" charset="-122"/>
              </a:rPr>
              <a:t>91.5</a:t>
            </a:r>
          </a:p>
        </p:txBody>
      </p:sp>
      <p:sp>
        <p:nvSpPr>
          <p:cNvPr id="14"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5.</a:t>
            </a:r>
            <a:r>
              <a:rPr lang="en-US" altLang="zh-CN" dirty="0">
                <a:sym typeface="宋体" panose="02010600030101010101" pitchFamily="2" charset="-122"/>
              </a:rPr>
              <a:t>Key fixture design</a:t>
            </a:r>
            <a:endParaRPr lang="en-US" altLang="zh-CN" dirty="0">
              <a:latin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020" name="图片 5"/>
          <p:cNvPicPr>
            <a:picLocks noChangeAspect="1"/>
          </p:cNvPicPr>
          <p:nvPr>
            <p:custDataLst>
              <p:tags r:id="rId1"/>
            </p:custDataLst>
          </p:nvPr>
        </p:nvPicPr>
        <p:blipFill>
          <a:blip r:embed="rId15"/>
          <a:stretch>
            <a:fillRect/>
          </a:stretch>
        </p:blipFill>
        <p:spPr>
          <a:xfrm>
            <a:off x="6214745" y="1352550"/>
            <a:ext cx="3095625" cy="2336800"/>
          </a:xfrm>
          <a:prstGeom prst="rect">
            <a:avLst/>
          </a:prstGeom>
          <a:noFill/>
          <a:ln w="9525">
            <a:noFill/>
          </a:ln>
        </p:spPr>
      </p:pic>
      <p:pic>
        <p:nvPicPr>
          <p:cNvPr id="29" name="图片 28"/>
          <p:cNvPicPr>
            <a:picLocks noChangeAspect="1"/>
          </p:cNvPicPr>
          <p:nvPr/>
        </p:nvPicPr>
        <p:blipFill>
          <a:blip r:embed="rId16"/>
          <a:stretch>
            <a:fillRect/>
          </a:stretch>
        </p:blipFill>
        <p:spPr>
          <a:xfrm>
            <a:off x="7364095" y="2901950"/>
            <a:ext cx="1402080" cy="320040"/>
          </a:xfrm>
          <a:prstGeom prst="rect">
            <a:avLst/>
          </a:prstGeom>
        </p:spPr>
      </p:pic>
      <p:pic>
        <p:nvPicPr>
          <p:cNvPr id="42015" name="图片 21"/>
          <p:cNvPicPr>
            <a:picLocks noChangeAspect="1"/>
          </p:cNvPicPr>
          <p:nvPr>
            <p:custDataLst>
              <p:tags r:id="rId2"/>
            </p:custDataLst>
          </p:nvPr>
        </p:nvPicPr>
        <p:blipFill>
          <a:blip r:embed="rId17"/>
          <a:stretch>
            <a:fillRect/>
          </a:stretch>
        </p:blipFill>
        <p:spPr>
          <a:xfrm>
            <a:off x="2898140" y="1089660"/>
            <a:ext cx="2524125" cy="2602230"/>
          </a:xfrm>
          <a:prstGeom prst="rect">
            <a:avLst/>
          </a:prstGeom>
          <a:noFill/>
          <a:ln w="9525">
            <a:noFill/>
          </a:ln>
        </p:spPr>
      </p:pic>
      <p:pic>
        <p:nvPicPr>
          <p:cNvPr id="23" name="图片 22"/>
          <p:cNvPicPr>
            <a:picLocks noChangeAspect="1"/>
          </p:cNvPicPr>
          <p:nvPr/>
        </p:nvPicPr>
        <p:blipFill>
          <a:blip r:embed="rId18"/>
          <a:stretch>
            <a:fillRect/>
          </a:stretch>
        </p:blipFill>
        <p:spPr>
          <a:xfrm>
            <a:off x="2381250" y="782320"/>
            <a:ext cx="1214120" cy="1096010"/>
          </a:xfrm>
          <a:prstGeom prst="rect">
            <a:avLst/>
          </a:prstGeom>
        </p:spPr>
      </p:pic>
      <p:cxnSp>
        <p:nvCxnSpPr>
          <p:cNvPr id="103" name="直接箭头连接符 25"/>
          <p:cNvCxnSpPr/>
          <p:nvPr>
            <p:custDataLst>
              <p:tags r:id="rId3"/>
            </p:custDataLst>
          </p:nvPr>
        </p:nvCxnSpPr>
        <p:spPr>
          <a:xfrm flipH="1">
            <a:off x="3305175" y="1352550"/>
            <a:ext cx="252730" cy="21590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5" name="標題 1"/>
          <p:cNvSpPr txBox="1"/>
          <p:nvPr/>
        </p:nvSpPr>
        <p:spPr>
          <a:xfrm>
            <a:off x="741987" y="135368"/>
            <a:ext cx="10796077"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6.</a:t>
            </a:r>
            <a:r>
              <a:rPr lang="en-US" altLang="zh-CN" dirty="0">
                <a:sym typeface="宋体" panose="02010600030101010101" pitchFamily="2" charset="-122"/>
              </a:rPr>
              <a:t>Action</a:t>
            </a:r>
            <a:r>
              <a:rPr lang="en-US" altLang="zh-CN" dirty="0">
                <a:solidFill>
                  <a:srgbClr val="000000"/>
                </a:solidFill>
                <a:sym typeface="宋体" panose="02010600030101010101" pitchFamily="2" charset="-122"/>
              </a:rPr>
              <a:t> </a:t>
            </a:r>
            <a:r>
              <a:rPr lang="en-US" altLang="zh-CN" dirty="0">
                <a:sym typeface="宋体" panose="02010600030101010101" pitchFamily="2" charset="-122"/>
              </a:rPr>
              <a:t>flow design</a:t>
            </a:r>
            <a:endParaRPr lang="en-US" altLang="zh-CN" dirty="0">
              <a:latin typeface="+mn-lt"/>
            </a:endParaRPr>
          </a:p>
        </p:txBody>
      </p:sp>
      <p:sp>
        <p:nvSpPr>
          <p:cNvPr id="31" name="灯片编号占位符 3"/>
          <p:cNvSpPr>
            <a:spLocks noGrp="1" noChangeArrowheads="1"/>
          </p:cNvSpPr>
          <p:nvPr>
            <p:custDataLst>
              <p:tags r:id="rId4"/>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21</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3"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pic>
        <p:nvPicPr>
          <p:cNvPr id="41985" name="图片 4"/>
          <p:cNvPicPr>
            <a:picLocks noChangeAspect="1"/>
          </p:cNvPicPr>
          <p:nvPr>
            <p:custDataLst>
              <p:tags r:id="rId5"/>
            </p:custDataLst>
          </p:nvPr>
        </p:nvPicPr>
        <p:blipFill>
          <a:blip r:embed="rId19"/>
          <a:stretch>
            <a:fillRect/>
          </a:stretch>
        </p:blipFill>
        <p:spPr>
          <a:xfrm>
            <a:off x="9661525" y="1371600"/>
            <a:ext cx="1836738" cy="2174875"/>
          </a:xfrm>
          <a:prstGeom prst="rect">
            <a:avLst/>
          </a:prstGeom>
          <a:noFill/>
          <a:ln w="9525">
            <a:noFill/>
          </a:ln>
        </p:spPr>
      </p:pic>
      <p:sp>
        <p:nvSpPr>
          <p:cNvPr id="60" name="AutoShape 4"/>
          <p:cNvSpPr/>
          <p:nvPr/>
        </p:nvSpPr>
        <p:spPr>
          <a:xfrm>
            <a:off x="4603750" y="4100830"/>
            <a:ext cx="3648075" cy="1158875"/>
          </a:xfrm>
          <a:prstGeom prst="roundRect">
            <a:avLst>
              <a:gd name="adj" fmla="val 16667"/>
            </a:avLst>
          </a:prstGeom>
          <a:solidFill>
            <a:schemeClr val="accent1">
              <a:lumMod val="20000"/>
              <a:lumOff val="80000"/>
            </a:schemeClr>
          </a:solidFill>
          <a:ln w="9525" cap="flat" cmpd="sng">
            <a:solidFill>
              <a:schemeClr val="tx1"/>
            </a:solidFill>
            <a:prstDash val="solid"/>
            <a:round/>
            <a:headEnd type="none" w="med" len="med"/>
            <a:tailEnd type="none" w="med" len="me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Calibri" panose="020F0502020204030204" charset="0"/>
                <a:ea typeface="宋体" panose="02010600030101010101" pitchFamily="2" charset="-122"/>
                <a:cs typeface="+mn-cs"/>
              </a:rPr>
              <a:t>Upload QR verification code validation information of </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Calibri" panose="020F0502020204030204" charset="0"/>
                <a:ea typeface="宋体" panose="02010600030101010101" pitchFamily="2" charset="-122"/>
                <a:cs typeface="+mn-cs"/>
              </a:rPr>
              <a:t>the scanner is completed?Legally,after QR passed</a:t>
            </a:r>
            <a:r>
              <a:rPr kumimoji="0" lang="zh-CN" altLang="en-US" sz="1200" b="0" i="0" u="none" strike="noStrike" kern="1200" cap="none" spc="0" normalizeH="0" baseline="0" noProof="0">
                <a:ln>
                  <a:noFill/>
                </a:ln>
                <a:solidFill>
                  <a:schemeClr val="tx1"/>
                </a:solidFill>
                <a:effectLst/>
                <a:uLnTx/>
                <a:uFillTx/>
                <a:latin typeface="Calibri" panose="020F0502020204030204" charset="0"/>
                <a:ea typeface="+mn-ea"/>
                <a:cs typeface="+mn-cs"/>
              </a:rPr>
              <a:t>，</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charset="0"/>
                <a:ea typeface="+mn-ea"/>
                <a:cs typeface="+mn-cs"/>
              </a:rPr>
              <a:t>The sliding table </a:t>
            </a:r>
            <a:r>
              <a:rPr kumimoji="0" lang="en-US" altLang="zh-CN" sz="1200" b="0" i="0" u="none" strike="noStrike" kern="1200" cap="none" spc="0" normalizeH="0" baseline="0" noProof="0">
                <a:ln>
                  <a:noFill/>
                </a:ln>
                <a:solidFill>
                  <a:schemeClr val="tx1"/>
                </a:solidFill>
                <a:effectLst/>
                <a:uLnTx/>
                <a:uFillTx/>
                <a:latin typeface="Calibri" panose="020F0502020204030204" charset="0"/>
                <a:ea typeface="宋体" panose="02010600030101010101" pitchFamily="2" charset="-122"/>
                <a:cs typeface="+mn-cs"/>
              </a:rPr>
              <a:t>of clamping jaw</a:t>
            </a:r>
            <a:r>
              <a:rPr kumimoji="0" lang="zh-CN" altLang="en-US" sz="1200" b="0" i="0" u="none" strike="noStrike" kern="1200" cap="none" spc="0" normalizeH="0" baseline="0" noProof="0">
                <a:ln>
                  <a:noFill/>
                </a:ln>
                <a:solidFill>
                  <a:schemeClr val="tx1"/>
                </a:solidFill>
                <a:effectLst/>
                <a:uLnTx/>
                <a:uFillTx/>
                <a:latin typeface="Calibri" panose="020F0502020204030204" charset="0"/>
                <a:ea typeface="+mn-ea"/>
                <a:cs typeface="+mn-cs"/>
              </a:rPr>
              <a:t> takes the product out </a:t>
            </a:r>
            <a:endParaRPr kumimoji="0" lang="en-US" altLang="zh-CN" sz="1200" b="0" i="0" u="none" strike="noStrike" kern="1200" cap="none" spc="0" normalizeH="0" baseline="0" noProof="0">
              <a:ln>
                <a:noFill/>
              </a:ln>
              <a:solidFill>
                <a:schemeClr val="tx1"/>
              </a:solidFill>
              <a:effectLst/>
              <a:uLnTx/>
              <a:uFillTx/>
              <a:latin typeface="Calibri" panose="020F0502020204030204"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charset="0"/>
                <a:ea typeface="+mn-ea"/>
                <a:cs typeface="+mn-cs"/>
              </a:rPr>
              <a:t>of the </a:t>
            </a:r>
            <a:r>
              <a:rPr kumimoji="0" lang="en-US" altLang="zh-CN" sz="1200" b="0" i="0" u="none" strike="noStrike" kern="1200" cap="none" spc="0" normalizeH="0" baseline="0" noProof="0">
                <a:ln>
                  <a:noFill/>
                </a:ln>
                <a:solidFill>
                  <a:schemeClr val="tx1"/>
                </a:solidFill>
                <a:effectLst/>
                <a:uLnTx/>
                <a:uFillTx/>
                <a:latin typeface="Calibri" panose="020F0502020204030204" charset="0"/>
                <a:ea typeface="宋体" panose="02010600030101010101" pitchFamily="2" charset="-122"/>
                <a:cs typeface="+mn-cs"/>
              </a:rPr>
              <a:t>t</a:t>
            </a:r>
            <a:r>
              <a:rPr kumimoji="0" lang="zh-CN" altLang="en-US" sz="1200" b="0" i="0" u="none" strike="noStrike" kern="1200" cap="none" spc="0" normalizeH="0" baseline="0" noProof="0">
                <a:ln>
                  <a:noFill/>
                </a:ln>
                <a:solidFill>
                  <a:schemeClr val="tx1"/>
                </a:solidFill>
                <a:effectLst/>
                <a:uLnTx/>
                <a:uFillTx/>
                <a:latin typeface="Calibri" panose="020F0502020204030204" charset="0"/>
                <a:ea typeface="+mn-ea"/>
                <a:cs typeface="+mn-cs"/>
              </a:rPr>
              <a:t>ray and puts it into the pressing mechanism for </a:t>
            </a:r>
            <a:endParaRPr kumimoji="0" lang="en-US" altLang="zh-CN" sz="1200" b="0" i="0" u="none" strike="noStrike" kern="1200" cap="none" spc="0" normalizeH="0" baseline="0" noProof="0">
              <a:ln>
                <a:noFill/>
              </a:ln>
              <a:solidFill>
                <a:schemeClr val="tx1"/>
              </a:solidFill>
              <a:effectLst/>
              <a:uLnTx/>
              <a:uFillTx/>
              <a:latin typeface="Calibri" panose="020F0502020204030204"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charset="0"/>
                <a:ea typeface="+mn-ea"/>
                <a:cs typeface="+mn-cs"/>
              </a:rPr>
              <a:t>positioning. Meanwhile, the CCD locates the QR code of</a:t>
            </a:r>
            <a:endParaRPr kumimoji="0" lang="en-US" altLang="zh-CN" sz="1200" b="0" i="0" u="none" strike="noStrike" kern="1200" cap="none" spc="0" normalizeH="0" baseline="0" noProof="0">
              <a:ln>
                <a:noFill/>
              </a:ln>
              <a:solidFill>
                <a:schemeClr val="tx1"/>
              </a:solidFill>
              <a:effectLst/>
              <a:uLnTx/>
              <a:uFillTx/>
              <a:latin typeface="Calibri" panose="020F0502020204030204"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charset="0"/>
                <a:ea typeface="+mn-ea"/>
                <a:cs typeface="+mn-cs"/>
              </a:rPr>
              <a:t> the </a:t>
            </a:r>
            <a:r>
              <a:rPr kumimoji="0" lang="en-US" altLang="zh-CN" sz="1200" b="0" i="0" u="none" strike="noStrike" kern="1200" cap="none" spc="0" normalizeH="0" baseline="0" noProof="0">
                <a:ln>
                  <a:noFill/>
                </a:ln>
                <a:solidFill>
                  <a:schemeClr val="tx1"/>
                </a:solidFill>
                <a:effectLst/>
                <a:uLnTx/>
                <a:uFillTx/>
                <a:latin typeface="Calibri" panose="020F0502020204030204" charset="0"/>
                <a:ea typeface="宋体" panose="02010600030101010101" pitchFamily="2" charset="-122"/>
                <a:cs typeface="+mn-cs"/>
              </a:rPr>
              <a:t>back housing a</a:t>
            </a:r>
            <a:r>
              <a:rPr kumimoji="0" lang="zh-CN" altLang="en-US" sz="1200" b="0" i="0" u="none" strike="noStrike" kern="1200" cap="none" spc="0" normalizeH="0" baseline="0" noProof="0">
                <a:ln>
                  <a:noFill/>
                </a:ln>
                <a:solidFill>
                  <a:schemeClr val="tx1"/>
                </a:solidFill>
                <a:effectLst/>
                <a:uLnTx/>
                <a:uFillTx/>
                <a:latin typeface="Calibri" panose="020F0502020204030204" charset="0"/>
                <a:ea typeface="+mn-ea"/>
                <a:cs typeface="+mn-cs"/>
              </a:rPr>
              <a:t>fter the </a:t>
            </a:r>
            <a:r>
              <a:rPr kumimoji="0" lang="en-US" altLang="zh-CN" sz="1200" b="0" i="0" u="none" strike="noStrike" kern="1200" cap="none" spc="0" normalizeH="0" baseline="0" noProof="0">
                <a:ln>
                  <a:noFill/>
                </a:ln>
                <a:solidFill>
                  <a:schemeClr val="tx1"/>
                </a:solidFill>
                <a:effectLst/>
                <a:uLnTx/>
                <a:uFillTx/>
                <a:latin typeface="Calibri" panose="020F0502020204030204" charset="0"/>
                <a:ea typeface="宋体" panose="02010600030101010101" pitchFamily="2" charset="-122"/>
                <a:cs typeface="+mn-cs"/>
              </a:rPr>
              <a:t>back housing</a:t>
            </a:r>
            <a:r>
              <a:rPr kumimoji="0" lang="zh-CN" altLang="en-US" sz="1200" b="0" i="0" u="none" strike="noStrike" kern="1200" cap="none" spc="0" normalizeH="0" baseline="0" noProof="0">
                <a:ln>
                  <a:noFill/>
                </a:ln>
                <a:solidFill>
                  <a:schemeClr val="tx1"/>
                </a:solidFill>
                <a:effectLst/>
                <a:uLnTx/>
                <a:uFillTx/>
                <a:latin typeface="Calibri" panose="020F0502020204030204" charset="0"/>
                <a:ea typeface="+mn-ea"/>
                <a:cs typeface="+mn-cs"/>
              </a:rPr>
              <a:t> QR code is passed</a:t>
            </a:r>
          </a:p>
        </p:txBody>
      </p:sp>
      <p:sp>
        <p:nvSpPr>
          <p:cNvPr id="62" name="AutoShape 4"/>
          <p:cNvSpPr/>
          <p:nvPr/>
        </p:nvSpPr>
        <p:spPr>
          <a:xfrm>
            <a:off x="10839450" y="4207193"/>
            <a:ext cx="1235075" cy="1030288"/>
          </a:xfrm>
          <a:prstGeom prst="roundRect">
            <a:avLst>
              <a:gd name="adj" fmla="val 16667"/>
            </a:avLst>
          </a:prstGeom>
          <a:solidFill>
            <a:schemeClr val="accent1">
              <a:lumMod val="20000"/>
              <a:lumOff val="80000"/>
            </a:schemeClr>
          </a:solidFill>
          <a:ln w="9525" cap="flat" cmpd="sng">
            <a:solidFill>
              <a:schemeClr val="tx1"/>
            </a:solidFill>
            <a:prstDash val="solid"/>
            <a:round/>
            <a:headEnd type="none" w="med" len="med"/>
            <a:tailEnd type="none" w="med" len="me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alibri" panose="020F0502020204030204" charset="0"/>
                <a:ea typeface="+mn-ea"/>
                <a:cs typeface="Calibri" panose="020F0502020204030204" charset="0"/>
              </a:rPr>
              <a:t>The above </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alibri" panose="020F0502020204030204" charset="0"/>
                <a:ea typeface="+mn-ea"/>
                <a:cs typeface="Calibri" panose="020F0502020204030204" charset="0"/>
              </a:rPr>
              <a:t>action loops </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alibri" panose="020F0502020204030204" charset="0"/>
                <a:ea typeface="+mn-ea"/>
                <a:cs typeface="Calibri" panose="020F0502020204030204" charset="0"/>
              </a:rPr>
              <a:t>three times </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alibri" panose="020F0502020204030204" charset="0"/>
                <a:ea typeface="+mn-ea"/>
                <a:cs typeface="Calibri" panose="020F0502020204030204" charset="0"/>
              </a:rPr>
              <a:t>and flows into</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alibri" panose="020F0502020204030204" charset="0"/>
                <a:ea typeface="+mn-ea"/>
                <a:cs typeface="Calibri" panose="020F0502020204030204" charset="0"/>
              </a:rPr>
              <a:t> the next station</a:t>
            </a:r>
          </a:p>
        </p:txBody>
      </p:sp>
      <p:sp>
        <p:nvSpPr>
          <p:cNvPr id="63" name="AutoShape 3"/>
          <p:cNvSpPr/>
          <p:nvPr/>
        </p:nvSpPr>
        <p:spPr>
          <a:xfrm>
            <a:off x="136525" y="4313555"/>
            <a:ext cx="1593850" cy="777875"/>
          </a:xfrm>
          <a:prstGeom prst="roundRect">
            <a:avLst>
              <a:gd name="adj" fmla="val 16667"/>
            </a:avLst>
          </a:prstGeom>
          <a:solidFill>
            <a:schemeClr val="accent1">
              <a:lumMod val="20000"/>
              <a:lumOff val="80000"/>
            </a:schemeClr>
          </a:solidFill>
          <a:ln w="9525" cap="flat" cmpd="sng">
            <a:solidFill>
              <a:schemeClr val="tx1"/>
            </a:solidFill>
            <a:prstDash val="solid"/>
            <a:round/>
            <a:headEnd type="none" w="med" len="med"/>
            <a:tailEnd type="none" w="med" len="me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alibri" panose="020F0502020204030204" charset="0"/>
                <a:ea typeface="+mn-ea"/>
                <a:cs typeface="Calibri" panose="020F0502020204030204" charset="0"/>
              </a:rPr>
              <a:t>Two trays flow to back</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alibri" panose="020F0502020204030204" charset="0"/>
                <a:ea typeface="+mn-ea"/>
                <a:cs typeface="Calibri" panose="020F0502020204030204" charset="0"/>
              </a:rPr>
              <a:t>housing station from </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alibri" panose="020F0502020204030204" charset="0"/>
                <a:ea typeface="+mn-ea"/>
                <a:cs typeface="Calibri" panose="020F0502020204030204" charset="0"/>
              </a:rPr>
              <a:t>the previous station</a:t>
            </a:r>
          </a:p>
        </p:txBody>
      </p:sp>
      <p:sp>
        <p:nvSpPr>
          <p:cNvPr id="41990" name="右箭头 16"/>
          <p:cNvSpPr/>
          <p:nvPr/>
        </p:nvSpPr>
        <p:spPr>
          <a:xfrm>
            <a:off x="1747838" y="4461193"/>
            <a:ext cx="339725" cy="320675"/>
          </a:xfrm>
          <a:prstGeom prst="rightArrow">
            <a:avLst>
              <a:gd name="adj1" fmla="val 50000"/>
              <a:gd name="adj2" fmla="val 49492"/>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eaLnBrk="0" hangingPunct="0"/>
            <a:endParaRPr lang="zh-CN" altLang="en-US" sz="1600" dirty="0">
              <a:latin typeface="Arial" panose="020B0604020202020204" pitchFamily="34" charset="0"/>
              <a:ea typeface="宋体" panose="02010600030101010101" pitchFamily="2" charset="-122"/>
            </a:endParaRPr>
          </a:p>
        </p:txBody>
      </p:sp>
      <p:sp>
        <p:nvSpPr>
          <p:cNvPr id="41991" name="右箭头 16"/>
          <p:cNvSpPr/>
          <p:nvPr/>
        </p:nvSpPr>
        <p:spPr>
          <a:xfrm>
            <a:off x="4211638" y="4461193"/>
            <a:ext cx="339725" cy="320675"/>
          </a:xfrm>
          <a:prstGeom prst="rightArrow">
            <a:avLst>
              <a:gd name="adj1" fmla="val 50000"/>
              <a:gd name="adj2" fmla="val 49492"/>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eaLnBrk="0" hangingPunct="0"/>
            <a:endParaRPr lang="zh-CN" altLang="en-US" sz="1600" dirty="0">
              <a:latin typeface="Arial" panose="020B0604020202020204" pitchFamily="34" charset="0"/>
              <a:ea typeface="宋体" panose="02010600030101010101" pitchFamily="2" charset="-122"/>
            </a:endParaRPr>
          </a:p>
        </p:txBody>
      </p:sp>
      <p:sp>
        <p:nvSpPr>
          <p:cNvPr id="66" name="椭圆 1"/>
          <p:cNvSpPr/>
          <p:nvPr/>
        </p:nvSpPr>
        <p:spPr>
          <a:xfrm>
            <a:off x="741680" y="3766185"/>
            <a:ext cx="1099185" cy="2921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FF0000"/>
                </a:solidFill>
                <a:effectLst/>
                <a:uLnTx/>
                <a:uFillTx/>
                <a:latin typeface="+mn-lt"/>
                <a:ea typeface="+mn-ea"/>
                <a:cs typeface="Calibri" panose="020F0502020204030204" charset="0"/>
              </a:rPr>
              <a:t>Step1</a:t>
            </a:r>
            <a:endParaRPr kumimoji="0" lang="zh-CN" altLang="en-US" sz="1400" b="0" i="0" u="none" strike="noStrike" kern="1200" cap="none" spc="0" normalizeH="0" baseline="0" noProof="0" dirty="0">
              <a:ln>
                <a:noFill/>
              </a:ln>
              <a:solidFill>
                <a:srgbClr val="FF0000"/>
              </a:solidFill>
              <a:effectLst/>
              <a:uLnTx/>
              <a:uFillTx/>
              <a:latin typeface="+mn-lt"/>
              <a:ea typeface="+mn-ea"/>
              <a:cs typeface="Calibri" panose="020F0502020204030204" charset="0"/>
            </a:endParaRPr>
          </a:p>
        </p:txBody>
      </p:sp>
      <p:sp>
        <p:nvSpPr>
          <p:cNvPr id="67" name="椭圆 42"/>
          <p:cNvSpPr/>
          <p:nvPr/>
        </p:nvSpPr>
        <p:spPr>
          <a:xfrm>
            <a:off x="3166745" y="3766185"/>
            <a:ext cx="1216660" cy="2921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FF0000"/>
                </a:solidFill>
                <a:effectLst/>
                <a:uLnTx/>
                <a:uFillTx/>
                <a:latin typeface="+mn-lt"/>
                <a:ea typeface="+mn-ea"/>
                <a:cs typeface="Calibri" panose="020F0502020204030204" charset="0"/>
              </a:rPr>
              <a:t>Step2</a:t>
            </a:r>
            <a:endParaRPr kumimoji="0" lang="zh-CN" altLang="en-US" sz="1400" b="0" i="0" u="none" strike="noStrike" kern="1200" cap="none" spc="0" normalizeH="0" baseline="0" noProof="0" dirty="0">
              <a:ln>
                <a:noFill/>
              </a:ln>
              <a:solidFill>
                <a:srgbClr val="FF0000"/>
              </a:solidFill>
              <a:effectLst/>
              <a:uLnTx/>
              <a:uFillTx/>
              <a:latin typeface="+mn-lt"/>
              <a:ea typeface="+mn-ea"/>
              <a:cs typeface="Calibri" panose="020F0502020204030204" charset="0"/>
            </a:endParaRPr>
          </a:p>
        </p:txBody>
      </p:sp>
      <p:sp>
        <p:nvSpPr>
          <p:cNvPr id="68" name="椭圆 44"/>
          <p:cNvSpPr/>
          <p:nvPr/>
        </p:nvSpPr>
        <p:spPr>
          <a:xfrm>
            <a:off x="7112635" y="3687445"/>
            <a:ext cx="1134745" cy="2921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FF0000"/>
                </a:solidFill>
                <a:effectLst/>
                <a:uLnTx/>
                <a:uFillTx/>
                <a:latin typeface="+mn-lt"/>
                <a:ea typeface="+mn-ea"/>
                <a:cs typeface="Calibri" panose="020F0502020204030204" charset="0"/>
              </a:rPr>
              <a:t>Step3</a:t>
            </a:r>
            <a:endParaRPr kumimoji="0" lang="zh-CN" altLang="en-US" sz="1400" b="0" i="0" u="none" strike="noStrike" kern="1200" cap="none" spc="0" normalizeH="0" baseline="0" noProof="0" dirty="0">
              <a:ln>
                <a:noFill/>
              </a:ln>
              <a:solidFill>
                <a:srgbClr val="FF0000"/>
              </a:solidFill>
              <a:effectLst/>
              <a:uLnTx/>
              <a:uFillTx/>
              <a:latin typeface="+mn-lt"/>
              <a:ea typeface="+mn-ea"/>
              <a:cs typeface="Calibri" panose="020F0502020204030204" charset="0"/>
            </a:endParaRPr>
          </a:p>
        </p:txBody>
      </p:sp>
      <p:sp>
        <p:nvSpPr>
          <p:cNvPr id="41995" name="右箭头 16"/>
          <p:cNvSpPr/>
          <p:nvPr/>
        </p:nvSpPr>
        <p:spPr>
          <a:xfrm>
            <a:off x="8251825" y="4461193"/>
            <a:ext cx="339725" cy="320675"/>
          </a:xfrm>
          <a:prstGeom prst="rightArrow">
            <a:avLst>
              <a:gd name="adj1" fmla="val 50000"/>
              <a:gd name="adj2" fmla="val 49492"/>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eaLnBrk="0" hangingPunct="0"/>
            <a:endParaRPr lang="zh-CN" altLang="en-US" sz="1600" dirty="0">
              <a:latin typeface="Arial" panose="020B0604020202020204" pitchFamily="34" charset="0"/>
              <a:ea typeface="宋体" panose="02010600030101010101" pitchFamily="2" charset="-122"/>
            </a:endParaRPr>
          </a:p>
        </p:txBody>
      </p:sp>
      <p:sp>
        <p:nvSpPr>
          <p:cNvPr id="70" name="椭圆 67"/>
          <p:cNvSpPr/>
          <p:nvPr/>
        </p:nvSpPr>
        <p:spPr>
          <a:xfrm>
            <a:off x="9661525" y="3692525"/>
            <a:ext cx="1114425" cy="2921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FF0000"/>
                </a:solidFill>
                <a:effectLst/>
                <a:uLnTx/>
                <a:uFillTx/>
                <a:latin typeface="+mn-lt"/>
                <a:ea typeface="+mn-ea"/>
                <a:cs typeface="Calibri" panose="020F0502020204030204" charset="0"/>
              </a:rPr>
              <a:t>Step4</a:t>
            </a:r>
            <a:endParaRPr kumimoji="0" lang="zh-CN" altLang="en-US" sz="1400" b="0" i="0" u="none" strike="noStrike" kern="1200" cap="none" spc="0" normalizeH="0" baseline="0" noProof="0" dirty="0">
              <a:ln>
                <a:noFill/>
              </a:ln>
              <a:solidFill>
                <a:srgbClr val="FF0000"/>
              </a:solidFill>
              <a:effectLst/>
              <a:uLnTx/>
              <a:uFillTx/>
              <a:latin typeface="+mn-lt"/>
              <a:ea typeface="+mn-ea"/>
              <a:cs typeface="Calibri" panose="020F0502020204030204" charset="0"/>
            </a:endParaRPr>
          </a:p>
        </p:txBody>
      </p:sp>
      <p:sp>
        <p:nvSpPr>
          <p:cNvPr id="41997" name="右箭头 16"/>
          <p:cNvSpPr/>
          <p:nvPr/>
        </p:nvSpPr>
        <p:spPr>
          <a:xfrm>
            <a:off x="10525125" y="4518343"/>
            <a:ext cx="339725" cy="320675"/>
          </a:xfrm>
          <a:prstGeom prst="rightArrow">
            <a:avLst>
              <a:gd name="adj1" fmla="val 50000"/>
              <a:gd name="adj2" fmla="val 49492"/>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eaLnBrk="0" hangingPunct="0"/>
            <a:endParaRPr lang="zh-CN" altLang="en-US" sz="1600" dirty="0">
              <a:latin typeface="Arial" panose="020B0604020202020204" pitchFamily="34" charset="0"/>
              <a:ea typeface="宋体" panose="02010600030101010101" pitchFamily="2" charset="-122"/>
            </a:endParaRPr>
          </a:p>
        </p:txBody>
      </p:sp>
      <p:sp>
        <p:nvSpPr>
          <p:cNvPr id="41998" name="矩形 37"/>
          <p:cNvSpPr/>
          <p:nvPr/>
        </p:nvSpPr>
        <p:spPr>
          <a:xfrm>
            <a:off x="4957763" y="6141720"/>
            <a:ext cx="3352800" cy="398463"/>
          </a:xfrm>
          <a:prstGeom prst="rect">
            <a:avLst/>
          </a:prstGeom>
          <a:noFill/>
          <a:ln w="9525">
            <a:noFill/>
          </a:ln>
        </p:spPr>
        <p:txBody>
          <a:bodyPr anchor="t" anchorCtr="0">
            <a:spAutoFit/>
          </a:bodyPr>
          <a:lstStyle/>
          <a:p>
            <a:pPr eaLnBrk="0" hangingPunct="0"/>
            <a:r>
              <a:rPr lang="en-US" altLang="zh-CN" sz="2000" dirty="0">
                <a:latin typeface="Calibri" panose="020F0502020204030204" charset="0"/>
                <a:ea typeface="等线" panose="02010600030101010101" charset="-122"/>
              </a:rPr>
              <a:t>The assembly steps</a:t>
            </a:r>
          </a:p>
        </p:txBody>
      </p:sp>
      <p:sp>
        <p:nvSpPr>
          <p:cNvPr id="73" name="AutoShape 4"/>
          <p:cNvSpPr/>
          <p:nvPr/>
        </p:nvSpPr>
        <p:spPr>
          <a:xfrm>
            <a:off x="2119313" y="4265930"/>
            <a:ext cx="2019300" cy="825500"/>
          </a:xfrm>
          <a:prstGeom prst="roundRect">
            <a:avLst>
              <a:gd name="adj" fmla="val 16667"/>
            </a:avLst>
          </a:prstGeom>
          <a:solidFill>
            <a:schemeClr val="accent1">
              <a:lumMod val="20000"/>
              <a:lumOff val="80000"/>
            </a:schemeClr>
          </a:solidFill>
          <a:ln w="9525" cap="flat" cmpd="sng">
            <a:solidFill>
              <a:schemeClr val="tx1"/>
            </a:solidFill>
            <a:prstDash val="solid"/>
            <a:round/>
            <a:headEnd type="none" w="med" len="med"/>
            <a:tailEnd type="none" w="med" len="me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alibri" panose="020F0502020204030204" charset="0"/>
                <a:ea typeface="+mn-ea"/>
                <a:cs typeface="Calibri" panose="020F0502020204030204" charset="0"/>
              </a:rPr>
              <a:t>The device locates the tray </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alibri" panose="020F0502020204030204" charset="0"/>
                <a:ea typeface="+mn-ea"/>
                <a:cs typeface="Calibri" panose="020F0502020204030204" charset="0"/>
              </a:rPr>
              <a:t>after sensing the signal from </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alibri" panose="020F0502020204030204" charset="0"/>
                <a:ea typeface="+mn-ea"/>
                <a:cs typeface="Calibri" panose="020F0502020204030204" charset="0"/>
              </a:rPr>
              <a:t>the trays that flows into the </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alibri" panose="020F0502020204030204" charset="0"/>
                <a:ea typeface="+mn-ea"/>
                <a:cs typeface="Calibri" panose="020F0502020204030204" charset="0"/>
              </a:rPr>
              <a:t>work area</a:t>
            </a:r>
          </a:p>
        </p:txBody>
      </p:sp>
      <p:sp>
        <p:nvSpPr>
          <p:cNvPr id="74" name="AutoShape 4"/>
          <p:cNvSpPr/>
          <p:nvPr/>
        </p:nvSpPr>
        <p:spPr>
          <a:xfrm>
            <a:off x="8574088" y="4130993"/>
            <a:ext cx="1951038" cy="1128713"/>
          </a:xfrm>
          <a:prstGeom prst="roundRect">
            <a:avLst>
              <a:gd name="adj" fmla="val 16667"/>
            </a:avLst>
          </a:prstGeom>
          <a:solidFill>
            <a:schemeClr val="accent1">
              <a:lumMod val="20000"/>
              <a:lumOff val="80000"/>
            </a:schemeClr>
          </a:solidFill>
          <a:ln w="9525" cap="flat" cmpd="sng">
            <a:solidFill>
              <a:schemeClr val="tx1"/>
            </a:solidFill>
            <a:prstDash val="solid"/>
            <a:round/>
            <a:headEnd type="none" w="med" len="med"/>
            <a:tailEnd type="none" w="med" len="me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alibri" panose="020F0502020204030204" charset="0"/>
                <a:ea typeface="+mn-ea"/>
                <a:cs typeface="Calibri" panose="020F0502020204030204" charset="0"/>
              </a:rPr>
              <a:t>Put the back housing on </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alibri" panose="020F0502020204030204" charset="0"/>
                <a:ea typeface="+mn-ea"/>
                <a:cs typeface="Calibri" panose="020F0502020204030204" charset="0"/>
              </a:rPr>
              <a:t>the product.  </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alibri" panose="020F0502020204030204" charset="0"/>
                <a:ea typeface="+mn-ea"/>
                <a:cs typeface="Calibri" panose="020F0502020204030204" charset="0"/>
              </a:rPr>
              <a:t>press the product after </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alibri" panose="020F0502020204030204" charset="0"/>
                <a:ea typeface="+mn-ea"/>
                <a:cs typeface="Calibri" panose="020F0502020204030204" charset="0"/>
              </a:rPr>
              <a:t>the Link is completed, </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alibri" panose="020F0502020204030204" charset="0"/>
                <a:ea typeface="+mn-ea"/>
                <a:cs typeface="Calibri" panose="020F0502020204030204" charset="0"/>
              </a:rPr>
              <a:t>press the product, and </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Calibri" panose="020F0502020204030204" charset="0"/>
                <a:ea typeface="+mn-ea"/>
                <a:cs typeface="Calibri" panose="020F0502020204030204" charset="0"/>
              </a:rPr>
              <a:t>put the product into the Tray</a:t>
            </a:r>
          </a:p>
        </p:txBody>
      </p:sp>
      <p:sp>
        <p:nvSpPr>
          <p:cNvPr id="42005" name="文本框 1"/>
          <p:cNvSpPr txBox="1"/>
          <p:nvPr/>
        </p:nvSpPr>
        <p:spPr>
          <a:xfrm>
            <a:off x="671513" y="5380673"/>
            <a:ext cx="11123612" cy="830262"/>
          </a:xfrm>
          <a:prstGeom prst="rect">
            <a:avLst/>
          </a:prstGeom>
          <a:noFill/>
          <a:ln w="9525">
            <a:noFill/>
          </a:ln>
        </p:spPr>
        <p:txBody>
          <a:bodyPr anchor="t" anchorCtr="0">
            <a:spAutoFit/>
          </a:bodyPr>
          <a:lstStyle/>
          <a:p>
            <a:pPr eaLnBrk="0" hangingPunct="0"/>
            <a:r>
              <a:rPr lang="en-US" altLang="zh-CN" sz="1200" dirty="0">
                <a:latin typeface="Calibri" panose="020F0502020204030204" charset="0"/>
                <a:ea typeface="宋体" panose="02010600030101010101" pitchFamily="2" charset="-122"/>
              </a:rPr>
              <a:t>Explain </a:t>
            </a:r>
            <a:r>
              <a:rPr lang="zh-CN" altLang="en-US" sz="1200" dirty="0">
                <a:latin typeface="Calibri" panose="020F0502020204030204" charset="0"/>
                <a:ea typeface="等线" panose="02010600030101010101" charset="-122"/>
                <a:sym typeface="等线" panose="02010600030101010101" charset="-122"/>
              </a:rPr>
              <a:t>：</a:t>
            </a:r>
            <a:r>
              <a:rPr lang="en-US" altLang="zh-CN" sz="1200" dirty="0">
                <a:latin typeface="Calibri" panose="020F0502020204030204" charset="0"/>
                <a:ea typeface="等线" panose="02010600030101010101" charset="-122"/>
                <a:sym typeface="等线" panose="02010600030101010101" charset="-122"/>
              </a:rPr>
              <a:t>1. </a:t>
            </a:r>
            <a:r>
              <a:rPr lang="en-US" altLang="zh-CN" sz="1200" dirty="0">
                <a:latin typeface="Calibri" panose="020F0502020204030204" charset="0"/>
                <a:ea typeface="宋体" panose="02010600030101010101" pitchFamily="2" charset="-122"/>
              </a:rPr>
              <a:t>If the NG product fails to Link rfid or the QR code does not conform, it will not be pressed, put the product back in the original Tray position, and transfer the </a:t>
            </a:r>
          </a:p>
          <a:p>
            <a:pPr eaLnBrk="0" hangingPunct="0"/>
            <a:r>
              <a:rPr lang="en-US" altLang="zh-CN" sz="1200" dirty="0">
                <a:latin typeface="Calibri" panose="020F0502020204030204" charset="0"/>
                <a:ea typeface="宋体" panose="02010600030101010101" pitchFamily="2" charset="-122"/>
              </a:rPr>
              <a:t>                       NG</a:t>
            </a:r>
            <a:r>
              <a:rPr lang="en-US" altLang="zh-CN" sz="1200" dirty="0">
                <a:latin typeface="Calibri" panose="020F0502020204030204" charset="0"/>
                <a:ea typeface="宋体" panose="02010600030101010101" pitchFamily="2" charset="-122"/>
                <a:sym typeface="等线" panose="02010600030101010101" charset="-122"/>
              </a:rPr>
              <a:t> </a:t>
            </a:r>
            <a:r>
              <a:rPr lang="en-US" altLang="zh-CN" sz="1200" dirty="0">
                <a:latin typeface="Calibri" panose="020F0502020204030204" charset="0"/>
                <a:ea typeface="宋体" panose="02010600030101010101" pitchFamily="2" charset="-122"/>
              </a:rPr>
              <a:t>information to the next station.</a:t>
            </a:r>
          </a:p>
          <a:p>
            <a:pPr eaLnBrk="0" hangingPunct="0"/>
            <a:r>
              <a:rPr lang="en-US" altLang="zh-CN" sz="1200" dirty="0">
                <a:latin typeface="Calibri" panose="020F0502020204030204" charset="0"/>
                <a:ea typeface="宋体" panose="02010600030101010101" pitchFamily="2" charset="-122"/>
                <a:sym typeface="等线" panose="02010600030101010101" charset="-122"/>
              </a:rPr>
              <a:t>                 2. Each time the CCD takes a picture, it will store the picture, which can be searched later. The picture storage time is 1 month. After 1 month, the picture before </a:t>
            </a:r>
          </a:p>
          <a:p>
            <a:pPr eaLnBrk="0" hangingPunct="0"/>
            <a:r>
              <a:rPr lang="en-US" altLang="zh-CN" sz="1200" dirty="0">
                <a:latin typeface="Calibri" panose="020F0502020204030204" charset="0"/>
                <a:ea typeface="宋体" panose="02010600030101010101" pitchFamily="2" charset="-122"/>
                <a:sym typeface="等线" panose="02010600030101010101" charset="-122"/>
              </a:rPr>
              <a:t>                     one month will be automatically deleted</a:t>
            </a:r>
          </a:p>
        </p:txBody>
      </p:sp>
      <p:grpSp>
        <p:nvGrpSpPr>
          <p:cNvPr id="42006" name="组合 13"/>
          <p:cNvGrpSpPr/>
          <p:nvPr/>
        </p:nvGrpSpPr>
        <p:grpSpPr>
          <a:xfrm>
            <a:off x="136525" y="1154113"/>
            <a:ext cx="2060575" cy="2584450"/>
            <a:chOff x="455" y="1818"/>
            <a:chExt cx="3244" cy="4070"/>
          </a:xfrm>
        </p:grpSpPr>
        <p:pic>
          <p:nvPicPr>
            <p:cNvPr id="42007" name="图片 3"/>
            <p:cNvPicPr>
              <a:picLocks noChangeAspect="1"/>
            </p:cNvPicPr>
            <p:nvPr>
              <p:custDataLst>
                <p:tags r:id="rId12"/>
              </p:custDataLst>
            </p:nvPr>
          </p:nvPicPr>
          <p:blipFill>
            <a:blip r:embed="rId20"/>
            <a:stretch>
              <a:fillRect/>
            </a:stretch>
          </p:blipFill>
          <p:spPr>
            <a:xfrm>
              <a:off x="455" y="1818"/>
              <a:ext cx="3244" cy="4070"/>
            </a:xfrm>
            <a:prstGeom prst="rect">
              <a:avLst/>
            </a:prstGeom>
            <a:noFill/>
            <a:ln w="9525">
              <a:noFill/>
            </a:ln>
          </p:spPr>
        </p:pic>
        <p:cxnSp>
          <p:nvCxnSpPr>
            <p:cNvPr id="82" name="直接箭头连接符 9"/>
            <p:cNvCxnSpPr/>
            <p:nvPr/>
          </p:nvCxnSpPr>
          <p:spPr>
            <a:xfrm flipV="1">
              <a:off x="647" y="4285"/>
              <a:ext cx="305" cy="0"/>
            </a:xfrm>
            <a:prstGeom prst="straightConnector1">
              <a:avLst/>
            </a:prstGeom>
            <a:ln w="19050">
              <a:solidFill>
                <a:srgbClr val="1552D1"/>
              </a:solidFill>
              <a:tailEnd type="arrow"/>
            </a:ln>
          </p:spPr>
          <p:style>
            <a:lnRef idx="1">
              <a:schemeClr val="accent1"/>
            </a:lnRef>
            <a:fillRef idx="0">
              <a:schemeClr val="accent1"/>
            </a:fillRef>
            <a:effectRef idx="0">
              <a:schemeClr val="accent1"/>
            </a:effectRef>
            <a:fontRef idx="minor">
              <a:schemeClr val="tx1"/>
            </a:fontRef>
          </p:style>
        </p:cxnSp>
      </p:grpSp>
      <p:cxnSp>
        <p:nvCxnSpPr>
          <p:cNvPr id="83" name="直接箭头连接符 70"/>
          <p:cNvCxnSpPr/>
          <p:nvPr/>
        </p:nvCxnSpPr>
        <p:spPr>
          <a:xfrm flipV="1">
            <a:off x="11480800" y="2720975"/>
            <a:ext cx="192088" cy="0"/>
          </a:xfrm>
          <a:prstGeom prst="straightConnector1">
            <a:avLst/>
          </a:prstGeom>
          <a:ln w="19050">
            <a:solidFill>
              <a:srgbClr val="1552D1"/>
            </a:solidFill>
            <a:tailEnd type="arrow"/>
          </a:ln>
        </p:spPr>
        <p:style>
          <a:lnRef idx="1">
            <a:schemeClr val="accent1"/>
          </a:lnRef>
          <a:fillRef idx="0">
            <a:schemeClr val="accent1"/>
          </a:fillRef>
          <a:effectRef idx="0">
            <a:schemeClr val="accent1"/>
          </a:effectRef>
          <a:fontRef idx="minor">
            <a:schemeClr val="tx1"/>
          </a:fontRef>
        </p:style>
      </p:cxnSp>
      <p:sp>
        <p:nvSpPr>
          <p:cNvPr id="42010" name="右箭头 16"/>
          <p:cNvSpPr/>
          <p:nvPr/>
        </p:nvSpPr>
        <p:spPr>
          <a:xfrm>
            <a:off x="2466975" y="2363788"/>
            <a:ext cx="222250" cy="320675"/>
          </a:xfrm>
          <a:prstGeom prst="rightArrow">
            <a:avLst>
              <a:gd name="adj1" fmla="val 50000"/>
              <a:gd name="adj2" fmla="val 49425"/>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eaLnBrk="0" hangingPunct="0"/>
            <a:endParaRPr lang="zh-CN" altLang="en-US" sz="1600" dirty="0">
              <a:latin typeface="Arial" panose="020B0604020202020204" pitchFamily="34" charset="0"/>
              <a:ea typeface="宋体" panose="02010600030101010101" pitchFamily="2" charset="-122"/>
            </a:endParaRPr>
          </a:p>
        </p:txBody>
      </p:sp>
      <p:sp>
        <p:nvSpPr>
          <p:cNvPr id="42011" name="右箭头 16"/>
          <p:cNvSpPr/>
          <p:nvPr/>
        </p:nvSpPr>
        <p:spPr>
          <a:xfrm>
            <a:off x="5526088" y="2363788"/>
            <a:ext cx="222250" cy="320675"/>
          </a:xfrm>
          <a:prstGeom prst="rightArrow">
            <a:avLst>
              <a:gd name="adj1" fmla="val 50000"/>
              <a:gd name="adj2" fmla="val 49425"/>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eaLnBrk="0" hangingPunct="0"/>
            <a:endParaRPr lang="zh-CN" altLang="en-US" sz="1600" dirty="0">
              <a:latin typeface="Arial" panose="020B0604020202020204" pitchFamily="34" charset="0"/>
              <a:ea typeface="宋体" panose="02010600030101010101" pitchFamily="2" charset="-122"/>
            </a:endParaRPr>
          </a:p>
        </p:txBody>
      </p:sp>
      <p:sp>
        <p:nvSpPr>
          <p:cNvPr id="42012" name="右箭头 16"/>
          <p:cNvSpPr/>
          <p:nvPr/>
        </p:nvSpPr>
        <p:spPr>
          <a:xfrm>
            <a:off x="9344025" y="2376488"/>
            <a:ext cx="222250" cy="320675"/>
          </a:xfrm>
          <a:prstGeom prst="rightArrow">
            <a:avLst>
              <a:gd name="adj1" fmla="val 50000"/>
              <a:gd name="adj2" fmla="val 49425"/>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eaLnBrk="0" hangingPunct="0"/>
            <a:endParaRPr lang="zh-CN" altLang="en-US" sz="1600" dirty="0">
              <a:latin typeface="Arial" panose="020B0604020202020204" pitchFamily="34" charset="0"/>
              <a:ea typeface="宋体" panose="02010600030101010101" pitchFamily="2" charset="-122"/>
            </a:endParaRPr>
          </a:p>
        </p:txBody>
      </p:sp>
      <p:cxnSp>
        <p:nvCxnSpPr>
          <p:cNvPr id="99" name="直接箭头连接符 23"/>
          <p:cNvCxnSpPr/>
          <p:nvPr>
            <p:custDataLst>
              <p:tags r:id="rId6"/>
            </p:custDataLst>
          </p:nvPr>
        </p:nvCxnSpPr>
        <p:spPr>
          <a:xfrm flipH="1">
            <a:off x="2784158" y="873443"/>
            <a:ext cx="250825" cy="21590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2019" name="右箭头 16"/>
          <p:cNvSpPr/>
          <p:nvPr/>
        </p:nvSpPr>
        <p:spPr>
          <a:xfrm>
            <a:off x="9344025" y="2376805"/>
            <a:ext cx="222250" cy="320675"/>
          </a:xfrm>
          <a:prstGeom prst="rightArrow">
            <a:avLst>
              <a:gd name="adj1" fmla="val 50000"/>
              <a:gd name="adj2" fmla="val 49425"/>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eaLnBrk="0" hangingPunct="0"/>
            <a:endParaRPr lang="zh-CN" altLang="en-US" sz="1600" dirty="0">
              <a:latin typeface="Arial" panose="020B0604020202020204" pitchFamily="34" charset="0"/>
              <a:ea typeface="宋体" panose="02010600030101010101" pitchFamily="2" charset="-122"/>
            </a:endParaRPr>
          </a:p>
        </p:txBody>
      </p:sp>
      <p:sp>
        <p:nvSpPr>
          <p:cNvPr id="42021" name="Rectangle 19"/>
          <p:cNvSpPr/>
          <p:nvPr>
            <p:custDataLst>
              <p:tags r:id="rId7"/>
            </p:custDataLst>
          </p:nvPr>
        </p:nvSpPr>
        <p:spPr>
          <a:xfrm>
            <a:off x="5704205" y="805815"/>
            <a:ext cx="1093470" cy="244475"/>
          </a:xfrm>
          <a:prstGeom prst="rect">
            <a:avLst/>
          </a:prstGeom>
          <a:noFill/>
          <a:ln w="9525">
            <a:noFill/>
          </a:ln>
        </p:spPr>
        <p:txBody>
          <a:bodyPr wrap="none" anchor="ctr" anchorCtr="0">
            <a:spAutoFit/>
          </a:bodyPr>
          <a:lstStyle/>
          <a:p>
            <a:pPr eaLnBrk="0" hangingPunct="0"/>
            <a:r>
              <a:rPr lang="en-US" altLang="zh-TW" sz="1000" dirty="0">
                <a:solidFill>
                  <a:srgbClr val="1552D1"/>
                </a:solidFill>
                <a:latin typeface="Calibri" panose="020F0502020204030204" charset="0"/>
                <a:ea typeface="PMingLiU" pitchFamily="18" charset="-120"/>
              </a:rPr>
              <a:t>Pressing zone 1</a:t>
            </a:r>
            <a:endParaRPr lang="en-US" altLang="zh-CN" sz="1000" dirty="0">
              <a:solidFill>
                <a:srgbClr val="1552D1"/>
              </a:solidFill>
              <a:latin typeface="Calibri" panose="020F0502020204030204" charset="0"/>
              <a:ea typeface="宋体" panose="02010600030101010101" pitchFamily="2" charset="-122"/>
            </a:endParaRPr>
          </a:p>
        </p:txBody>
      </p:sp>
      <p:sp>
        <p:nvSpPr>
          <p:cNvPr id="7" name="Rectangle 19"/>
          <p:cNvSpPr/>
          <p:nvPr>
            <p:custDataLst>
              <p:tags r:id="rId8"/>
            </p:custDataLst>
          </p:nvPr>
        </p:nvSpPr>
        <p:spPr>
          <a:xfrm>
            <a:off x="9006205" y="778510"/>
            <a:ext cx="1093470" cy="246380"/>
          </a:xfrm>
          <a:prstGeom prst="rect">
            <a:avLst/>
          </a:prstGeom>
          <a:noFill/>
          <a:ln w="9525">
            <a:noFill/>
          </a:ln>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sz="1000" b="0" i="0" u="none" strike="noStrike" kern="1200" cap="none" spc="0" normalizeH="0" baseline="0" noProof="0" dirty="0">
                <a:ln>
                  <a:noFill/>
                </a:ln>
                <a:solidFill>
                  <a:srgbClr val="1552D1"/>
                </a:solidFill>
                <a:effectLst/>
                <a:uLnTx/>
                <a:uFillTx/>
                <a:latin typeface="+mj-ea"/>
                <a:ea typeface="+mj-ea"/>
                <a:cs typeface="Calibri" panose="020F0502020204030204" charset="0"/>
                <a:sym typeface="+mn-ea"/>
              </a:rPr>
              <a:t>Pressing zone </a:t>
            </a:r>
            <a:r>
              <a:rPr kumimoji="0" lang="en-US" sz="1000" b="0" i="0" u="none" strike="noStrike" kern="1200" cap="none" spc="0" normalizeH="0" baseline="0" noProof="0" dirty="0">
                <a:ln>
                  <a:noFill/>
                </a:ln>
                <a:solidFill>
                  <a:srgbClr val="1552D1"/>
                </a:solidFill>
                <a:effectLst/>
                <a:uLnTx/>
                <a:uFillTx/>
                <a:latin typeface="+mj-ea"/>
                <a:ea typeface="+mj-ea"/>
                <a:cs typeface="Calibri" panose="020F0502020204030204" charset="0"/>
                <a:sym typeface="+mn-ea"/>
              </a:rPr>
              <a:t>2</a:t>
            </a:r>
          </a:p>
        </p:txBody>
      </p:sp>
      <p:cxnSp>
        <p:nvCxnSpPr>
          <p:cNvPr id="9" name="直接箭头连接符 2"/>
          <p:cNvCxnSpPr/>
          <p:nvPr/>
        </p:nvCxnSpPr>
        <p:spPr>
          <a:xfrm>
            <a:off x="6861175" y="2545080"/>
            <a:ext cx="985520" cy="41402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18"/>
          <p:cNvCxnSpPr/>
          <p:nvPr>
            <p:custDataLst>
              <p:tags r:id="rId9"/>
            </p:custDataLst>
          </p:nvPr>
        </p:nvCxnSpPr>
        <p:spPr>
          <a:xfrm flipH="1">
            <a:off x="8247380" y="2284730"/>
            <a:ext cx="441325" cy="72517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42026" name="图片 10"/>
          <p:cNvPicPr>
            <a:picLocks noChangeAspect="1"/>
          </p:cNvPicPr>
          <p:nvPr/>
        </p:nvPicPr>
        <p:blipFill>
          <a:blip r:embed="rId21"/>
          <a:stretch>
            <a:fillRect/>
          </a:stretch>
        </p:blipFill>
        <p:spPr>
          <a:xfrm>
            <a:off x="5723255" y="1050290"/>
            <a:ext cx="854710" cy="884555"/>
          </a:xfrm>
          <a:prstGeom prst="rect">
            <a:avLst/>
          </a:prstGeom>
          <a:noFill/>
          <a:ln w="9525">
            <a:noFill/>
          </a:ln>
        </p:spPr>
      </p:pic>
      <p:pic>
        <p:nvPicPr>
          <p:cNvPr id="42027" name="图片 11"/>
          <p:cNvPicPr>
            <a:picLocks noChangeAspect="1"/>
          </p:cNvPicPr>
          <p:nvPr/>
        </p:nvPicPr>
        <p:blipFill>
          <a:blip r:embed="rId22"/>
          <a:stretch>
            <a:fillRect/>
          </a:stretch>
        </p:blipFill>
        <p:spPr>
          <a:xfrm>
            <a:off x="9039225" y="986790"/>
            <a:ext cx="832485" cy="948055"/>
          </a:xfrm>
          <a:prstGeom prst="rect">
            <a:avLst/>
          </a:prstGeom>
          <a:noFill/>
          <a:ln w="9525">
            <a:noFill/>
          </a:ln>
        </p:spPr>
      </p:pic>
      <p:cxnSp>
        <p:nvCxnSpPr>
          <p:cNvPr id="8" name="直接箭头连接符 14"/>
          <p:cNvCxnSpPr/>
          <p:nvPr/>
        </p:nvCxnSpPr>
        <p:spPr>
          <a:xfrm flipV="1">
            <a:off x="8766175" y="1767205"/>
            <a:ext cx="544195" cy="42037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8"/>
          <p:cNvCxnSpPr/>
          <p:nvPr>
            <p:custDataLst>
              <p:tags r:id="rId10"/>
            </p:custDataLst>
          </p:nvPr>
        </p:nvCxnSpPr>
        <p:spPr>
          <a:xfrm flipH="1" flipV="1">
            <a:off x="6280785" y="1783715"/>
            <a:ext cx="516890" cy="62293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0" name="文本框 29"/>
          <p:cNvSpPr txBox="1"/>
          <p:nvPr>
            <p:custDataLst>
              <p:tags r:id="rId11"/>
            </p:custDataLst>
          </p:nvPr>
        </p:nvSpPr>
        <p:spPr>
          <a:xfrm>
            <a:off x="300990" y="768350"/>
            <a:ext cx="4210050"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a:t>6.1 </a:t>
            </a:r>
            <a:r>
              <a:rPr lang="zh-CN" altLang="en-US" sz="1800" b="1"/>
              <a:t>Action process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5"/>
          <a:stretch>
            <a:fillRect/>
          </a:stretch>
        </p:blipFill>
        <p:spPr>
          <a:xfrm>
            <a:off x="5744845" y="4291965"/>
            <a:ext cx="1266825" cy="1170940"/>
          </a:xfrm>
          <a:prstGeom prst="rect">
            <a:avLst/>
          </a:prstGeom>
        </p:spPr>
      </p:pic>
      <p:pic>
        <p:nvPicPr>
          <p:cNvPr id="15" name="图片 14"/>
          <p:cNvPicPr>
            <a:picLocks noChangeAspect="1"/>
          </p:cNvPicPr>
          <p:nvPr/>
        </p:nvPicPr>
        <p:blipFill>
          <a:blip r:embed="rId6"/>
          <a:stretch>
            <a:fillRect/>
          </a:stretch>
        </p:blipFill>
        <p:spPr>
          <a:xfrm>
            <a:off x="3926205" y="4319905"/>
            <a:ext cx="1432560" cy="1068070"/>
          </a:xfrm>
          <a:prstGeom prst="rect">
            <a:avLst/>
          </a:prstGeom>
        </p:spPr>
      </p:pic>
      <p:pic>
        <p:nvPicPr>
          <p:cNvPr id="12" name="图片 11"/>
          <p:cNvPicPr>
            <a:picLocks noChangeAspect="1"/>
          </p:cNvPicPr>
          <p:nvPr/>
        </p:nvPicPr>
        <p:blipFill>
          <a:blip r:embed="rId7"/>
          <a:stretch>
            <a:fillRect/>
          </a:stretch>
        </p:blipFill>
        <p:spPr>
          <a:xfrm>
            <a:off x="2223135" y="4304665"/>
            <a:ext cx="1358900" cy="960120"/>
          </a:xfrm>
          <a:prstGeom prst="rect">
            <a:avLst/>
          </a:prstGeom>
        </p:spPr>
      </p:pic>
      <p:pic>
        <p:nvPicPr>
          <p:cNvPr id="11" name="图片 10"/>
          <p:cNvPicPr>
            <a:picLocks noChangeAspect="1"/>
          </p:cNvPicPr>
          <p:nvPr/>
        </p:nvPicPr>
        <p:blipFill>
          <a:blip r:embed="rId8"/>
          <a:stretch>
            <a:fillRect/>
          </a:stretch>
        </p:blipFill>
        <p:spPr>
          <a:xfrm>
            <a:off x="787400" y="4291965"/>
            <a:ext cx="1071245" cy="1085215"/>
          </a:xfrm>
          <a:prstGeom prst="rect">
            <a:avLst/>
          </a:prstGeom>
        </p:spPr>
      </p:pic>
      <p:pic>
        <p:nvPicPr>
          <p:cNvPr id="10" name="图片 9"/>
          <p:cNvPicPr>
            <a:picLocks noChangeAspect="1"/>
          </p:cNvPicPr>
          <p:nvPr/>
        </p:nvPicPr>
        <p:blipFill>
          <a:blip r:embed="rId9"/>
          <a:stretch>
            <a:fillRect/>
          </a:stretch>
        </p:blipFill>
        <p:spPr>
          <a:xfrm>
            <a:off x="9688830" y="1157605"/>
            <a:ext cx="1299210" cy="1139190"/>
          </a:xfrm>
          <a:prstGeom prst="rect">
            <a:avLst/>
          </a:prstGeom>
        </p:spPr>
      </p:pic>
      <p:pic>
        <p:nvPicPr>
          <p:cNvPr id="9" name="图片 8"/>
          <p:cNvPicPr>
            <a:picLocks noChangeAspect="1"/>
          </p:cNvPicPr>
          <p:nvPr/>
        </p:nvPicPr>
        <p:blipFill>
          <a:blip r:embed="rId10"/>
          <a:stretch>
            <a:fillRect/>
          </a:stretch>
        </p:blipFill>
        <p:spPr>
          <a:xfrm>
            <a:off x="5629910" y="1072515"/>
            <a:ext cx="1523365" cy="1259205"/>
          </a:xfrm>
          <a:prstGeom prst="rect">
            <a:avLst/>
          </a:prstGeom>
        </p:spPr>
      </p:pic>
      <p:pic>
        <p:nvPicPr>
          <p:cNvPr id="8" name="图片 7"/>
          <p:cNvPicPr>
            <a:picLocks noChangeAspect="1"/>
          </p:cNvPicPr>
          <p:nvPr/>
        </p:nvPicPr>
        <p:blipFill>
          <a:blip r:embed="rId11"/>
          <a:stretch>
            <a:fillRect/>
          </a:stretch>
        </p:blipFill>
        <p:spPr>
          <a:xfrm>
            <a:off x="4378960" y="1093470"/>
            <a:ext cx="1250315" cy="1202690"/>
          </a:xfrm>
          <a:prstGeom prst="rect">
            <a:avLst/>
          </a:prstGeom>
        </p:spPr>
      </p:pic>
      <p:pic>
        <p:nvPicPr>
          <p:cNvPr id="3" name="图片 2"/>
          <p:cNvPicPr>
            <a:picLocks noChangeAspect="1"/>
          </p:cNvPicPr>
          <p:nvPr/>
        </p:nvPicPr>
        <p:blipFill>
          <a:blip r:embed="rId12"/>
          <a:stretch>
            <a:fillRect/>
          </a:stretch>
        </p:blipFill>
        <p:spPr>
          <a:xfrm>
            <a:off x="2606675" y="1157605"/>
            <a:ext cx="1264920" cy="1183005"/>
          </a:xfrm>
          <a:prstGeom prst="rect">
            <a:avLst/>
          </a:prstGeom>
        </p:spPr>
      </p:pic>
      <p:sp>
        <p:nvSpPr>
          <p:cNvPr id="3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22</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30" name="文本框 29"/>
          <p:cNvSpPr txBox="1"/>
          <p:nvPr>
            <p:custDataLst>
              <p:tags r:id="rId2"/>
            </p:custDataLst>
          </p:nvPr>
        </p:nvSpPr>
        <p:spPr>
          <a:xfrm>
            <a:off x="300990" y="768350"/>
            <a:ext cx="4210050"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a:t>6.2 </a:t>
            </a:r>
            <a:r>
              <a:rPr lang="zh-CN" altLang="en-US" sz="1800" b="1"/>
              <a:t>Detailed action process</a:t>
            </a:r>
          </a:p>
        </p:txBody>
      </p:sp>
      <p:sp>
        <p:nvSpPr>
          <p:cNvPr id="4" name="標題 1"/>
          <p:cNvSpPr txBox="1"/>
          <p:nvPr/>
        </p:nvSpPr>
        <p:spPr>
          <a:xfrm>
            <a:off x="741987" y="135368"/>
            <a:ext cx="10796077"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6.</a:t>
            </a:r>
            <a:r>
              <a:rPr lang="en-US" altLang="zh-CN" dirty="0">
                <a:sym typeface="宋体" panose="02010600030101010101" pitchFamily="2" charset="-122"/>
              </a:rPr>
              <a:t>Action</a:t>
            </a:r>
            <a:r>
              <a:rPr lang="en-US" altLang="zh-CN" dirty="0">
                <a:solidFill>
                  <a:srgbClr val="000000"/>
                </a:solidFill>
                <a:sym typeface="宋体" panose="02010600030101010101" pitchFamily="2" charset="-122"/>
              </a:rPr>
              <a:t> </a:t>
            </a:r>
            <a:r>
              <a:rPr lang="en-US" altLang="zh-CN" dirty="0">
                <a:sym typeface="宋体" panose="02010600030101010101" pitchFamily="2" charset="-122"/>
              </a:rPr>
              <a:t>flow design</a:t>
            </a:r>
            <a:endParaRPr lang="en-US" altLang="zh-CN" dirty="0">
              <a:latin typeface="+mn-lt"/>
            </a:endParaRPr>
          </a:p>
        </p:txBody>
      </p:sp>
      <p:pic>
        <p:nvPicPr>
          <p:cNvPr id="43014" name="图片 15"/>
          <p:cNvPicPr>
            <a:picLocks noChangeAspect="1"/>
          </p:cNvPicPr>
          <p:nvPr/>
        </p:nvPicPr>
        <p:blipFill>
          <a:blip r:embed="rId13"/>
          <a:stretch>
            <a:fillRect/>
          </a:stretch>
        </p:blipFill>
        <p:spPr>
          <a:xfrm>
            <a:off x="7931150" y="1072515"/>
            <a:ext cx="1282700" cy="1298575"/>
          </a:xfrm>
          <a:prstGeom prst="rect">
            <a:avLst/>
          </a:prstGeom>
          <a:noFill/>
          <a:ln w="9525">
            <a:noFill/>
          </a:ln>
        </p:spPr>
      </p:pic>
      <p:sp>
        <p:nvSpPr>
          <p:cNvPr id="59" name="Shape 78"/>
          <p:cNvSpPr/>
          <p:nvPr/>
        </p:nvSpPr>
        <p:spPr>
          <a:xfrm flipV="1">
            <a:off x="2120900" y="1766253"/>
            <a:ext cx="474663" cy="7938"/>
          </a:xfrm>
          <a:prstGeom prst="line">
            <a:avLst/>
          </a:prstGeom>
          <a:ln w="28575">
            <a:solidFill>
              <a:srgbClr val="005C4F"/>
            </a:solidFill>
            <a:prstDash val="sysDot"/>
            <a:tailEnd type="triangle"/>
          </a:ln>
          <a:effectLst/>
        </p:spPr>
        <p:style>
          <a:lnRef idx="1">
            <a:schemeClr val="accent1"/>
          </a:lnRef>
          <a:fillRef idx="0">
            <a:schemeClr val="accent1"/>
          </a:fillRef>
          <a:effectRef idx="0">
            <a:schemeClr val="accent1"/>
          </a:effectRef>
          <a:fontRef idx="minor">
            <a:schemeClr val="tx1"/>
          </a:fontRef>
        </p:style>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sz="1800" b="0" i="0" u="none" strike="noStrike" kern="1200" cap="none" spc="0" normalizeH="0" baseline="0" noProof="0">
              <a:ln>
                <a:noFill/>
              </a:ln>
              <a:solidFill>
                <a:srgbClr val="000000"/>
              </a:solidFill>
              <a:effectLst/>
              <a:uLnTx/>
              <a:uFillTx/>
              <a:latin typeface="+mn-lt"/>
              <a:ea typeface="宋体" panose="02010600030101010101" pitchFamily="2" charset="-122"/>
              <a:cs typeface="+mn-cs"/>
            </a:endParaRPr>
          </a:p>
        </p:txBody>
      </p:sp>
      <p:sp>
        <p:nvSpPr>
          <p:cNvPr id="43019" name="矩形 13"/>
          <p:cNvSpPr/>
          <p:nvPr/>
        </p:nvSpPr>
        <p:spPr>
          <a:xfrm>
            <a:off x="2203450" y="2466340"/>
            <a:ext cx="2174875" cy="862013"/>
          </a:xfrm>
          <a:prstGeom prst="rect">
            <a:avLst/>
          </a:prstGeom>
          <a:noFill/>
          <a:ln w="9525">
            <a:noFill/>
          </a:ln>
        </p:spPr>
        <p:txBody>
          <a:bodyPr anchor="t" anchorCtr="0">
            <a:spAutoFit/>
          </a:bodyPr>
          <a:lstStyle/>
          <a:p>
            <a:pPr algn="ctr" eaLnBrk="0" hangingPunct="0"/>
            <a:r>
              <a:rPr lang="en-US" altLang="zh-CN" sz="1000" dirty="0">
                <a:latin typeface="微软雅黑" panose="020B0503020204020204" pitchFamily="34" charset="-122"/>
                <a:ea typeface="微软雅黑" panose="020B0503020204020204" pitchFamily="34" charset="-122"/>
              </a:rPr>
              <a:t>step 2 </a:t>
            </a:r>
            <a:r>
              <a:rPr lang="zh-CN" altLang="en-US" sz="1000" dirty="0">
                <a:latin typeface="Calibri" panose="020F0502020204030204" charset="0"/>
                <a:ea typeface="等线" panose="02010600030101010101" charset="-122"/>
                <a:sym typeface="等线" panose="02010600030101010101" charset="-122"/>
              </a:rPr>
              <a:t>滑臺移至產品一</a:t>
            </a:r>
          </a:p>
          <a:p>
            <a:pPr algn="ctr" eaLnBrk="0" hangingPunct="0"/>
            <a:r>
              <a:rPr lang="zh-CN" altLang="en-US" sz="1000" dirty="0">
                <a:latin typeface="Calibri" panose="020F0502020204030204" charset="0"/>
                <a:ea typeface="等线" panose="02010600030101010101" charset="-122"/>
                <a:sym typeface="等线" panose="02010600030101010101" charset="-122"/>
              </a:rPr>
              <a:t>進行掃碼并進行上傳資料</a:t>
            </a:r>
            <a:endParaRPr lang="zh-CN" altLang="en-US" sz="1000" dirty="0">
              <a:latin typeface="Calibri" panose="020F0502020204030204" charset="0"/>
              <a:ea typeface="等线" panose="02010600030101010101" charset="-122"/>
            </a:endParaRPr>
          </a:p>
          <a:p>
            <a:pPr>
              <a:lnSpc>
                <a:spcPct val="150000"/>
              </a:lnSpc>
            </a:pPr>
            <a:r>
              <a:rPr lang="en-US" altLang="zh-CN" sz="1000" dirty="0">
                <a:latin typeface="微软雅黑" panose="020B0503020204020204" pitchFamily="34" charset="-122"/>
                <a:ea typeface="微软雅黑" panose="020B0503020204020204" pitchFamily="34" charset="-122"/>
              </a:rPr>
              <a:t>Slide table moved to Product 1 scan PSN code  and upload data</a:t>
            </a:r>
          </a:p>
        </p:txBody>
      </p:sp>
      <p:sp>
        <p:nvSpPr>
          <p:cNvPr id="43020" name="矩形 17"/>
          <p:cNvSpPr/>
          <p:nvPr/>
        </p:nvSpPr>
        <p:spPr>
          <a:xfrm>
            <a:off x="493713" y="2479040"/>
            <a:ext cx="1862137" cy="860425"/>
          </a:xfrm>
          <a:prstGeom prst="rect">
            <a:avLst/>
          </a:prstGeom>
          <a:noFill/>
          <a:ln w="9525">
            <a:noFill/>
          </a:ln>
        </p:spPr>
        <p:txBody>
          <a:bodyPr anchor="t" anchorCtr="0">
            <a:spAutoFit/>
          </a:bodyPr>
          <a:lstStyle/>
          <a:p>
            <a:pPr algn="ctr" eaLnBrk="0" hangingPunct="0"/>
            <a:r>
              <a:rPr lang="en-US" altLang="zh-CN" sz="1000" dirty="0">
                <a:latin typeface="微软雅黑" panose="020B0503020204020204" pitchFamily="34" charset="-122"/>
                <a:ea typeface="微软雅黑" panose="020B0503020204020204" pitchFamily="34" charset="-122"/>
                <a:sym typeface="等线" panose="02010600030101010101" charset="-122"/>
              </a:rPr>
              <a:t>step</a:t>
            </a:r>
            <a:r>
              <a:rPr lang="en-US" altLang="zh-CN" sz="1000" dirty="0">
                <a:latin typeface="微软雅黑" panose="020B0503020204020204" pitchFamily="34" charset="-122"/>
                <a:ea typeface="微软雅黑" panose="020B0503020204020204" pitchFamily="34" charset="-122"/>
              </a:rPr>
              <a:t> 1 </a:t>
            </a:r>
            <a:r>
              <a:rPr lang="zh-CN" altLang="en-US" sz="1000" dirty="0">
                <a:latin typeface="微软雅黑" panose="020B0503020204020204" pitchFamily="34" charset="-122"/>
                <a:ea typeface="微软雅黑" panose="020B0503020204020204" pitchFamily="34" charset="-122"/>
                <a:sym typeface="等线" panose="02010600030101010101" charset="-122"/>
              </a:rPr>
              <a:t>輸送線工作區流入</a:t>
            </a:r>
          </a:p>
          <a:p>
            <a:pPr algn="ctr" eaLnBrk="0" hangingPunct="0"/>
            <a:r>
              <a:rPr lang="zh-CN" altLang="en-US" sz="1000" dirty="0">
                <a:latin typeface="微软雅黑" panose="020B0503020204020204" pitchFamily="34" charset="-122"/>
                <a:ea typeface="微软雅黑" panose="020B0503020204020204" pitchFamily="34" charset="-122"/>
                <a:sym typeface="等线" panose="02010600030101010101" charset="-122"/>
              </a:rPr>
              <a:t>一盤產品</a:t>
            </a:r>
            <a:endParaRPr lang="en-US" altLang="zh-CN" sz="1000" dirty="0">
              <a:latin typeface="微软雅黑" panose="020B0503020204020204" pitchFamily="34" charset="-122"/>
              <a:ea typeface="微软雅黑" panose="020B0503020204020204" pitchFamily="34" charset="-122"/>
            </a:endParaRPr>
          </a:p>
          <a:p>
            <a:pPr>
              <a:lnSpc>
                <a:spcPct val="150000"/>
              </a:lnSpc>
            </a:pPr>
            <a:r>
              <a:rPr lang="en-US" altLang="zh-CN" sz="1000" dirty="0">
                <a:latin typeface="微软雅黑" panose="020B0503020204020204" pitchFamily="34" charset="-122"/>
                <a:ea typeface="微软雅黑" panose="020B0503020204020204" pitchFamily="34" charset="-122"/>
              </a:rPr>
              <a:t>Conveyor line work area inflow A plate of product</a:t>
            </a:r>
          </a:p>
        </p:txBody>
      </p:sp>
      <p:sp>
        <p:nvSpPr>
          <p:cNvPr id="43021" name="矩形 19"/>
          <p:cNvSpPr/>
          <p:nvPr/>
        </p:nvSpPr>
        <p:spPr>
          <a:xfrm>
            <a:off x="4597400" y="2390140"/>
            <a:ext cx="2484438" cy="784225"/>
          </a:xfrm>
          <a:prstGeom prst="rect">
            <a:avLst/>
          </a:prstGeom>
          <a:noFill/>
          <a:ln w="9525">
            <a:noFill/>
          </a:ln>
        </p:spPr>
        <p:txBody>
          <a:bodyPr anchor="t" anchorCtr="0">
            <a:spAutoFit/>
          </a:bodyPr>
          <a:lstStyle/>
          <a:p>
            <a:pPr>
              <a:lnSpc>
                <a:spcPct val="150000"/>
              </a:lnSpc>
            </a:pPr>
            <a:r>
              <a:rPr lang="en-US" altLang="zh-CN" sz="1000" dirty="0">
                <a:latin typeface="微软雅黑" panose="020B0503020204020204" pitchFamily="34" charset="-122"/>
                <a:ea typeface="微软雅黑" panose="020B0503020204020204" pitchFamily="34" charset="-122"/>
              </a:rPr>
              <a:t>step 3 </a:t>
            </a:r>
            <a:r>
              <a:rPr lang="zh-CN" altLang="en-US" sz="1000" dirty="0">
                <a:latin typeface="Calibri" panose="020F0502020204030204" charset="0"/>
                <a:ea typeface="等线" panose="02010600030101010101" charset="-122"/>
                <a:sym typeface="等线" panose="02010600030101010101" charset="-122"/>
              </a:rPr>
              <a:t>夾爪夾取產品一同時吸取上蓋</a:t>
            </a:r>
            <a:endParaRPr lang="zh-CN" altLang="en-US" sz="1000" dirty="0">
              <a:latin typeface="Calibri" panose="020F0502020204030204" charset="0"/>
              <a:ea typeface="等线" panose="02010600030101010101" charset="-122"/>
            </a:endParaRPr>
          </a:p>
          <a:p>
            <a:pPr>
              <a:lnSpc>
                <a:spcPct val="150000"/>
              </a:lnSpc>
            </a:pPr>
            <a:r>
              <a:rPr lang="en-US" altLang="zh-CN" sz="1000" dirty="0">
                <a:latin typeface="微软雅黑" panose="020B0503020204020204" pitchFamily="34" charset="-122"/>
                <a:ea typeface="微软雅黑" panose="020B0503020204020204" pitchFamily="34" charset="-122"/>
              </a:rPr>
              <a:t>The claw takes the product and craws the back housing at the same time</a:t>
            </a:r>
          </a:p>
        </p:txBody>
      </p:sp>
      <p:sp>
        <p:nvSpPr>
          <p:cNvPr id="43022" name="矩形 23"/>
          <p:cNvSpPr/>
          <p:nvPr/>
        </p:nvSpPr>
        <p:spPr>
          <a:xfrm>
            <a:off x="173038" y="5396548"/>
            <a:ext cx="2044700" cy="785812"/>
          </a:xfrm>
          <a:prstGeom prst="rect">
            <a:avLst/>
          </a:prstGeom>
          <a:noFill/>
          <a:ln w="9525">
            <a:noFill/>
          </a:ln>
        </p:spPr>
        <p:txBody>
          <a:bodyPr anchor="t" anchorCtr="0">
            <a:spAutoFit/>
          </a:bodyPr>
          <a:lstStyle/>
          <a:p>
            <a:pPr>
              <a:lnSpc>
                <a:spcPct val="150000"/>
              </a:lnSpc>
            </a:pPr>
            <a:r>
              <a:rPr lang="en-US" altLang="zh-CN" sz="1000" dirty="0">
                <a:latin typeface="微软雅黑" panose="020B0503020204020204" pitchFamily="34" charset="-122"/>
                <a:ea typeface="微软雅黑" panose="020B0503020204020204" pitchFamily="34" charset="-122"/>
              </a:rPr>
              <a:t>step 6 </a:t>
            </a:r>
            <a:r>
              <a:rPr lang="zh-CN" altLang="zh-CN" sz="1000" dirty="0">
                <a:latin typeface="Calibri" panose="020F0502020204030204" charset="0"/>
                <a:ea typeface="等线" panose="02010600030101010101" charset="-122"/>
                <a:sym typeface="等线" panose="02010600030101010101" charset="-122"/>
              </a:rPr>
              <a:t>上相機拍照進行產品定位</a:t>
            </a:r>
            <a:endParaRPr lang="en-US" altLang="zh-CN" sz="1000" dirty="0">
              <a:latin typeface="微软雅黑" panose="020B0503020204020204" pitchFamily="34" charset="-122"/>
              <a:ea typeface="微软雅黑" panose="020B0503020204020204" pitchFamily="34" charset="-122"/>
            </a:endParaRPr>
          </a:p>
          <a:p>
            <a:pPr>
              <a:lnSpc>
                <a:spcPct val="150000"/>
              </a:lnSpc>
            </a:pPr>
            <a:r>
              <a:rPr lang="en-US" altLang="zh-CN" sz="1000" dirty="0">
                <a:latin typeface="微软雅黑" panose="020B0503020204020204" pitchFamily="34" charset="-122"/>
                <a:ea typeface="微软雅黑" panose="020B0503020204020204" pitchFamily="34" charset="-122"/>
              </a:rPr>
              <a:t>Camera take pictures for product positioning</a:t>
            </a:r>
          </a:p>
        </p:txBody>
      </p:sp>
      <p:sp>
        <p:nvSpPr>
          <p:cNvPr id="43023" name="矩形 26"/>
          <p:cNvSpPr/>
          <p:nvPr/>
        </p:nvSpPr>
        <p:spPr>
          <a:xfrm>
            <a:off x="7213600" y="2396490"/>
            <a:ext cx="2395538" cy="1323975"/>
          </a:xfrm>
          <a:prstGeom prst="rect">
            <a:avLst/>
          </a:prstGeom>
          <a:noFill/>
          <a:ln w="9525">
            <a:noFill/>
          </a:ln>
        </p:spPr>
        <p:txBody>
          <a:bodyPr anchor="t" anchorCtr="0">
            <a:spAutoFit/>
          </a:bodyPr>
          <a:lstStyle/>
          <a:p>
            <a:pPr algn="ctr" eaLnBrk="0" hangingPunct="0"/>
            <a:r>
              <a:rPr lang="en-US" altLang="zh-CN" sz="1000" dirty="0">
                <a:latin typeface="微软雅黑" panose="020B0503020204020204" pitchFamily="34" charset="-122"/>
                <a:ea typeface="微软雅黑" panose="020B0503020204020204" pitchFamily="34" charset="-122"/>
              </a:rPr>
              <a:t>Step 4 </a:t>
            </a:r>
            <a:r>
              <a:rPr lang="zh-CN" altLang="en-US" sz="1000" dirty="0">
                <a:latin typeface="Calibri" panose="020F0502020204030204" charset="0"/>
                <a:ea typeface="等线" panose="02010600030101010101" charset="-122"/>
                <a:sym typeface="等线" panose="02010600030101010101" charset="-122"/>
              </a:rPr>
              <a:t>上蓋移至下相機處進行定位</a:t>
            </a:r>
          </a:p>
          <a:p>
            <a:pPr algn="ctr" eaLnBrk="0" hangingPunct="0"/>
            <a:r>
              <a:rPr lang="zh-CN" altLang="en-US" sz="1000" dirty="0">
                <a:latin typeface="Calibri" panose="020F0502020204030204" charset="0"/>
                <a:ea typeface="等线" panose="02010600030101010101" charset="-122"/>
                <a:sym typeface="等线" panose="02010600030101010101" charset="-122"/>
              </a:rPr>
              <a:t>并掃二維碼綁定</a:t>
            </a:r>
            <a:r>
              <a:rPr lang="en-US" altLang="zh-CN" sz="1000" dirty="0">
                <a:latin typeface="Calibri" panose="020F0502020204030204" charset="0"/>
                <a:ea typeface="宋体" panose="02010600030101010101" pitchFamily="2" charset="-122"/>
                <a:sym typeface="等线" panose="02010600030101010101" charset="-122"/>
              </a:rPr>
              <a:t>PCB</a:t>
            </a:r>
            <a:r>
              <a:rPr lang="zh-CN" altLang="en-US" sz="1000" dirty="0">
                <a:latin typeface="Calibri" panose="020F0502020204030204" charset="0"/>
                <a:ea typeface="等线" panose="02010600030101010101" charset="-122"/>
                <a:sym typeface="等线" panose="02010600030101010101" charset="-122"/>
              </a:rPr>
              <a:t>資料</a:t>
            </a:r>
            <a:endParaRPr lang="en-US" altLang="zh-CN" sz="1000" dirty="0">
              <a:latin typeface="微软雅黑" panose="020B0503020204020204" pitchFamily="34" charset="-122"/>
              <a:ea typeface="微软雅黑" panose="020B0503020204020204" pitchFamily="34" charset="-122"/>
            </a:endParaRPr>
          </a:p>
          <a:p>
            <a:pPr>
              <a:lnSpc>
                <a:spcPct val="150000"/>
              </a:lnSpc>
            </a:pPr>
            <a:r>
              <a:rPr lang="en-US" altLang="zh-CN" sz="1000" dirty="0">
                <a:latin typeface="微软雅黑" panose="020B0503020204020204" pitchFamily="34" charset="-122"/>
                <a:ea typeface="微软雅黑" panose="020B0503020204020204" pitchFamily="34" charset="-122"/>
              </a:rPr>
              <a:t>Move back housing to the lower camera for positioning and scan the two-dimensional code binding PCB data.</a:t>
            </a:r>
          </a:p>
        </p:txBody>
      </p:sp>
      <p:sp>
        <p:nvSpPr>
          <p:cNvPr id="43024" name="矩形 27"/>
          <p:cNvSpPr/>
          <p:nvPr/>
        </p:nvSpPr>
        <p:spPr>
          <a:xfrm>
            <a:off x="2101850" y="5425123"/>
            <a:ext cx="1685925" cy="785812"/>
          </a:xfrm>
          <a:prstGeom prst="rect">
            <a:avLst/>
          </a:prstGeom>
          <a:noFill/>
          <a:ln w="9525">
            <a:noFill/>
          </a:ln>
        </p:spPr>
        <p:txBody>
          <a:bodyPr anchor="t" anchorCtr="0">
            <a:spAutoFit/>
          </a:bodyPr>
          <a:lstStyle/>
          <a:p>
            <a:pPr>
              <a:lnSpc>
                <a:spcPct val="150000"/>
              </a:lnSpc>
            </a:pPr>
            <a:r>
              <a:rPr lang="en-US" altLang="zh-CN" sz="1000" dirty="0">
                <a:latin typeface="微软雅黑" panose="020B0503020204020204" pitchFamily="34" charset="-122"/>
                <a:ea typeface="微软雅黑" panose="020B0503020204020204" pitchFamily="34" charset="-122"/>
              </a:rPr>
              <a:t>Step 7 </a:t>
            </a:r>
            <a:r>
              <a:rPr lang="zh-CN" altLang="zh-CN" sz="1000" dirty="0">
                <a:latin typeface="Calibri" panose="020F0502020204030204" charset="0"/>
                <a:ea typeface="等线" panose="02010600030101010101" charset="-122"/>
                <a:sym typeface="等线" panose="02010600030101010101" charset="-122"/>
              </a:rPr>
              <a:t>放置上蓋在產品上</a:t>
            </a:r>
            <a:endParaRPr lang="en-US" altLang="zh-CN" sz="1000" dirty="0">
              <a:latin typeface="微软雅黑" panose="020B0503020204020204" pitchFamily="34" charset="-122"/>
              <a:ea typeface="微软雅黑" panose="020B0503020204020204" pitchFamily="34" charset="-122"/>
            </a:endParaRPr>
          </a:p>
          <a:p>
            <a:pPr>
              <a:lnSpc>
                <a:spcPct val="150000"/>
              </a:lnSpc>
            </a:pPr>
            <a:r>
              <a:rPr lang="en-US" altLang="zh-CN" sz="1000" dirty="0">
                <a:latin typeface="微软雅黑" panose="020B0503020204020204" pitchFamily="34" charset="-122"/>
                <a:ea typeface="微软雅黑" panose="020B0503020204020204" pitchFamily="34" charset="-122"/>
              </a:rPr>
              <a:t>Place the back housing onto the product</a:t>
            </a:r>
          </a:p>
        </p:txBody>
      </p:sp>
      <p:cxnSp>
        <p:nvCxnSpPr>
          <p:cNvPr id="80" name="肘形连接符 9"/>
          <p:cNvCxnSpPr/>
          <p:nvPr/>
        </p:nvCxnSpPr>
        <p:spPr>
          <a:xfrm flipH="1">
            <a:off x="833438" y="1684655"/>
            <a:ext cx="10098088" cy="3238500"/>
          </a:xfrm>
          <a:prstGeom prst="bentConnector5">
            <a:avLst>
              <a:gd name="adj1" fmla="val -7074"/>
              <a:gd name="adj2" fmla="val 67764"/>
              <a:gd name="adj3" fmla="val 102358"/>
            </a:avLst>
          </a:prstGeom>
          <a:ln w="28575">
            <a:solidFill>
              <a:srgbClr val="005C4F"/>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43027" name="矩形 46"/>
          <p:cNvSpPr/>
          <p:nvPr/>
        </p:nvSpPr>
        <p:spPr>
          <a:xfrm>
            <a:off x="9590088" y="2331403"/>
            <a:ext cx="1792287" cy="1092200"/>
          </a:xfrm>
          <a:prstGeom prst="rect">
            <a:avLst/>
          </a:prstGeom>
          <a:noFill/>
          <a:ln w="9525">
            <a:noFill/>
          </a:ln>
        </p:spPr>
        <p:txBody>
          <a:bodyPr anchor="t" anchorCtr="0">
            <a:spAutoFit/>
          </a:bodyPr>
          <a:lstStyle/>
          <a:p>
            <a:pPr algn="ctr" eaLnBrk="0" hangingPunct="0"/>
            <a:r>
              <a:rPr lang="en-US" altLang="zh-CN" sz="1000" dirty="0">
                <a:latin typeface="微软雅黑" panose="020B0503020204020204" pitchFamily="34" charset="-122"/>
                <a:ea typeface="微软雅黑" panose="020B0503020204020204" pitchFamily="34" charset="-122"/>
              </a:rPr>
              <a:t>step 5 </a:t>
            </a:r>
            <a:r>
              <a:rPr lang="zh-CN" altLang="en-US" sz="1000" dirty="0">
                <a:latin typeface="Calibri" panose="020F0502020204030204" charset="0"/>
                <a:ea typeface="等线" panose="02010600030101010101" charset="-122"/>
                <a:sym typeface="等线" panose="02010600030101010101" charset="-122"/>
              </a:rPr>
              <a:t>將產品一放入二次定位區進行定位</a:t>
            </a:r>
            <a:endParaRPr lang="en-US" altLang="zh-CN" sz="1000" dirty="0">
              <a:latin typeface="微软雅黑" panose="020B0503020204020204" pitchFamily="34" charset="-122"/>
              <a:ea typeface="微软雅黑" panose="020B0503020204020204" pitchFamily="34" charset="-122"/>
            </a:endParaRPr>
          </a:p>
          <a:p>
            <a:pPr>
              <a:lnSpc>
                <a:spcPct val="150000"/>
              </a:lnSpc>
            </a:pPr>
            <a:r>
              <a:rPr lang="en-US" altLang="zh-CN" sz="1000" dirty="0">
                <a:latin typeface="微软雅黑" panose="020B0503020204020204" pitchFamily="34" charset="-122"/>
                <a:ea typeface="微软雅黑" panose="020B0503020204020204" pitchFamily="34" charset="-122"/>
              </a:rPr>
              <a:t>Place product one into the secondary positioning area make a position</a:t>
            </a:r>
          </a:p>
        </p:txBody>
      </p:sp>
      <p:sp>
        <p:nvSpPr>
          <p:cNvPr id="84" name="Shape 78"/>
          <p:cNvSpPr/>
          <p:nvPr/>
        </p:nvSpPr>
        <p:spPr>
          <a:xfrm flipV="1">
            <a:off x="3887788" y="1721803"/>
            <a:ext cx="474663" cy="7938"/>
          </a:xfrm>
          <a:prstGeom prst="line">
            <a:avLst/>
          </a:prstGeom>
          <a:ln w="28575">
            <a:solidFill>
              <a:srgbClr val="005C4F"/>
            </a:solidFill>
            <a:prstDash val="sysDot"/>
            <a:tailEnd type="triangle"/>
          </a:ln>
          <a:effectLst/>
        </p:spPr>
        <p:style>
          <a:lnRef idx="1">
            <a:schemeClr val="accent1"/>
          </a:lnRef>
          <a:fillRef idx="0">
            <a:schemeClr val="accent1"/>
          </a:fillRef>
          <a:effectRef idx="0">
            <a:schemeClr val="accent1"/>
          </a:effectRef>
          <a:fontRef idx="minor">
            <a:schemeClr val="tx1"/>
          </a:fontRef>
        </p:style>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sz="1800" b="0" i="0" u="none" strike="noStrike" kern="1200" cap="none" spc="0" normalizeH="0" baseline="0" noProof="0">
              <a:ln>
                <a:noFill/>
              </a:ln>
              <a:solidFill>
                <a:srgbClr val="000000"/>
              </a:solidFill>
              <a:effectLst/>
              <a:uLnTx/>
              <a:uFillTx/>
              <a:latin typeface="+mn-lt"/>
              <a:ea typeface="宋体" panose="02010600030101010101" pitchFamily="2" charset="-122"/>
              <a:cs typeface="+mn-cs"/>
            </a:endParaRPr>
          </a:p>
        </p:txBody>
      </p:sp>
      <p:sp>
        <p:nvSpPr>
          <p:cNvPr id="85" name="Shape 78"/>
          <p:cNvSpPr/>
          <p:nvPr/>
        </p:nvSpPr>
        <p:spPr>
          <a:xfrm flipV="1">
            <a:off x="7429500" y="1693228"/>
            <a:ext cx="515938" cy="11113"/>
          </a:xfrm>
          <a:prstGeom prst="line">
            <a:avLst/>
          </a:prstGeom>
          <a:ln w="28575">
            <a:solidFill>
              <a:srgbClr val="005C4F"/>
            </a:solidFill>
            <a:prstDash val="sysDot"/>
            <a:tailEnd type="triangle"/>
          </a:ln>
          <a:effectLst/>
        </p:spPr>
        <p:style>
          <a:lnRef idx="1">
            <a:schemeClr val="accent1"/>
          </a:lnRef>
          <a:fillRef idx="0">
            <a:schemeClr val="accent1"/>
          </a:fillRef>
          <a:effectRef idx="0">
            <a:schemeClr val="accent1"/>
          </a:effectRef>
          <a:fontRef idx="minor">
            <a:schemeClr val="tx1"/>
          </a:fontRef>
        </p:style>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sz="1800" b="0" i="0" u="none" strike="noStrike" kern="1200" cap="none" spc="0" normalizeH="0" baseline="0" noProof="0">
              <a:ln>
                <a:noFill/>
              </a:ln>
              <a:solidFill>
                <a:srgbClr val="000000"/>
              </a:solidFill>
              <a:effectLst/>
              <a:uLnTx/>
              <a:uFillTx/>
              <a:latin typeface="+mn-lt"/>
              <a:ea typeface="宋体" panose="02010600030101010101" pitchFamily="2" charset="-122"/>
              <a:cs typeface="+mn-cs"/>
            </a:endParaRPr>
          </a:p>
        </p:txBody>
      </p:sp>
      <p:sp>
        <p:nvSpPr>
          <p:cNvPr id="86" name="Shape 78"/>
          <p:cNvSpPr/>
          <p:nvPr/>
        </p:nvSpPr>
        <p:spPr>
          <a:xfrm flipV="1">
            <a:off x="9201150" y="1685290"/>
            <a:ext cx="474663" cy="7938"/>
          </a:xfrm>
          <a:prstGeom prst="line">
            <a:avLst/>
          </a:prstGeom>
          <a:ln w="28575">
            <a:solidFill>
              <a:srgbClr val="005C4F"/>
            </a:solidFill>
            <a:prstDash val="sysDot"/>
            <a:tailEnd type="triangle"/>
          </a:ln>
          <a:effectLst/>
        </p:spPr>
        <p:style>
          <a:lnRef idx="1">
            <a:schemeClr val="accent1"/>
          </a:lnRef>
          <a:fillRef idx="0">
            <a:schemeClr val="accent1"/>
          </a:fillRef>
          <a:effectRef idx="0">
            <a:schemeClr val="accent1"/>
          </a:effectRef>
          <a:fontRef idx="minor">
            <a:schemeClr val="tx1"/>
          </a:fontRef>
        </p:style>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sz="1800" b="0" i="0" u="none" strike="noStrike" kern="1200" cap="none" spc="0" normalizeH="0" baseline="0" noProof="0">
              <a:ln>
                <a:noFill/>
              </a:ln>
              <a:solidFill>
                <a:srgbClr val="000000"/>
              </a:solidFill>
              <a:effectLst/>
              <a:uLnTx/>
              <a:uFillTx/>
              <a:latin typeface="+mn-lt"/>
              <a:ea typeface="宋体" panose="02010600030101010101" pitchFamily="2" charset="-122"/>
              <a:cs typeface="+mn-cs"/>
            </a:endParaRPr>
          </a:p>
        </p:txBody>
      </p:sp>
      <p:sp>
        <p:nvSpPr>
          <p:cNvPr id="87" name="Shape 78"/>
          <p:cNvSpPr/>
          <p:nvPr/>
        </p:nvSpPr>
        <p:spPr>
          <a:xfrm flipV="1">
            <a:off x="1743075" y="4772660"/>
            <a:ext cx="474663" cy="9525"/>
          </a:xfrm>
          <a:prstGeom prst="line">
            <a:avLst/>
          </a:prstGeom>
          <a:ln w="28575">
            <a:solidFill>
              <a:srgbClr val="005C4F"/>
            </a:solidFill>
            <a:prstDash val="sysDot"/>
            <a:tailEnd type="triangle"/>
          </a:ln>
          <a:effectLst/>
        </p:spPr>
        <p:style>
          <a:lnRef idx="1">
            <a:schemeClr val="accent1"/>
          </a:lnRef>
          <a:fillRef idx="0">
            <a:schemeClr val="accent1"/>
          </a:fillRef>
          <a:effectRef idx="0">
            <a:schemeClr val="accent1"/>
          </a:effectRef>
          <a:fontRef idx="minor">
            <a:schemeClr val="tx1"/>
          </a:fontRef>
        </p:style>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sz="1800" b="0" i="0" u="none" strike="noStrike" kern="1200" cap="none" spc="0" normalizeH="0" baseline="0" noProof="0">
              <a:ln>
                <a:noFill/>
              </a:ln>
              <a:solidFill>
                <a:srgbClr val="000000"/>
              </a:solidFill>
              <a:effectLst/>
              <a:uLnTx/>
              <a:uFillTx/>
              <a:latin typeface="+mn-lt"/>
              <a:ea typeface="宋体" panose="02010600030101010101" pitchFamily="2" charset="-122"/>
              <a:cs typeface="+mn-cs"/>
            </a:endParaRPr>
          </a:p>
        </p:txBody>
      </p:sp>
      <p:sp>
        <p:nvSpPr>
          <p:cNvPr id="88" name="Shape 78"/>
          <p:cNvSpPr/>
          <p:nvPr/>
        </p:nvSpPr>
        <p:spPr>
          <a:xfrm>
            <a:off x="3497263" y="4748848"/>
            <a:ext cx="447675" cy="7938"/>
          </a:xfrm>
          <a:prstGeom prst="line">
            <a:avLst/>
          </a:prstGeom>
          <a:ln w="28575">
            <a:solidFill>
              <a:srgbClr val="005C4F"/>
            </a:solidFill>
            <a:prstDash val="sysDot"/>
            <a:tailEnd type="triangle"/>
          </a:ln>
          <a:effectLst/>
        </p:spPr>
        <p:style>
          <a:lnRef idx="1">
            <a:schemeClr val="accent1"/>
          </a:lnRef>
          <a:fillRef idx="0">
            <a:schemeClr val="accent1"/>
          </a:fillRef>
          <a:effectRef idx="0">
            <a:schemeClr val="accent1"/>
          </a:effectRef>
          <a:fontRef idx="minor">
            <a:schemeClr val="tx1"/>
          </a:fontRef>
        </p:style>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sz="1800" b="0" i="0" u="none" strike="noStrike" kern="1200" cap="none" spc="0" normalizeH="0" baseline="0" noProof="0">
              <a:ln>
                <a:noFill/>
              </a:ln>
              <a:solidFill>
                <a:srgbClr val="000000"/>
              </a:solidFill>
              <a:effectLst/>
              <a:uLnTx/>
              <a:uFillTx/>
              <a:latin typeface="+mn-lt"/>
              <a:ea typeface="宋体" panose="02010600030101010101" pitchFamily="2" charset="-122"/>
              <a:cs typeface="+mn-cs"/>
            </a:endParaRPr>
          </a:p>
        </p:txBody>
      </p:sp>
      <p:sp>
        <p:nvSpPr>
          <p:cNvPr id="43033" name="矩形 45"/>
          <p:cNvSpPr/>
          <p:nvPr/>
        </p:nvSpPr>
        <p:spPr>
          <a:xfrm>
            <a:off x="3683000" y="5439410"/>
            <a:ext cx="1784350" cy="706438"/>
          </a:xfrm>
          <a:prstGeom prst="rect">
            <a:avLst/>
          </a:prstGeom>
          <a:noFill/>
          <a:ln w="9525">
            <a:noFill/>
          </a:ln>
        </p:spPr>
        <p:txBody>
          <a:bodyPr anchor="t" anchorCtr="0">
            <a:spAutoFit/>
          </a:bodyPr>
          <a:lstStyle/>
          <a:p>
            <a:pPr algn="ctr" eaLnBrk="0" hangingPunct="0"/>
            <a:r>
              <a:rPr lang="en-US" altLang="zh-CN" sz="1000" dirty="0">
                <a:latin typeface="微软雅黑" panose="020B0503020204020204" pitchFamily="34" charset="-122"/>
                <a:ea typeface="微软雅黑" panose="020B0503020204020204" pitchFamily="34" charset="-122"/>
              </a:rPr>
              <a:t>Step 8 </a:t>
            </a:r>
            <a:r>
              <a:rPr lang="zh-CN" altLang="zh-CN" sz="1000" dirty="0">
                <a:latin typeface="Calibri" panose="020F0502020204030204" charset="0"/>
                <a:ea typeface="等线" panose="02010600030101010101" charset="-122"/>
                <a:sym typeface="等线" panose="02010600030101010101" charset="-122"/>
              </a:rPr>
              <a:t>底部真空吸住產品</a:t>
            </a:r>
            <a:r>
              <a:rPr lang="en-US" altLang="zh-CN" sz="1000" dirty="0">
                <a:latin typeface="微软雅黑" panose="020B0503020204020204" pitchFamily="34" charset="-122"/>
                <a:ea typeface="微软雅黑" panose="020B0503020204020204" pitchFamily="34" charset="-122"/>
              </a:rPr>
              <a:t>After the bottom vacuum suction, product</a:t>
            </a:r>
          </a:p>
          <a:p>
            <a:pPr algn="ctr" eaLnBrk="0" hangingPunct="0"/>
            <a:r>
              <a:rPr lang="en-US" altLang="zh-CN" sz="1000" dirty="0">
                <a:latin typeface="微软雅黑" panose="020B0503020204020204" pitchFamily="34" charset="-122"/>
                <a:ea typeface="微软雅黑" panose="020B0503020204020204" pitchFamily="34" charset="-122"/>
              </a:rPr>
              <a:t>retraction of cylinder</a:t>
            </a:r>
          </a:p>
        </p:txBody>
      </p:sp>
      <p:sp>
        <p:nvSpPr>
          <p:cNvPr id="92" name="Shape 78"/>
          <p:cNvSpPr/>
          <p:nvPr/>
        </p:nvSpPr>
        <p:spPr>
          <a:xfrm>
            <a:off x="5203825" y="4756785"/>
            <a:ext cx="522288" cy="0"/>
          </a:xfrm>
          <a:prstGeom prst="line">
            <a:avLst/>
          </a:prstGeom>
          <a:ln w="28575">
            <a:solidFill>
              <a:srgbClr val="005C4F"/>
            </a:solidFill>
            <a:prstDash val="sysDot"/>
            <a:tailEnd type="triangle"/>
          </a:ln>
          <a:effectLst/>
        </p:spPr>
        <p:style>
          <a:lnRef idx="1">
            <a:schemeClr val="accent1"/>
          </a:lnRef>
          <a:fillRef idx="0">
            <a:schemeClr val="accent1"/>
          </a:fillRef>
          <a:effectRef idx="0">
            <a:schemeClr val="accent1"/>
          </a:effectRef>
          <a:fontRef idx="minor">
            <a:schemeClr val="tx1"/>
          </a:fontRef>
        </p:style>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sz="1800" b="0" i="0" u="none" strike="noStrike" kern="1200" cap="none" spc="0" normalizeH="0" baseline="0" noProof="0">
              <a:ln>
                <a:noFill/>
              </a:ln>
              <a:solidFill>
                <a:srgbClr val="000000"/>
              </a:solidFill>
              <a:effectLst/>
              <a:uLnTx/>
              <a:uFillTx/>
              <a:latin typeface="+mn-lt"/>
              <a:ea typeface="宋体" panose="02010600030101010101" pitchFamily="2" charset="-122"/>
              <a:cs typeface="+mn-cs"/>
            </a:endParaRPr>
          </a:p>
        </p:txBody>
      </p:sp>
      <p:sp>
        <p:nvSpPr>
          <p:cNvPr id="43036" name="矩形 52"/>
          <p:cNvSpPr/>
          <p:nvPr/>
        </p:nvSpPr>
        <p:spPr>
          <a:xfrm>
            <a:off x="5657850" y="5434648"/>
            <a:ext cx="1581150" cy="860425"/>
          </a:xfrm>
          <a:prstGeom prst="rect">
            <a:avLst/>
          </a:prstGeom>
          <a:noFill/>
          <a:ln w="9525">
            <a:noFill/>
          </a:ln>
        </p:spPr>
        <p:txBody>
          <a:bodyPr anchor="t" anchorCtr="0">
            <a:spAutoFit/>
          </a:bodyPr>
          <a:lstStyle/>
          <a:p>
            <a:pPr algn="ctr" eaLnBrk="0" hangingPunct="0"/>
            <a:r>
              <a:rPr lang="en-US" altLang="zh-CN" sz="1000" dirty="0">
                <a:latin typeface="微软雅黑" panose="020B0503020204020204" pitchFamily="34" charset="-122"/>
                <a:ea typeface="微软雅黑" panose="020B0503020204020204" pitchFamily="34" charset="-122"/>
              </a:rPr>
              <a:t>Step 9 </a:t>
            </a:r>
            <a:r>
              <a:rPr lang="zh-CN" altLang="zh-CN" sz="1000" dirty="0">
                <a:latin typeface="Calibri" panose="020F0502020204030204" charset="0"/>
                <a:ea typeface="等线" panose="02010600030101010101" charset="-122"/>
                <a:sym typeface="等线" panose="02010600030101010101" charset="-122"/>
              </a:rPr>
              <a:t>產品流入壓合位置進行壓合</a:t>
            </a:r>
          </a:p>
          <a:p>
            <a:pPr algn="ctr" eaLnBrk="0" hangingPunct="0"/>
            <a:r>
              <a:rPr lang="en-US" altLang="zh-CN" sz="1000" dirty="0">
                <a:latin typeface="微软雅黑" panose="020B0503020204020204" pitchFamily="34" charset="-122"/>
                <a:ea typeface="微软雅黑" panose="020B0503020204020204" pitchFamily="34" charset="-122"/>
              </a:rPr>
              <a:t>The product flows into the pressing position for pressing</a:t>
            </a:r>
          </a:p>
        </p:txBody>
      </p:sp>
      <p:sp>
        <p:nvSpPr>
          <p:cNvPr id="96" name="Shape 78"/>
          <p:cNvSpPr/>
          <p:nvPr/>
        </p:nvSpPr>
        <p:spPr>
          <a:xfrm>
            <a:off x="6967538" y="4771073"/>
            <a:ext cx="517525" cy="4763"/>
          </a:xfrm>
          <a:prstGeom prst="line">
            <a:avLst/>
          </a:prstGeom>
          <a:ln w="28575">
            <a:solidFill>
              <a:srgbClr val="005C4F"/>
            </a:solidFill>
            <a:prstDash val="sysDot"/>
            <a:tailEnd type="triangle"/>
          </a:ln>
          <a:effectLst/>
        </p:spPr>
        <p:style>
          <a:lnRef idx="1">
            <a:schemeClr val="accent1"/>
          </a:lnRef>
          <a:fillRef idx="0">
            <a:schemeClr val="accent1"/>
          </a:fillRef>
          <a:effectRef idx="0">
            <a:schemeClr val="accent1"/>
          </a:effectRef>
          <a:fontRef idx="minor">
            <a:schemeClr val="tx1"/>
          </a:fontRef>
        </p:style>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sz="1800" b="0" i="0" u="none" strike="noStrike" kern="1200" cap="none" spc="0" normalizeH="0" baseline="0" noProof="0">
              <a:ln>
                <a:noFill/>
              </a:ln>
              <a:solidFill>
                <a:srgbClr val="000000"/>
              </a:solidFill>
              <a:effectLst/>
              <a:uLnTx/>
              <a:uFillTx/>
              <a:latin typeface="+mn-lt"/>
              <a:ea typeface="宋体" panose="02010600030101010101" pitchFamily="2" charset="-122"/>
              <a:cs typeface="+mn-cs"/>
            </a:endParaRPr>
          </a:p>
        </p:txBody>
      </p:sp>
      <p:sp>
        <p:nvSpPr>
          <p:cNvPr id="5" name="Shape 78"/>
          <p:cNvSpPr/>
          <p:nvPr/>
        </p:nvSpPr>
        <p:spPr>
          <a:xfrm>
            <a:off x="8895715" y="4782185"/>
            <a:ext cx="401955" cy="5080"/>
          </a:xfrm>
          <a:prstGeom prst="line">
            <a:avLst/>
          </a:prstGeom>
          <a:ln w="28575">
            <a:solidFill>
              <a:srgbClr val="005C4F"/>
            </a:solidFill>
            <a:prstDash val="sysDot"/>
            <a:tailEnd type="triangle"/>
          </a:ln>
          <a:effectLst/>
        </p:spPr>
        <p:style>
          <a:lnRef idx="1">
            <a:schemeClr val="accent1"/>
          </a:lnRef>
          <a:fillRef idx="0">
            <a:schemeClr val="accent1"/>
          </a:fillRef>
          <a:effectRef idx="0">
            <a:schemeClr val="accent1"/>
          </a:effectRef>
          <a:fontRef idx="minor">
            <a:schemeClr val="tx1"/>
          </a:fontRef>
        </p:style>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sz="1800" b="0" i="0" u="none" strike="noStrike" kern="1200" cap="none" spc="0" normalizeH="0" baseline="0" noProof="0">
              <a:ln>
                <a:noFill/>
              </a:ln>
              <a:solidFill>
                <a:srgbClr val="000000"/>
              </a:solidFill>
              <a:effectLst/>
              <a:uLnTx/>
              <a:uFillTx/>
              <a:latin typeface="+mn-lt"/>
              <a:ea typeface="宋体" panose="02010600030101010101" pitchFamily="2" charset="-122"/>
              <a:cs typeface="+mn-cs"/>
            </a:endParaRPr>
          </a:p>
        </p:txBody>
      </p:sp>
      <p:cxnSp>
        <p:nvCxnSpPr>
          <p:cNvPr id="6" name="肘形连接符 9"/>
          <p:cNvCxnSpPr/>
          <p:nvPr/>
        </p:nvCxnSpPr>
        <p:spPr>
          <a:xfrm rot="5400000" flipV="1">
            <a:off x="11073130" y="4847590"/>
            <a:ext cx="643890" cy="461010"/>
          </a:xfrm>
          <a:prstGeom prst="bentConnector3">
            <a:avLst>
              <a:gd name="adj1" fmla="val -394"/>
            </a:avLst>
          </a:prstGeom>
          <a:ln w="28575">
            <a:solidFill>
              <a:srgbClr val="005C4F"/>
            </a:solidFill>
            <a:prstDash val="sysDot"/>
            <a:tailEnd type="triangle"/>
          </a:ln>
          <a:effectLst/>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14"/>
          <a:stretch>
            <a:fillRect/>
          </a:stretch>
        </p:blipFill>
        <p:spPr>
          <a:xfrm>
            <a:off x="755650" y="1136650"/>
            <a:ext cx="1319530" cy="1259840"/>
          </a:xfrm>
          <a:prstGeom prst="rect">
            <a:avLst/>
          </a:prstGeom>
        </p:spPr>
      </p:pic>
      <p:pic>
        <p:nvPicPr>
          <p:cNvPr id="18" name="图片 17"/>
          <p:cNvPicPr>
            <a:picLocks noChangeAspect="1"/>
          </p:cNvPicPr>
          <p:nvPr/>
        </p:nvPicPr>
        <p:blipFill>
          <a:blip r:embed="rId15"/>
          <a:stretch>
            <a:fillRect/>
          </a:stretch>
        </p:blipFill>
        <p:spPr>
          <a:xfrm>
            <a:off x="7537450" y="4269740"/>
            <a:ext cx="1275080" cy="1133475"/>
          </a:xfrm>
          <a:prstGeom prst="rect">
            <a:avLst/>
          </a:prstGeom>
        </p:spPr>
      </p:pic>
      <p:pic>
        <p:nvPicPr>
          <p:cNvPr id="19" name="图片 6"/>
          <p:cNvPicPr>
            <a:picLocks noChangeAspect="1"/>
          </p:cNvPicPr>
          <p:nvPr/>
        </p:nvPicPr>
        <p:blipFill>
          <a:blip r:embed="rId16"/>
          <a:stretch>
            <a:fillRect/>
          </a:stretch>
        </p:blipFill>
        <p:spPr>
          <a:xfrm>
            <a:off x="9288145" y="4090035"/>
            <a:ext cx="1778000" cy="1350963"/>
          </a:xfrm>
          <a:prstGeom prst="rect">
            <a:avLst/>
          </a:prstGeom>
          <a:noFill/>
          <a:ln w="9525">
            <a:noFill/>
          </a:ln>
        </p:spPr>
      </p:pic>
      <p:sp>
        <p:nvSpPr>
          <p:cNvPr id="20" name="矩形 39"/>
          <p:cNvSpPr/>
          <p:nvPr/>
        </p:nvSpPr>
        <p:spPr>
          <a:xfrm>
            <a:off x="9288145" y="5402898"/>
            <a:ext cx="1962150" cy="860425"/>
          </a:xfrm>
          <a:prstGeom prst="rect">
            <a:avLst/>
          </a:prstGeom>
          <a:noFill/>
          <a:ln w="9525">
            <a:noFill/>
          </a:ln>
        </p:spPr>
        <p:txBody>
          <a:bodyPr anchor="t" anchorCtr="0">
            <a:spAutoFit/>
          </a:bodyPr>
          <a:lstStyle/>
          <a:p>
            <a:pPr algn="ctr" eaLnBrk="0" hangingPunct="0"/>
            <a:r>
              <a:rPr lang="en-US" altLang="zh-CN" sz="1000" dirty="0">
                <a:latin typeface="微软雅黑" panose="020B0503020204020204" pitchFamily="34" charset="-122"/>
                <a:ea typeface="微软雅黑" panose="020B0503020204020204" pitchFamily="34" charset="-122"/>
              </a:rPr>
              <a:t>Step 11 </a:t>
            </a:r>
            <a:r>
              <a:rPr lang="zh-CN" altLang="en-US" sz="1000" dirty="0">
                <a:latin typeface="Calibri" panose="020F0502020204030204" charset="0"/>
                <a:ea typeface="等线" panose="02010600030101010101" charset="-122"/>
              </a:rPr>
              <a:t>產品壓合完成</a:t>
            </a:r>
          </a:p>
          <a:p>
            <a:pPr algn="ctr" eaLnBrk="0" hangingPunct="0"/>
            <a:r>
              <a:rPr lang="zh-CN" altLang="en-US" sz="1000" dirty="0">
                <a:latin typeface="Calibri" panose="020F0502020204030204" charset="0"/>
                <a:ea typeface="等线" panose="02010600030101010101" charset="-122"/>
              </a:rPr>
              <a:t>移動至二次定位處取料</a:t>
            </a:r>
          </a:p>
          <a:p>
            <a:pPr algn="ctr" eaLnBrk="0" hangingPunct="0"/>
            <a:r>
              <a:rPr lang="en-US" altLang="zh-CN" sz="1000" dirty="0">
                <a:latin typeface="微软雅黑" panose="020B0503020204020204" pitchFamily="34" charset="-122"/>
                <a:ea typeface="微软雅黑" panose="020B0503020204020204" pitchFamily="34" charset="-122"/>
              </a:rPr>
              <a:t>Product pressing is complete</a:t>
            </a:r>
          </a:p>
          <a:p>
            <a:pPr algn="ctr" eaLnBrk="0" hangingPunct="0"/>
            <a:r>
              <a:rPr lang="en-US" altLang="zh-CN" sz="1000" dirty="0">
                <a:latin typeface="微软雅黑" panose="020B0503020204020204" pitchFamily="34" charset="-122"/>
                <a:ea typeface="微软雅黑" panose="020B0503020204020204" pitchFamily="34" charset="-122"/>
              </a:rPr>
              <a:t>Move to the secondary location to pick up material</a:t>
            </a:r>
          </a:p>
        </p:txBody>
      </p:sp>
      <p:sp>
        <p:nvSpPr>
          <p:cNvPr id="21" name="矩形 52"/>
          <p:cNvSpPr/>
          <p:nvPr/>
        </p:nvSpPr>
        <p:spPr>
          <a:xfrm>
            <a:off x="7334250" y="5399405"/>
            <a:ext cx="1802130" cy="553085"/>
          </a:xfrm>
          <a:prstGeom prst="rect">
            <a:avLst/>
          </a:prstGeom>
          <a:noFill/>
          <a:ln w="9525">
            <a:noFill/>
          </a:ln>
        </p:spPr>
        <p:txBody>
          <a:bodyPr wrap="square" anchor="t" anchorCtr="0">
            <a:spAutoFit/>
          </a:bodyPr>
          <a:lstStyle/>
          <a:p>
            <a:pPr algn="ctr" eaLnBrk="0" hangingPunct="0"/>
            <a:r>
              <a:rPr lang="en-US" altLang="zh-CN" sz="1000" dirty="0">
                <a:latin typeface="微软雅黑" panose="020B0503020204020204" pitchFamily="34" charset="-122"/>
                <a:ea typeface="微软雅黑" panose="020B0503020204020204" pitchFamily="34" charset="-122"/>
              </a:rPr>
              <a:t>Step 10 </a:t>
            </a:r>
            <a:r>
              <a:rPr lang="zh-CN" altLang="zh-CN" sz="1000" dirty="0">
                <a:latin typeface="Calibri" panose="020F0502020204030204" charset="0"/>
                <a:ea typeface="等线" panose="02010600030101010101" charset="-122"/>
                <a:sym typeface="等线" panose="02010600030101010101" charset="-122"/>
              </a:rPr>
              <a:t>側面氣缸推拉產品</a:t>
            </a:r>
          </a:p>
          <a:p>
            <a:pPr algn="ctr" eaLnBrk="0" hangingPunct="0"/>
            <a:r>
              <a:rPr lang="en-US" altLang="zh-CN" sz="1000" dirty="0">
                <a:latin typeface="微软雅黑" panose="020B0503020204020204" pitchFamily="34" charset="-122"/>
                <a:ea typeface="微软雅黑" panose="020B0503020204020204" pitchFamily="34" charset="-122"/>
              </a:rPr>
              <a:t>Side cylinder push-pull product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5"/>
          <a:stretch>
            <a:fillRect/>
          </a:stretch>
        </p:blipFill>
        <p:spPr>
          <a:xfrm>
            <a:off x="4648835" y="1259840"/>
            <a:ext cx="1351915" cy="1178560"/>
          </a:xfrm>
          <a:prstGeom prst="rect">
            <a:avLst/>
          </a:prstGeom>
        </p:spPr>
      </p:pic>
      <p:pic>
        <p:nvPicPr>
          <p:cNvPr id="14" name="图片 13"/>
          <p:cNvPicPr>
            <a:picLocks noChangeAspect="1"/>
          </p:cNvPicPr>
          <p:nvPr/>
        </p:nvPicPr>
        <p:blipFill>
          <a:blip r:embed="rId6"/>
          <a:stretch>
            <a:fillRect/>
          </a:stretch>
        </p:blipFill>
        <p:spPr>
          <a:xfrm>
            <a:off x="2920365" y="1290320"/>
            <a:ext cx="1211580" cy="995680"/>
          </a:xfrm>
          <a:prstGeom prst="rect">
            <a:avLst/>
          </a:prstGeom>
        </p:spPr>
      </p:pic>
      <p:sp>
        <p:nvSpPr>
          <p:cNvPr id="3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23</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30" name="文本框 29"/>
          <p:cNvSpPr txBox="1"/>
          <p:nvPr>
            <p:custDataLst>
              <p:tags r:id="rId2"/>
            </p:custDataLst>
          </p:nvPr>
        </p:nvSpPr>
        <p:spPr>
          <a:xfrm>
            <a:off x="300990" y="768350"/>
            <a:ext cx="4210050"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a:t>6.3 </a:t>
            </a:r>
            <a:r>
              <a:rPr lang="zh-CN" altLang="en-US" sz="1800" b="1"/>
              <a:t>Detailed action process</a:t>
            </a:r>
          </a:p>
        </p:txBody>
      </p:sp>
      <p:sp>
        <p:nvSpPr>
          <p:cNvPr id="4" name="標題 1"/>
          <p:cNvSpPr txBox="1"/>
          <p:nvPr/>
        </p:nvSpPr>
        <p:spPr>
          <a:xfrm>
            <a:off x="741987" y="135368"/>
            <a:ext cx="10796077"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6.</a:t>
            </a:r>
            <a:r>
              <a:rPr lang="en-US" altLang="zh-CN" dirty="0">
                <a:sym typeface="宋体" panose="02010600030101010101" pitchFamily="2" charset="-122"/>
              </a:rPr>
              <a:t>Action</a:t>
            </a:r>
            <a:r>
              <a:rPr lang="en-US" altLang="zh-CN" dirty="0">
                <a:solidFill>
                  <a:srgbClr val="000000"/>
                </a:solidFill>
                <a:sym typeface="宋体" panose="02010600030101010101" pitchFamily="2" charset="-122"/>
              </a:rPr>
              <a:t> </a:t>
            </a:r>
            <a:r>
              <a:rPr lang="en-US" altLang="zh-CN" dirty="0">
                <a:sym typeface="宋体" panose="02010600030101010101" pitchFamily="2" charset="-122"/>
              </a:rPr>
              <a:t>flow design</a:t>
            </a:r>
            <a:endParaRPr lang="en-US" altLang="zh-CN" dirty="0">
              <a:latin typeface="+mn-lt"/>
            </a:endParaRPr>
          </a:p>
        </p:txBody>
      </p:sp>
      <p:sp>
        <p:nvSpPr>
          <p:cNvPr id="12" name="Shape 78"/>
          <p:cNvSpPr/>
          <p:nvPr/>
        </p:nvSpPr>
        <p:spPr>
          <a:xfrm flipV="1">
            <a:off x="609600" y="1814513"/>
            <a:ext cx="474663" cy="7938"/>
          </a:xfrm>
          <a:prstGeom prst="line">
            <a:avLst/>
          </a:prstGeom>
          <a:ln w="28575">
            <a:solidFill>
              <a:srgbClr val="005C4F"/>
            </a:solidFill>
            <a:prstDash val="sysDot"/>
            <a:tailEnd type="triangle"/>
          </a:ln>
          <a:effectLst/>
        </p:spPr>
        <p:style>
          <a:lnRef idx="1">
            <a:schemeClr val="accent1"/>
          </a:lnRef>
          <a:fillRef idx="0">
            <a:schemeClr val="accent1"/>
          </a:fillRef>
          <a:effectRef idx="0">
            <a:schemeClr val="accent1"/>
          </a:effectRef>
          <a:fontRef idx="minor">
            <a:schemeClr val="tx1"/>
          </a:fontRef>
        </p:style>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sz="1800" b="0" i="0" u="none" strike="noStrike" kern="1200" cap="none" spc="0" normalizeH="0" baseline="0" noProof="0">
              <a:ln>
                <a:noFill/>
              </a:ln>
              <a:solidFill>
                <a:srgbClr val="000000"/>
              </a:solidFill>
              <a:effectLst/>
              <a:uLnTx/>
              <a:uFillTx/>
              <a:latin typeface="+mn-lt"/>
              <a:ea typeface="宋体" panose="02010600030101010101" pitchFamily="2" charset="-122"/>
              <a:cs typeface="+mn-cs"/>
            </a:endParaRPr>
          </a:p>
        </p:txBody>
      </p:sp>
      <p:sp>
        <p:nvSpPr>
          <p:cNvPr id="44035" name="矩形 13"/>
          <p:cNvSpPr/>
          <p:nvPr/>
        </p:nvSpPr>
        <p:spPr>
          <a:xfrm>
            <a:off x="2559685" y="2548890"/>
            <a:ext cx="2000250" cy="398780"/>
          </a:xfrm>
          <a:prstGeom prst="rect">
            <a:avLst/>
          </a:prstGeom>
          <a:noFill/>
          <a:ln w="9525">
            <a:noFill/>
          </a:ln>
        </p:spPr>
        <p:txBody>
          <a:bodyPr anchor="t" anchorCtr="0">
            <a:spAutoFit/>
          </a:bodyPr>
          <a:lstStyle/>
          <a:p>
            <a:pPr algn="ctr" eaLnBrk="0" hangingPunct="0"/>
            <a:r>
              <a:rPr lang="en-US" altLang="zh-CN" sz="1000" dirty="0">
                <a:latin typeface="微软雅黑" panose="020B0503020204020204" pitchFamily="34" charset="-122"/>
                <a:ea typeface="微软雅黑" panose="020B0503020204020204" pitchFamily="34" charset="-122"/>
                <a:sym typeface="等线" panose="02010600030101010101" charset="-122"/>
              </a:rPr>
              <a:t>step</a:t>
            </a:r>
            <a:r>
              <a:rPr lang="en-US" altLang="zh-CN" sz="1000" dirty="0">
                <a:latin typeface="微软雅黑" panose="020B0503020204020204" pitchFamily="34" charset="-122"/>
                <a:ea typeface="微软雅黑" panose="020B0503020204020204" pitchFamily="34" charset="-122"/>
              </a:rPr>
              <a:t> 13 </a:t>
            </a:r>
            <a:r>
              <a:rPr lang="zh-CN" altLang="zh-CN" sz="1000" dirty="0">
                <a:latin typeface="Calibri" panose="020F0502020204030204" charset="0"/>
                <a:ea typeface="等线" panose="02010600030101010101" charset="-122"/>
              </a:rPr>
              <a:t>將產品放入</a:t>
            </a:r>
            <a:r>
              <a:rPr lang="en-US" altLang="zh-CN" sz="1000" dirty="0">
                <a:latin typeface="Calibri" panose="020F0502020204030204" charset="0"/>
                <a:ea typeface="等线" panose="02010600030101010101" charset="-122"/>
              </a:rPr>
              <a:t>Tray</a:t>
            </a:r>
            <a:r>
              <a:rPr lang="zh-CN" altLang="en-US" sz="1000" dirty="0">
                <a:latin typeface="Calibri" panose="020F0502020204030204" charset="0"/>
                <a:ea typeface="等线" panose="02010600030101010101" charset="-122"/>
              </a:rPr>
              <a:t>盤</a:t>
            </a:r>
          </a:p>
          <a:p>
            <a:pPr algn="ctr" eaLnBrk="0" hangingPunct="0"/>
            <a:r>
              <a:rPr lang="en-US" altLang="zh-CN" sz="1000" dirty="0">
                <a:latin typeface="微软雅黑" panose="020B0503020204020204" pitchFamily="34" charset="-122"/>
                <a:ea typeface="微软雅黑" panose="020B0503020204020204" pitchFamily="34" charset="-122"/>
              </a:rPr>
              <a:t>Place the product into a Tray</a:t>
            </a:r>
          </a:p>
        </p:txBody>
      </p:sp>
      <p:sp>
        <p:nvSpPr>
          <p:cNvPr id="15" name="Shape 78"/>
          <p:cNvSpPr/>
          <p:nvPr/>
        </p:nvSpPr>
        <p:spPr>
          <a:xfrm flipV="1">
            <a:off x="2376488" y="1770063"/>
            <a:ext cx="474663" cy="7938"/>
          </a:xfrm>
          <a:prstGeom prst="line">
            <a:avLst/>
          </a:prstGeom>
          <a:ln w="28575">
            <a:solidFill>
              <a:srgbClr val="005C4F"/>
            </a:solidFill>
            <a:prstDash val="sysDot"/>
            <a:tailEnd type="triangle"/>
          </a:ln>
          <a:effectLst/>
        </p:spPr>
        <p:style>
          <a:lnRef idx="1">
            <a:schemeClr val="accent1"/>
          </a:lnRef>
          <a:fillRef idx="0">
            <a:schemeClr val="accent1"/>
          </a:fillRef>
          <a:effectRef idx="0">
            <a:schemeClr val="accent1"/>
          </a:effectRef>
          <a:fontRef idx="minor">
            <a:schemeClr val="tx1"/>
          </a:fontRef>
        </p:style>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sz="1800" b="0" i="0" u="none" strike="noStrike" kern="1200" cap="none" spc="0" normalizeH="0" baseline="0" noProof="0">
              <a:ln>
                <a:noFill/>
              </a:ln>
              <a:solidFill>
                <a:srgbClr val="000000"/>
              </a:solidFill>
              <a:effectLst/>
              <a:uLnTx/>
              <a:uFillTx/>
              <a:latin typeface="+mn-lt"/>
              <a:ea typeface="宋体" panose="02010600030101010101" pitchFamily="2" charset="-122"/>
              <a:cs typeface="+mn-cs"/>
            </a:endParaRPr>
          </a:p>
        </p:txBody>
      </p:sp>
      <p:sp>
        <p:nvSpPr>
          <p:cNvPr id="44040" name="矩形 14"/>
          <p:cNvSpPr/>
          <p:nvPr/>
        </p:nvSpPr>
        <p:spPr>
          <a:xfrm>
            <a:off x="4361498" y="2548890"/>
            <a:ext cx="2001837" cy="860425"/>
          </a:xfrm>
          <a:prstGeom prst="rect">
            <a:avLst/>
          </a:prstGeom>
          <a:noFill/>
          <a:ln w="9525">
            <a:noFill/>
          </a:ln>
        </p:spPr>
        <p:txBody>
          <a:bodyPr anchor="t" anchorCtr="0">
            <a:spAutoFit/>
          </a:bodyPr>
          <a:lstStyle/>
          <a:p>
            <a:pPr algn="ctr" eaLnBrk="0" hangingPunct="0"/>
            <a:r>
              <a:rPr lang="en-US" altLang="zh-CN" sz="1000" dirty="0">
                <a:latin typeface="微软雅黑" panose="020B0503020204020204" pitchFamily="34" charset="-122"/>
                <a:ea typeface="微软雅黑" panose="020B0503020204020204" pitchFamily="34" charset="-122"/>
                <a:sym typeface="等线" panose="02010600030101010101" charset="-122"/>
              </a:rPr>
              <a:t>step</a:t>
            </a:r>
            <a:r>
              <a:rPr lang="en-US" altLang="zh-CN" sz="1000" dirty="0">
                <a:latin typeface="微软雅黑" panose="020B0503020204020204" pitchFamily="34" charset="-122"/>
                <a:ea typeface="微软雅黑" panose="020B0503020204020204" pitchFamily="34" charset="-122"/>
              </a:rPr>
              <a:t> 14 </a:t>
            </a:r>
            <a:r>
              <a:rPr lang="zh-CN" altLang="zh-CN" sz="1000" dirty="0">
                <a:latin typeface="Calibri" panose="020F0502020204030204" charset="0"/>
                <a:ea typeface="等线" panose="02010600030101010101" charset="-122"/>
                <a:sym typeface="等线" panose="02010600030101010101" charset="-122"/>
              </a:rPr>
              <a:t>以上流程重複</a:t>
            </a:r>
            <a:r>
              <a:rPr lang="en-US" altLang="zh-CN" sz="1000" dirty="0">
                <a:latin typeface="Calibri" panose="020F0502020204030204" charset="0"/>
                <a:ea typeface="等线" panose="02010600030101010101" charset="-122"/>
                <a:sym typeface="等线" panose="02010600030101010101" charset="-122"/>
              </a:rPr>
              <a:t>3</a:t>
            </a:r>
            <a:r>
              <a:rPr lang="zh-CN" altLang="en-US" sz="1000" dirty="0">
                <a:latin typeface="Calibri" panose="020F0502020204030204" charset="0"/>
                <a:ea typeface="等线" panose="02010600030101010101" charset="-122"/>
                <a:sym typeface="等线" panose="02010600030101010101" charset="-122"/>
              </a:rPr>
              <a:t>次，</a:t>
            </a:r>
            <a:r>
              <a:rPr lang="en-US" altLang="zh-CN" sz="1000" dirty="0">
                <a:latin typeface="Calibri" panose="020F0502020204030204" charset="0"/>
                <a:ea typeface="等线" panose="02010600030101010101" charset="-122"/>
                <a:sym typeface="等线" panose="02010600030101010101" charset="-122"/>
              </a:rPr>
              <a:t>XY</a:t>
            </a:r>
            <a:r>
              <a:rPr lang="zh-CN" altLang="en-US" sz="1000" dirty="0">
                <a:latin typeface="微软雅黑" panose="020B0503020204020204" pitchFamily="34" charset="-122"/>
                <a:ea typeface="微软雅黑" panose="020B0503020204020204" pitchFamily="34" charset="-122"/>
              </a:rPr>
              <a:t>轴移动，</a:t>
            </a:r>
            <a:r>
              <a:rPr lang="en-US" altLang="zh-CN" sz="1000" dirty="0">
                <a:latin typeface="微软雅黑" panose="020B0503020204020204" pitchFamily="34" charset="-122"/>
                <a:ea typeface="微软雅黑" panose="020B0503020204020204" pitchFamily="34" charset="-122"/>
              </a:rPr>
              <a:t>Tray</a:t>
            </a:r>
            <a:r>
              <a:rPr lang="zh-CN" altLang="en-US" sz="1000" dirty="0">
                <a:latin typeface="微软雅黑" panose="020B0503020204020204" pitchFamily="34" charset="-122"/>
                <a:ea typeface="微软雅黑" panose="020B0503020204020204" pitchFamily="34" charset="-122"/>
              </a:rPr>
              <a:t>流走</a:t>
            </a:r>
            <a:endParaRPr lang="zh-CN" altLang="en-US" sz="1000" dirty="0">
              <a:latin typeface="Calibri" panose="020F0502020204030204" charset="0"/>
              <a:ea typeface="等线" panose="02010600030101010101" charset="-122"/>
            </a:endParaRPr>
          </a:p>
          <a:p>
            <a:pPr algn="ctr" eaLnBrk="0" hangingPunct="0"/>
            <a:r>
              <a:rPr lang="en-US" altLang="zh-CN" sz="1000" dirty="0">
                <a:latin typeface="微软雅黑" panose="020B0503020204020204" pitchFamily="34" charset="-122"/>
                <a:ea typeface="微软雅黑" panose="020B0503020204020204" pitchFamily="34" charset="-122"/>
              </a:rPr>
              <a:t>The above process is repeated 3 times, XY axis moves, Tray flows away</a:t>
            </a:r>
          </a:p>
        </p:txBody>
      </p:sp>
      <p:sp>
        <p:nvSpPr>
          <p:cNvPr id="19" name="文本框 36"/>
          <p:cNvSpPr txBox="1">
            <a:spLocks noChangeArrowheads="1"/>
          </p:cNvSpPr>
          <p:nvPr/>
        </p:nvSpPr>
        <p:spPr bwMode="auto">
          <a:xfrm>
            <a:off x="692150" y="3603625"/>
            <a:ext cx="95377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charset="0"/>
              </a:defRPr>
            </a:lvl1pPr>
            <a:lvl2pPr marL="742950" indent="-285750" eaLnBrk="0" hangingPunct="0">
              <a:defRPr>
                <a:solidFill>
                  <a:schemeClr val="tx1"/>
                </a:solidFill>
                <a:latin typeface="Calibri" panose="020F0502020204030204" charset="0"/>
              </a:defRPr>
            </a:lvl2pPr>
            <a:lvl3pPr marL="1143000" indent="-228600" eaLnBrk="0" hangingPunct="0">
              <a:defRPr>
                <a:solidFill>
                  <a:schemeClr val="tx1"/>
                </a:solidFill>
                <a:latin typeface="Calibri" panose="020F0502020204030204" charset="0"/>
              </a:defRPr>
            </a:lvl3pPr>
            <a:lvl4pPr marL="1600200" indent="-228600" eaLnBrk="0" hangingPunct="0">
              <a:defRPr>
                <a:solidFill>
                  <a:schemeClr val="tx1"/>
                </a:solidFill>
                <a:latin typeface="Calibri" panose="020F0502020204030204" charset="0"/>
              </a:defRPr>
            </a:lvl4pPr>
            <a:lvl5pPr marL="2057400" indent="-228600" eaLnBrk="0" hangingPunct="0">
              <a:defRPr>
                <a:solidFill>
                  <a:schemeClr val="tx1"/>
                </a:solidFill>
                <a:latin typeface="Calibri" panose="020F0502020204030204" charset="0"/>
              </a:defRPr>
            </a:lvl5pPr>
            <a:lvl6pPr marL="2514600" indent="-228600" eaLnBrk="0" fontAlgn="base" hangingPunct="0">
              <a:spcBef>
                <a:spcPct val="0"/>
              </a:spcBef>
              <a:spcAft>
                <a:spcPct val="0"/>
              </a:spcAft>
              <a:defRPr>
                <a:solidFill>
                  <a:schemeClr val="tx1"/>
                </a:solidFill>
                <a:latin typeface="Calibri" panose="020F0502020204030204" charset="0"/>
              </a:defRPr>
            </a:lvl6pPr>
            <a:lvl7pPr marL="2971800" indent="-228600" eaLnBrk="0" fontAlgn="base" hangingPunct="0">
              <a:spcBef>
                <a:spcPct val="0"/>
              </a:spcBef>
              <a:spcAft>
                <a:spcPct val="0"/>
              </a:spcAft>
              <a:defRPr>
                <a:solidFill>
                  <a:schemeClr val="tx1"/>
                </a:solidFill>
                <a:latin typeface="Calibri" panose="020F0502020204030204" charset="0"/>
              </a:defRPr>
            </a:lvl7pPr>
            <a:lvl8pPr marL="3429000" indent="-228600" eaLnBrk="0" fontAlgn="base" hangingPunct="0">
              <a:spcBef>
                <a:spcPct val="0"/>
              </a:spcBef>
              <a:spcAft>
                <a:spcPct val="0"/>
              </a:spcAft>
              <a:defRPr>
                <a:solidFill>
                  <a:schemeClr val="tx1"/>
                </a:solidFill>
                <a:latin typeface="Calibri" panose="020F0502020204030204" charset="0"/>
              </a:defRPr>
            </a:lvl8pPr>
            <a:lvl9pPr marL="3886200" indent="-228600" eaLnBrk="0" fontAlgn="base" hangingPunct="0">
              <a:spcBef>
                <a:spcPct val="0"/>
              </a:spcBef>
              <a:spcAft>
                <a:spcPct val="0"/>
              </a:spcAft>
              <a:defRPr>
                <a:solidFill>
                  <a:schemeClr val="tx1"/>
                </a:solidFill>
                <a:latin typeface="Calibri" panose="020F0502020204030204"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Calibri" panose="020F0502020204030204" charset="0"/>
                <a:ea typeface="+mn-ea"/>
                <a:cs typeface="+mn-cs"/>
              </a:rPr>
              <a:t>機台重復以上流程</a:t>
            </a:r>
            <a:r>
              <a:rPr kumimoji="0" lang="en-US" altLang="zh-CN" sz="1800" b="0" i="0" u="none" strike="noStrike" kern="1200" cap="none" spc="0" normalizeH="0" baseline="0" noProof="0" dirty="0">
                <a:ln>
                  <a:noFill/>
                </a:ln>
                <a:solidFill>
                  <a:schemeClr val="tx1"/>
                </a:solidFill>
                <a:effectLst/>
                <a:uLnTx/>
                <a:uFillTx/>
                <a:latin typeface="Calibri" panose="020F0502020204030204" charset="0"/>
                <a:ea typeface="+mn-ea"/>
                <a:cs typeface="+mn-cs"/>
              </a:rPr>
              <a:t>3</a:t>
            </a:r>
            <a:r>
              <a:rPr kumimoji="0" lang="zh-CN" altLang="en-US" sz="1800" b="0" i="0" u="none" strike="noStrike" kern="1200" cap="none" spc="0" normalizeH="0" baseline="0" noProof="0" dirty="0">
                <a:ln>
                  <a:noFill/>
                </a:ln>
                <a:solidFill>
                  <a:schemeClr val="tx1"/>
                </a:solidFill>
                <a:effectLst/>
                <a:uLnTx/>
                <a:uFillTx/>
                <a:latin typeface="Calibri" panose="020F0502020204030204" charset="0"/>
                <a:ea typeface="+mn-ea"/>
                <a:cs typeface="+mn-cs"/>
              </a:rPr>
              <a:t>次，將剩下</a:t>
            </a:r>
            <a:r>
              <a:rPr kumimoji="0" lang="en-US" altLang="zh-CN" sz="1800" b="0" i="0" u="none" strike="noStrike" kern="1200" cap="none" spc="0" normalizeH="0" baseline="0" noProof="0" dirty="0">
                <a:ln>
                  <a:noFill/>
                </a:ln>
                <a:solidFill>
                  <a:schemeClr val="tx1"/>
                </a:solidFill>
                <a:effectLst/>
                <a:uLnTx/>
                <a:uFillTx/>
                <a:latin typeface="Calibri" panose="020F0502020204030204" charset="0"/>
                <a:ea typeface="+mn-ea"/>
                <a:cs typeface="+mn-cs"/>
              </a:rPr>
              <a:t>3</a:t>
            </a:r>
            <a:r>
              <a:rPr kumimoji="0" lang="zh-CN" altLang="en-US" sz="1800" b="0" i="0" u="none" strike="noStrike" kern="1200" cap="none" spc="0" normalizeH="0" baseline="0" noProof="0" dirty="0">
                <a:ln>
                  <a:noFill/>
                </a:ln>
                <a:solidFill>
                  <a:schemeClr val="tx1"/>
                </a:solidFill>
                <a:effectLst/>
                <a:uLnTx/>
                <a:uFillTx/>
                <a:latin typeface="Calibri" panose="020F0502020204030204" charset="0"/>
                <a:ea typeface="+mn-ea"/>
                <a:cs typeface="+mn-cs"/>
              </a:rPr>
              <a:t>個產品流入下一台同樣的機台做另外</a:t>
            </a:r>
            <a:r>
              <a:rPr kumimoji="0" lang="en-US" altLang="zh-CN" sz="1800" b="0" i="0" u="none" strike="noStrike" kern="1200" cap="none" spc="0" normalizeH="0" baseline="0" noProof="0" dirty="0">
                <a:ln>
                  <a:noFill/>
                </a:ln>
                <a:solidFill>
                  <a:schemeClr val="tx1"/>
                </a:solidFill>
                <a:effectLst/>
                <a:uLnTx/>
                <a:uFillTx/>
                <a:latin typeface="Calibri" panose="020F0502020204030204" charset="0"/>
                <a:ea typeface="+mn-ea"/>
                <a:cs typeface="+mn-cs"/>
              </a:rPr>
              <a:t>3</a:t>
            </a:r>
            <a:r>
              <a:rPr kumimoji="0" lang="zh-CN" altLang="en-US" sz="1800" b="0" i="0" u="none" strike="noStrike" kern="1200" cap="none" spc="0" normalizeH="0" baseline="0" noProof="0" dirty="0">
                <a:ln>
                  <a:noFill/>
                </a:ln>
                <a:solidFill>
                  <a:schemeClr val="tx1"/>
                </a:solidFill>
                <a:effectLst/>
                <a:uLnTx/>
                <a:uFillTx/>
                <a:latin typeface="Calibri" panose="020F0502020204030204" charset="0"/>
                <a:ea typeface="+mn-ea"/>
                <a:cs typeface="+mn-cs"/>
              </a:rPr>
              <a:t>個，完成后流入插卡機</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The machine repeats the above process for 3 times, and the remaining 3 products will flow into the</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next machine with the same machine to make another 3 products. After completion, the products will </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flow into the card insertion machine</a:t>
            </a:r>
          </a:p>
        </p:txBody>
      </p:sp>
      <p:sp>
        <p:nvSpPr>
          <p:cNvPr id="3" name="Shape 78"/>
          <p:cNvSpPr/>
          <p:nvPr/>
        </p:nvSpPr>
        <p:spPr>
          <a:xfrm flipV="1">
            <a:off x="4145915" y="1768793"/>
            <a:ext cx="474663" cy="7938"/>
          </a:xfrm>
          <a:prstGeom prst="line">
            <a:avLst/>
          </a:prstGeom>
          <a:ln w="28575">
            <a:solidFill>
              <a:srgbClr val="005C4F"/>
            </a:solidFill>
            <a:prstDash val="sysDot"/>
            <a:tailEnd type="triangle"/>
          </a:ln>
          <a:effectLst/>
        </p:spPr>
        <p:style>
          <a:lnRef idx="1">
            <a:schemeClr val="accent1"/>
          </a:lnRef>
          <a:fillRef idx="0">
            <a:schemeClr val="accent1"/>
          </a:fillRef>
          <a:effectRef idx="0">
            <a:schemeClr val="accent1"/>
          </a:effectRef>
          <a:fontRef idx="minor">
            <a:schemeClr val="tx1"/>
          </a:fontRef>
        </p:style>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sz="1800" b="0" i="0" u="none" strike="noStrike" kern="1200" cap="none" spc="0" normalizeH="0" baseline="0" noProof="0">
              <a:ln>
                <a:noFill/>
              </a:ln>
              <a:solidFill>
                <a:srgbClr val="000000"/>
              </a:solidFill>
              <a:effectLst/>
              <a:uLnTx/>
              <a:uFillTx/>
              <a:latin typeface="+mn-lt"/>
              <a:ea typeface="宋体" panose="02010600030101010101" pitchFamily="2" charset="-122"/>
              <a:cs typeface="+mn-cs"/>
            </a:endParaRPr>
          </a:p>
        </p:txBody>
      </p:sp>
      <p:sp>
        <p:nvSpPr>
          <p:cNvPr id="6" name="Shape 78"/>
          <p:cNvSpPr/>
          <p:nvPr/>
        </p:nvSpPr>
        <p:spPr>
          <a:xfrm flipV="1">
            <a:off x="6102033" y="1753553"/>
            <a:ext cx="474663" cy="7938"/>
          </a:xfrm>
          <a:prstGeom prst="line">
            <a:avLst/>
          </a:prstGeom>
          <a:ln w="28575">
            <a:solidFill>
              <a:srgbClr val="005C4F"/>
            </a:solidFill>
            <a:prstDash val="sysDot"/>
            <a:tailEnd type="triangle"/>
          </a:ln>
          <a:effectLst/>
        </p:spPr>
        <p:style>
          <a:lnRef idx="1">
            <a:schemeClr val="accent1"/>
          </a:lnRef>
          <a:fillRef idx="0">
            <a:schemeClr val="accent1"/>
          </a:fillRef>
          <a:effectRef idx="0">
            <a:schemeClr val="accent1"/>
          </a:effectRef>
          <a:fontRef idx="minor">
            <a:schemeClr val="tx1"/>
          </a:fontRef>
        </p:style>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sz="1800" b="0" i="0" u="none" strike="noStrike" kern="1200" cap="none" spc="0" normalizeH="0" baseline="0" noProof="0">
              <a:ln>
                <a:noFill/>
              </a:ln>
              <a:solidFill>
                <a:srgbClr val="000000"/>
              </a:solidFill>
              <a:effectLst/>
              <a:uLnTx/>
              <a:uFillTx/>
              <a:latin typeface="+mn-lt"/>
              <a:ea typeface="宋体" panose="02010600030101010101" pitchFamily="2" charset="-122"/>
              <a:cs typeface="+mn-cs"/>
            </a:endParaRPr>
          </a:p>
        </p:txBody>
      </p:sp>
      <p:pic>
        <p:nvPicPr>
          <p:cNvPr id="13" name="图片 12"/>
          <p:cNvPicPr>
            <a:picLocks noChangeAspect="1"/>
          </p:cNvPicPr>
          <p:nvPr/>
        </p:nvPicPr>
        <p:blipFill>
          <a:blip r:embed="rId7"/>
          <a:stretch>
            <a:fillRect/>
          </a:stretch>
        </p:blipFill>
        <p:spPr>
          <a:xfrm>
            <a:off x="1018540" y="1290320"/>
            <a:ext cx="1384935" cy="1153160"/>
          </a:xfrm>
          <a:prstGeom prst="rect">
            <a:avLst/>
          </a:prstGeom>
        </p:spPr>
      </p:pic>
      <p:sp>
        <p:nvSpPr>
          <p:cNvPr id="44036" name="矩形 17"/>
          <p:cNvSpPr/>
          <p:nvPr/>
        </p:nvSpPr>
        <p:spPr>
          <a:xfrm>
            <a:off x="768033" y="2565400"/>
            <a:ext cx="1862137" cy="553085"/>
          </a:xfrm>
          <a:prstGeom prst="rect">
            <a:avLst/>
          </a:prstGeom>
          <a:noFill/>
          <a:ln w="9525">
            <a:noFill/>
          </a:ln>
        </p:spPr>
        <p:txBody>
          <a:bodyPr anchor="t" anchorCtr="0">
            <a:spAutoFit/>
          </a:bodyPr>
          <a:lstStyle/>
          <a:p>
            <a:pPr algn="ctr" eaLnBrk="0" hangingPunct="0"/>
            <a:r>
              <a:rPr lang="en-US" altLang="zh-CN" sz="1000" dirty="0">
                <a:latin typeface="微软雅黑" panose="020B0503020204020204" pitchFamily="34" charset="-122"/>
                <a:ea typeface="微软雅黑" panose="020B0503020204020204" pitchFamily="34" charset="-122"/>
                <a:sym typeface="等线" panose="02010600030101010101" charset="-122"/>
              </a:rPr>
              <a:t>step</a:t>
            </a:r>
            <a:r>
              <a:rPr lang="en-US" altLang="zh-CN" sz="1000" dirty="0">
                <a:latin typeface="微软雅黑" panose="020B0503020204020204" pitchFamily="34" charset="-122"/>
                <a:ea typeface="微软雅黑" panose="020B0503020204020204" pitchFamily="34" charset="-122"/>
              </a:rPr>
              <a:t> 12  </a:t>
            </a:r>
            <a:r>
              <a:rPr lang="zh-CN" altLang="zh-CN" sz="1000" dirty="0">
                <a:latin typeface="Calibri" panose="020F0502020204030204" charset="0"/>
                <a:ea typeface="等线" panose="02010600030101010101" charset="-122"/>
              </a:rPr>
              <a:t>夾爪將產品夾起</a:t>
            </a:r>
          </a:p>
          <a:p>
            <a:pPr algn="ctr" eaLnBrk="0" hangingPunct="0"/>
            <a:r>
              <a:rPr lang="en-US" altLang="zh-CN" sz="1000" dirty="0">
                <a:latin typeface="微软雅黑" panose="020B0503020204020204" pitchFamily="34" charset="-122"/>
                <a:ea typeface="微软雅黑" panose="020B0503020204020204" pitchFamily="34" charset="-122"/>
              </a:rPr>
              <a:t>The claw picks up the product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標題 1"/>
          <p:cNvSpPr txBox="1"/>
          <p:nvPr/>
        </p:nvSpPr>
        <p:spPr>
          <a:xfrm>
            <a:off x="741987" y="135368"/>
            <a:ext cx="10796077"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7.</a:t>
            </a:r>
            <a:r>
              <a:rPr kumimoji="0" lang="en-US" altLang="zh-CN" dirty="0">
                <a:latin typeface="Calibri" panose="020F0502020204030204" charset="0"/>
                <a:ea typeface="宋体" panose="02010600030101010101" pitchFamily="2" charset="-122"/>
                <a:sym typeface="+mn-ea"/>
              </a:rPr>
              <a:t>Timing diagram</a:t>
            </a:r>
            <a:endParaRPr lang="en-US" altLang="zh-CN" dirty="0">
              <a:latin typeface="+mn-lt"/>
            </a:endParaRP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24</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6" name="文本框 3"/>
          <p:cNvSpPr txBox="1"/>
          <p:nvPr/>
        </p:nvSpPr>
        <p:spPr>
          <a:xfrm>
            <a:off x="975360" y="5977255"/>
            <a:ext cx="6096000" cy="553085"/>
          </a:xfrm>
          <a:prstGeom prst="rect">
            <a:avLst/>
          </a:prstGeom>
          <a:noFill/>
        </p:spPr>
        <p:txBody>
          <a:bodyPr wrap="square" rtlCol="0" anchor="t">
            <a:spAutoFit/>
          </a:bodyPr>
          <a:lstStyle/>
          <a:p>
            <a:pPr>
              <a:lnSpc>
                <a:spcPct val="125000"/>
              </a:lnSpc>
            </a:pPr>
            <a:r>
              <a:rPr lang="zh-CN" altLang="en-US" sz="1200" dirty="0">
                <a:latin typeface="Arial" panose="020B0604020202020204" pitchFamily="34" charset="0"/>
                <a:ea typeface="微软雅黑" panose="020B0503020204020204" pitchFamily="34" charset="-122"/>
                <a:cs typeface="Arial" panose="020B0604020202020204" pitchFamily="34" charset="0"/>
                <a:sym typeface="+mn-ea"/>
              </a:rPr>
              <a:t>單機器</a:t>
            </a:r>
            <a:r>
              <a:rPr lang="en-US" altLang="zh-CN" sz="1200" dirty="0">
                <a:latin typeface="Arial" panose="020B0604020202020204" pitchFamily="34" charset="0"/>
                <a:ea typeface="微软雅黑" panose="020B0503020204020204" pitchFamily="34" charset="-122"/>
                <a:cs typeface="Arial" panose="020B0604020202020204" pitchFamily="34" charset="0"/>
                <a:sym typeface="+mn-ea"/>
              </a:rPr>
              <a:t> UPH</a:t>
            </a:r>
            <a:r>
              <a:rPr lang="zh-CN" altLang="en-US" sz="1200" dirty="0">
                <a:latin typeface="Arial" panose="020B0604020202020204" pitchFamily="34" charset="0"/>
                <a:ea typeface="微软雅黑" panose="020B0503020204020204" pitchFamily="34" charset="-122"/>
                <a:cs typeface="Arial" panose="020B0604020202020204" pitchFamily="34" charset="0"/>
                <a:sym typeface="+mn-ea"/>
              </a:rPr>
              <a:t>≈</a:t>
            </a:r>
            <a:r>
              <a:rPr lang="en-US" altLang="zh-CN" sz="1200" dirty="0">
                <a:latin typeface="Arial" panose="020B0604020202020204" pitchFamily="34" charset="0"/>
                <a:ea typeface="微软雅黑" panose="020B0503020204020204" pitchFamily="34" charset="-122"/>
                <a:cs typeface="Arial" panose="020B0604020202020204" pitchFamily="34" charset="0"/>
                <a:sym typeface="+mn-ea"/>
              </a:rPr>
              <a:t>3600/5.9*0.9=549</a:t>
            </a:r>
          </a:p>
          <a:p>
            <a:pPr>
              <a:lnSpc>
                <a:spcPct val="125000"/>
              </a:lnSpc>
            </a:pPr>
            <a:r>
              <a:rPr lang="en-US" altLang="zh-CN" sz="1200" dirty="0">
                <a:latin typeface="Arial" panose="020B0604020202020204" pitchFamily="34" charset="0"/>
                <a:ea typeface="微软雅黑" panose="020B0503020204020204" pitchFamily="34" charset="-122"/>
                <a:cs typeface="Arial" panose="020B0604020202020204" pitchFamily="34" charset="0"/>
                <a:sym typeface="+mn-ea"/>
              </a:rPr>
              <a:t>Note</a:t>
            </a:r>
            <a:r>
              <a:rPr lang="zh-CN" altLang="en-US" sz="1200" dirty="0">
                <a:latin typeface="Arial" panose="020B0604020202020204" pitchFamily="34" charset="0"/>
                <a:ea typeface="微软雅黑" panose="020B0503020204020204" pitchFamily="34" charset="-122"/>
                <a:cs typeface="Arial" panose="020B0604020202020204" pitchFamily="34" charset="0"/>
                <a:sym typeface="+mn-ea"/>
              </a:rPr>
              <a:t>：</a:t>
            </a:r>
            <a:r>
              <a:rPr lang="en-US" altLang="zh-CN" sz="1200" dirty="0">
                <a:latin typeface="Arial" panose="020B0604020202020204" pitchFamily="34" charset="0"/>
                <a:ea typeface="微软雅黑" panose="020B0503020204020204" pitchFamily="34" charset="-122"/>
                <a:cs typeface="Arial" panose="020B0604020202020204" pitchFamily="34" charset="0"/>
                <a:sym typeface="+mn-ea"/>
              </a:rPr>
              <a:t>90% is estimated OEE, only for UPH calculation. not real product data</a:t>
            </a:r>
          </a:p>
        </p:txBody>
      </p:sp>
      <p:sp>
        <p:nvSpPr>
          <p:cNvPr id="3"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pic>
        <p:nvPicPr>
          <p:cNvPr id="2" name="图片 1"/>
          <p:cNvPicPr>
            <a:picLocks noChangeAspect="1"/>
          </p:cNvPicPr>
          <p:nvPr/>
        </p:nvPicPr>
        <p:blipFill>
          <a:blip r:embed="rId4"/>
          <a:stretch>
            <a:fillRect/>
          </a:stretch>
        </p:blipFill>
        <p:spPr>
          <a:xfrm>
            <a:off x="590550" y="782320"/>
            <a:ext cx="10601325" cy="52514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1"/>
          <p:cNvSpPr txBox="1"/>
          <p:nvPr/>
        </p:nvSpPr>
        <p:spPr>
          <a:xfrm>
            <a:off x="3772452" y="2557117"/>
            <a:ext cx="5212080" cy="1445260"/>
          </a:xfrm>
          <a:prstGeom prst="rect">
            <a:avLst/>
          </a:prstGeom>
          <a:noFill/>
        </p:spPr>
        <p:txBody>
          <a:bodyPr wrap="none" rtlCol="0">
            <a:spAutoFit/>
          </a:bodyPr>
          <a:lstStyle/>
          <a:p>
            <a:pPr algn="l"/>
            <a:r>
              <a:rPr lang="en-US" altLang="zh-CN" sz="8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sym typeface="+mn-ea"/>
              </a:rPr>
              <a:t>Thank you</a:t>
            </a:r>
            <a:endParaRPr lang="zh-CN" altLang="en-US" sz="8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25</a:t>
            </a:fld>
            <a:endParaRPr lang="zh-TW" altLang="en-US" sz="1400" dirty="0">
              <a:solidFill>
                <a:srgbClr val="898989"/>
              </a:solidFill>
              <a:latin typeface="Arial" panose="020B0604020202020204" pitchFamily="34" charset="0"/>
              <a:ea typeface="微软雅黑" panose="020B0503020204020204"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3a77bc53-a536-423e-a843-fb27bf0f07cc"/>
  <p:tag name="COMMONDATA" val="eyJoZGlkIjoiMjE0OWM2MmM5MDQ2YjI2ZWZiNmFlODA1MzZiZGE0NmI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UNIT_TABLE_BEAUTIFY" val="smartTable{424bddfc-a248-438d-9769-d5c6ab9d3915}"/>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UNIT_TABLE_BEAUTIFY" val="smartTable{1967c4c2-1798-4de1-bbac-579e6361152e}"/>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UNIT_TABLE_BEAUTIFY" val="smartTable{8740c679-6f6e-4b06-8bb4-07d5ec421134}"/>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UNIT_TABLE_BEAUTIFY" val="smartTable{2560b7e6-b19e-4cf3-9516-e99e721eb5c3}"/>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UNIT_TABLE_BEAUTIFY" val="smartTable{1d12031f-0944-42f3-96a9-be3ebc0c9d62}"/>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UNIT_TABLE_BEAUTIFY" val="smartTable{dd58e757-6c49-4e25-9be3-8b64027e6290}"/>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UNIT_TABLE_BEAUTIFY" val="smartTable{d65cacdc-11ae-4c2c-9992-65d90c68514d}"/>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UNIT_TABLE_BEAUTIFY" val="smartTable{73b1086c-145d-4391-b7da-67f003882b0d}"/>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UNIT_TABLE_BEAUTIFY" val="smartTable{496f1d67-c0d8-4429-8efa-5137d463348a}"/>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TABLE_ENDDRAG_ORIGIN_RECT" val="364*198"/>
  <p:tag name="TABLE_ENDDRAG_RECT" val="57*83*364*199"/>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TABLE_ENDDRAG_ORIGIN_RECT" val="364*198"/>
  <p:tag name="TABLE_ENDDRAG_RECT" val="57*83*364*199"/>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9050">
          <a:solidFill>
            <a:srgbClr val="FF0000"/>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4893</Words>
  <Application>Microsoft Office PowerPoint</Application>
  <PresentationFormat>Widescreen</PresentationFormat>
  <Paragraphs>701</Paragraphs>
  <Slides>26</Slides>
  <Notes>23</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26</vt:i4>
      </vt:variant>
    </vt:vector>
  </HeadingPairs>
  <TitlesOfParts>
    <vt:vector size="45" baseType="lpstr">
      <vt:lpstr>Adobe 黑体 Std R</vt:lpstr>
      <vt:lpstr>等线</vt:lpstr>
      <vt:lpstr>Gill Sans</vt:lpstr>
      <vt:lpstr>Helvetica Neue Light</vt:lpstr>
      <vt:lpstr>微软雅黑</vt:lpstr>
      <vt:lpstr>黑体</vt:lpstr>
      <vt:lpstr>宋体</vt:lpstr>
      <vt:lpstr>Microsoft JhengHei</vt:lpstr>
      <vt:lpstr>Microsoft JhengHei</vt:lpstr>
      <vt:lpstr>思源黑体 CN Heavy</vt:lpstr>
      <vt:lpstr>思源黑体 CN Normal</vt:lpstr>
      <vt:lpstr>思源黑体 CN Regular</vt:lpstr>
      <vt:lpstr>PMingLiU</vt:lpstr>
      <vt:lpstr>DFKai-SB</vt:lpstr>
      <vt:lpstr>Arial</vt:lpstr>
      <vt:lpstr>Calibri</vt:lpstr>
      <vt:lpstr>Times New Roman</vt:lpstr>
      <vt:lpstr>Wingdings</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ZMY</dc:creator>
  <cp:lastModifiedBy>陳如光</cp:lastModifiedBy>
  <cp:revision>2100</cp:revision>
  <dcterms:created xsi:type="dcterms:W3CDTF">2022-05-19T09:53:00Z</dcterms:created>
  <dcterms:modified xsi:type="dcterms:W3CDTF">2026-02-12T03:38:10Z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474B1D63100B42FE88C91D67A8D36A9B_13</vt:lpwstr>
  </property>
</Properties>
</file>
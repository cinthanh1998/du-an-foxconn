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notesSlides/notesSlide2.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notesSlides/notesSlide3.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4.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notesSlides/notesSlide5.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6.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7.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8.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notesSlides/notesSlide9.xml" ContentType="application/vnd.openxmlformats-officedocument.presentationml.notesSlide+xml"/>
  <Override PartName="/ppt/tags/tag127.xml" ContentType="application/vnd.openxmlformats-officedocument.presentationml.tags+xml"/>
  <Override PartName="/ppt/notesSlides/notesSlide10.xml" ContentType="application/vnd.openxmlformats-officedocument.presentationml.notesSlide+xml"/>
  <Override PartName="/ppt/tags/tag128.xml" ContentType="application/vnd.openxmlformats-officedocument.presentationml.tags+xml"/>
  <Override PartName="/ppt/tags/tag129.xml" ContentType="application/vnd.openxmlformats-officedocument.presentationml.tags+xml"/>
  <Override PartName="/ppt/notesSlides/notesSlide11.xml" ContentType="application/vnd.openxmlformats-officedocument.presentationml.notesSlide+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notesSlides/notesSlide12.xml" ContentType="application/vnd.openxmlformats-officedocument.presentationml.notesSlide+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notesSlides/notesSlide13.xml" ContentType="application/vnd.openxmlformats-officedocument.presentationml.notesSlide+xml"/>
  <Override PartName="/ppt/tags/tag139.xml" ContentType="application/vnd.openxmlformats-officedocument.presentationml.tags+xml"/>
  <Override PartName="/ppt/tags/tag140.xml" ContentType="application/vnd.openxmlformats-officedocument.presentationml.tags+xml"/>
  <Override PartName="/ppt/notesSlides/notesSlide14.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notesSlides/notesSlide15.xml" ContentType="application/vnd.openxmlformats-officedocument.presentationml.notesSlide+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notesSlides/notesSlide16.xml" ContentType="application/vnd.openxmlformats-officedocument.presentationml.notesSlide+xml"/>
  <Override PartName="/ppt/tags/tag148.xml" ContentType="application/vnd.openxmlformats-officedocument.presentationml.tags+xml"/>
  <Override PartName="/ppt/notesSlides/notesSlide17.xml" ContentType="application/vnd.openxmlformats-officedocument.presentationml.notesSlide+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notesSlides/notesSlide18.xml" ContentType="application/vnd.openxmlformats-officedocument.presentationml.notesSlide+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notesSlides/notesSlide19.xml" ContentType="application/vnd.openxmlformats-officedocument.presentationml.notesSlide+xml"/>
  <Override PartName="/ppt/tags/tag158.xml" ContentType="application/vnd.openxmlformats-officedocument.presentationml.tags+xml"/>
  <Override PartName="/ppt/notesSlides/notesSlide20.xml" ContentType="application/vnd.openxmlformats-officedocument.presentationml.notesSlide+xml"/>
  <Override PartName="/ppt/tags/tag15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26"/>
  </p:notesMasterIdLst>
  <p:handoutMasterIdLst>
    <p:handoutMasterId r:id="rId27"/>
  </p:handoutMasterIdLst>
  <p:sldIdLst>
    <p:sldId id="276" r:id="rId2"/>
    <p:sldId id="775" r:id="rId3"/>
    <p:sldId id="776" r:id="rId4"/>
    <p:sldId id="724" r:id="rId5"/>
    <p:sldId id="725" r:id="rId6"/>
    <p:sldId id="589" r:id="rId7"/>
    <p:sldId id="777" r:id="rId8"/>
    <p:sldId id="726" r:id="rId9"/>
    <p:sldId id="727" r:id="rId10"/>
    <p:sldId id="686" r:id="rId11"/>
    <p:sldId id="778" r:id="rId12"/>
    <p:sldId id="779" r:id="rId13"/>
    <p:sldId id="780" r:id="rId14"/>
    <p:sldId id="729" r:id="rId15"/>
    <p:sldId id="742" r:id="rId16"/>
    <p:sldId id="753" r:id="rId17"/>
    <p:sldId id="690" r:id="rId18"/>
    <p:sldId id="758" r:id="rId19"/>
    <p:sldId id="691" r:id="rId20"/>
    <p:sldId id="759" r:id="rId21"/>
    <p:sldId id="733" r:id="rId22"/>
    <p:sldId id="798" r:id="rId23"/>
    <p:sldId id="601" r:id="rId24"/>
    <p:sldId id="277" r:id="rId25"/>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70" userDrawn="1">
          <p15:clr>
            <a:srgbClr val="A4A3A4"/>
          </p15:clr>
        </p15:guide>
        <p15:guide id="2" pos="369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用户" initials="W用" lastIdx="1" clrIdx="0"/>
  <p:cmAuthor id="2" name="Administrator" initials="A"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00034"/>
    <a:srgbClr val="99CCFF"/>
    <a:srgbClr val="9933FF"/>
    <a:srgbClr val="F1C7BC"/>
    <a:srgbClr val="002F75"/>
    <a:srgbClr val="002F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58" autoAdjust="0"/>
    <p:restoredTop sz="92989" autoAdjust="0"/>
  </p:normalViewPr>
  <p:slideViewPr>
    <p:cSldViewPr snapToGrid="0" showGuides="1">
      <p:cViewPr varScale="1">
        <p:scale>
          <a:sx n="81" d="100"/>
          <a:sy n="81" d="100"/>
        </p:scale>
        <p:origin x="686" y="72"/>
      </p:cViewPr>
      <p:guideLst>
        <p:guide orient="horz" pos="1970"/>
        <p:guide pos="3692"/>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6" d="100"/>
          <a:sy n="86" d="100"/>
        </p:scale>
        <p:origin x="3864"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2026/2/12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BC47B5-ADAF-41B0-8E25-798150F70C66}" type="datetimeFigureOut">
              <a:rPr lang="zh-CN" altLang="en-US" smtClean="0"/>
              <a:t>2026/2/12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B33EC7-D770-4470-B266-BEBD01C7444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tags" Target="../tags/tag12.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9.xml"/><Relationship Id="rId1" Type="http://schemas.openxmlformats.org/officeDocument/2006/relationships/tags" Target="../tags/tag18.xml"/></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tags" Target="../tags/tag20.xml"/></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5.xml"/><Relationship Id="rId1" Type="http://schemas.openxmlformats.org/officeDocument/2006/relationships/tags" Target="../tags/tag24.xml"/></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tags" Target="../tags/tag26.xml"/><Relationship Id="rId5" Type="http://schemas.microsoft.com/office/2007/relationships/hdphoto" Target="../media/hdphoto1.wdp"/><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9.xml"/><Relationship Id="rId1" Type="http://schemas.openxmlformats.org/officeDocument/2006/relationships/tags" Target="../tags/tag28.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1.xml"/><Relationship Id="rId1" Type="http://schemas.openxmlformats.org/officeDocument/2006/relationships/tags" Target="../tags/tag30.xml"/></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3.xml"/><Relationship Id="rId1" Type="http://schemas.openxmlformats.org/officeDocument/2006/relationships/tags" Target="../tags/tag32.xml"/><Relationship Id="rId5" Type="http://schemas.microsoft.com/office/2007/relationships/hdphoto" Target="../media/hdphoto2.wdp"/><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cstate="email">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dirty="0">
                <a:solidFill>
                  <a:srgbClr val="002F75"/>
                </a:solidFill>
                <a:latin typeface="微软雅黑" panose="020B0503020204020204" pitchFamily="34" charset="-122"/>
                <a:ea typeface="微软雅黑" panose="020B0503020204020204" pitchFamily="34" charset="-122"/>
              </a:rPr>
              <a:t>主标题</a:t>
            </a:r>
            <a:r>
              <a:rPr kumimoji="1" lang="en-US" altLang="zh-CN" sz="3600" b="1" dirty="0">
                <a:solidFill>
                  <a:srgbClr val="002F75"/>
                </a:solidFill>
                <a:latin typeface="微软雅黑" panose="020B0503020204020204" pitchFamily="34" charset="-122"/>
                <a:ea typeface="微软雅黑" panose="020B0503020204020204" pitchFamily="34" charset="-122"/>
              </a:rPr>
              <a:t>-</a:t>
            </a:r>
            <a:r>
              <a:rPr kumimoji="1" lang="zh-CN" altLang="en-US" sz="3600" b="1" dirty="0">
                <a:solidFill>
                  <a:srgbClr val="002F75"/>
                </a:solidFill>
                <a:latin typeface="微软雅黑" panose="020B0503020204020204" pitchFamily="34" charset="-122"/>
                <a:ea typeface="微软雅黑" panose="020B0503020204020204" pitchFamily="34" charset="-122"/>
              </a:rPr>
              <a:t>字号</a:t>
            </a:r>
            <a:r>
              <a:rPr kumimoji="1" lang="en-US" altLang="zh-CN" sz="3600" b="1" dirty="0">
                <a:solidFill>
                  <a:srgbClr val="002F75"/>
                </a:solidFill>
                <a:latin typeface="微软雅黑" panose="020B0503020204020204" pitchFamily="34" charset="-122"/>
                <a:ea typeface="微软雅黑" panose="020B0503020204020204" pitchFamily="34" charset="-122"/>
              </a:rPr>
              <a:t>30-36</a:t>
            </a:r>
            <a:endParaRPr kumimoji="1" lang="zh-TW" altLang="en-US" sz="3600" b="1" dirty="0">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dirty="0">
                <a:latin typeface="+mj-ea"/>
                <a:ea typeface="+mj-ea"/>
                <a:sym typeface="等线" panose="02010600030101010101" charset="-122"/>
              </a:rPr>
              <a:t>正文内容</a:t>
            </a:r>
            <a:r>
              <a:rPr kumimoji="1" lang="en-US" altLang="zh-CN" sz="1600" dirty="0">
                <a:latin typeface="+mj-ea"/>
                <a:ea typeface="+mj-ea"/>
                <a:sym typeface="等线" panose="02010600030101010101" charset="-122"/>
              </a:rPr>
              <a:t>-</a:t>
            </a:r>
            <a:r>
              <a:rPr kumimoji="1" lang="zh-CN" altLang="en-US" sz="1600" dirty="0">
                <a:latin typeface="+mj-ea"/>
                <a:ea typeface="+mj-ea"/>
                <a:sym typeface="等线" panose="02010600030101010101" charset="-122"/>
              </a:rPr>
              <a:t>字号</a:t>
            </a:r>
            <a:r>
              <a:rPr kumimoji="1" lang="en-US" altLang="zh-CN" sz="1600" dirty="0">
                <a:latin typeface="+mj-ea"/>
                <a:ea typeface="+mj-ea"/>
                <a:sym typeface="等线" panose="02010600030101010101" charset="-122"/>
              </a:rPr>
              <a:t>12-18</a:t>
            </a:r>
            <a:endParaRPr lang="zh-CN" altLang="en-US" dirty="0"/>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t>‹#›</a:t>
            </a:fld>
            <a:r>
              <a:rPr lang="en-US" altLang="zh-CN"/>
              <a:t>/N</a:t>
            </a:r>
            <a:endParaRPr lang="en-US" altLang="zh-CN" dirty="0"/>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dirty="0"/>
              <a:t>单击此处编辑母版标题样式</a:t>
            </a:r>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dirty="0"/>
              <a:t>主标题文本样式</a:t>
            </a:r>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dirty="0"/>
              <a:t>副标题文本样式</a:t>
            </a:r>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dirty="0"/>
              <a:t>正文文本样式</a:t>
            </a:r>
            <a:r>
              <a:rPr lang="en-US" altLang="zh-CN" dirty="0"/>
              <a:t>——</a:t>
            </a:r>
          </a:p>
          <a:p>
            <a:pPr lvl="0"/>
            <a:r>
              <a:rPr lang="zh-CN" altLang="en-US" dirty="0"/>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dirty="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訂版面配置">
    <p:bg>
      <p:bgPr>
        <a:blipFill dpi="0" rotWithShape="1">
          <a:blip r:embed="rId2" cstate="email">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標題投影片">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A36B8C5-9D3D-4C15-8389-DC33031D634D}" type="datetime1">
              <a:rPr kumimoji="0" lang="zh-TW" altLang="en-US" sz="1800" b="0" i="0" u="none" strike="noStrike" kern="1200" cap="none" spc="0" normalizeH="0" baseline="0" noProof="0">
                <a:ln>
                  <a:noFill/>
                </a:ln>
                <a:solidFill>
                  <a:srgbClr val="898989"/>
                </a:solidFill>
                <a:effectLst/>
                <a:uLnTx/>
                <a:uFillTx/>
                <a:latin typeface="Arial" panose="020B0604020202020204" pitchFamily="34" charset="0"/>
                <a:ea typeface="微软雅黑" panose="020B0503020204020204" pitchFamily="34" charset="-122"/>
                <a:cs typeface="+mn-cs"/>
              </a:rPr>
              <a:t>2026/2/12</a:t>
            </a:fld>
            <a:endParaRPr kumimoji="0" lang="zh-TW" altLang="en-US" sz="1800" b="0" i="0" u="none" strike="noStrike" kern="1200" cap="none" spc="0" normalizeH="0" baseline="0" noProof="0">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a:xfrm>
            <a:off x="9185275" y="6381750"/>
            <a:ext cx="27432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95898A6-19C1-4AA1-870C-54A18F18E107}" type="slidenum">
              <a:rPr kumimoji="0" lang="zh-TW" altLang="en-US" sz="18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TW" altLang="en-US" sz="18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78471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LIDE 1">
    <p:spTree>
      <p:nvGrpSpPr>
        <p:cNvPr id="1" name=""/>
        <p:cNvGrpSpPr/>
        <p:nvPr/>
      </p:nvGrpSpPr>
      <p:grpSpPr>
        <a:xfrm>
          <a:off x="0" y="0"/>
          <a:ext cx="0" cy="0"/>
          <a:chOff x="0" y="0"/>
          <a:chExt cx="0" cy="0"/>
        </a:xfrm>
      </p:grpSpPr>
      <p:sp>
        <p:nvSpPr>
          <p:cNvPr id="15" name="Foliennummernplatzhalter 5"/>
          <p:cNvSpPr>
            <a:spLocks noGrp="1"/>
          </p:cNvSpPr>
          <p:nvPr>
            <p:ph type="sldNum" sz="quarter" idx="4"/>
          </p:nvPr>
        </p:nvSpPr>
        <p:spPr>
          <a:xfrm>
            <a:off x="516330" y="6525087"/>
            <a:ext cx="914426" cy="224424"/>
          </a:xfrm>
          <a:prstGeom prst="rect">
            <a:avLst/>
          </a:prstGeom>
        </p:spPr>
        <p:txBody>
          <a:bodyPr vert="horz" lIns="0" tIns="0" rIns="0" bIns="0" rtlCol="0" anchor="b" anchorCtr="0"/>
          <a:lstStyle>
            <a:lvl1pPr algn="l">
              <a:lnSpc>
                <a:spcPct val="90000"/>
              </a:lnSpc>
              <a:spcAft>
                <a:spcPts val="980"/>
              </a:spcAft>
              <a:defRPr sz="1000" b="1">
                <a:solidFill>
                  <a:schemeClr val="tx1"/>
                </a:solidFill>
              </a:defRPr>
            </a:lvl1pPr>
          </a:lstStyle>
          <a:p>
            <a:r>
              <a:rPr lang="en-US">
                <a:solidFill>
                  <a:prstClr val="black"/>
                </a:solidFill>
              </a:rPr>
              <a:t>-</a:t>
            </a:r>
            <a:fld id="{75A4F164-3A46-4CEE-A25C-CA523D5E42F3}" type="slidenum">
              <a:rPr lang="en-US" smtClean="0">
                <a:solidFill>
                  <a:prstClr val="black"/>
                </a:solidFill>
              </a:rPr>
              <a:t>‹#›</a:t>
            </a:fld>
            <a:r>
              <a:rPr lang="en-US">
                <a:solidFill>
                  <a:prstClr val="black"/>
                </a:solidFill>
              </a:rPr>
              <a:t>-</a:t>
            </a:r>
            <a:endParaRPr lang="en-US" dirty="0">
              <a:solidFill>
                <a:prstClr val="black"/>
              </a:solidFill>
            </a:endParaRPr>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2"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7" name="组合 6"/>
          <p:cNvGrpSpPr/>
          <p:nvPr userDrawn="1"/>
        </p:nvGrpSpPr>
        <p:grpSpPr>
          <a:xfrm>
            <a:off x="325755" y="164465"/>
            <a:ext cx="11137900" cy="6181090"/>
            <a:chOff x="513" y="259"/>
            <a:chExt cx="17540" cy="9734"/>
          </a:xfrm>
        </p:grpSpPr>
        <p:pic>
          <p:nvPicPr>
            <p:cNvPr id="8" name="图片 7"/>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l="297" t="-2577" r="161" b="-829"/>
            <a:stretch>
              <a:fillRect/>
            </a:stretch>
          </p:blipFill>
          <p:spPr>
            <a:xfrm>
              <a:off x="513" y="259"/>
              <a:ext cx="5847" cy="3245"/>
            </a:xfrm>
            <a:prstGeom prst="rect">
              <a:avLst/>
            </a:prstGeom>
            <a:noFill/>
            <a:ln>
              <a:noFill/>
            </a:ln>
          </p:spPr>
        </p:pic>
        <p:pic>
          <p:nvPicPr>
            <p:cNvPr id="9" name="图片 8"/>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l="297" t="-2577" r="161" b="-829"/>
            <a:stretch>
              <a:fillRect/>
            </a:stretch>
          </p:blipFill>
          <p:spPr>
            <a:xfrm>
              <a:off x="513" y="3504"/>
              <a:ext cx="5847" cy="3245"/>
            </a:xfrm>
            <a:prstGeom prst="rect">
              <a:avLst/>
            </a:prstGeom>
            <a:noFill/>
            <a:ln>
              <a:noFill/>
            </a:ln>
          </p:spPr>
        </p:pic>
        <p:pic>
          <p:nvPicPr>
            <p:cNvPr id="10" name="图片 9"/>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l="297" t="-2577" r="161" b="-829"/>
            <a:stretch>
              <a:fillRect/>
            </a:stretch>
          </p:blipFill>
          <p:spPr>
            <a:xfrm>
              <a:off x="513" y="6749"/>
              <a:ext cx="5847" cy="3245"/>
            </a:xfrm>
            <a:prstGeom prst="rect">
              <a:avLst/>
            </a:prstGeom>
            <a:noFill/>
            <a:ln>
              <a:noFill/>
            </a:ln>
          </p:spPr>
        </p:pic>
        <p:pic>
          <p:nvPicPr>
            <p:cNvPr id="11" name="图片 10"/>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l="297" t="-2577" r="161" b="-829"/>
            <a:stretch>
              <a:fillRect/>
            </a:stretch>
          </p:blipFill>
          <p:spPr>
            <a:xfrm>
              <a:off x="6360" y="259"/>
              <a:ext cx="5847" cy="3245"/>
            </a:xfrm>
            <a:prstGeom prst="rect">
              <a:avLst/>
            </a:prstGeom>
            <a:noFill/>
            <a:ln>
              <a:noFill/>
            </a:ln>
          </p:spPr>
        </p:pic>
        <p:pic>
          <p:nvPicPr>
            <p:cNvPr id="12" name="图片 11"/>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l="297" t="-2577" r="161" b="-829"/>
            <a:stretch>
              <a:fillRect/>
            </a:stretch>
          </p:blipFill>
          <p:spPr>
            <a:xfrm>
              <a:off x="6360" y="3504"/>
              <a:ext cx="5847" cy="3245"/>
            </a:xfrm>
            <a:prstGeom prst="rect">
              <a:avLst/>
            </a:prstGeom>
            <a:noFill/>
            <a:ln>
              <a:noFill/>
            </a:ln>
          </p:spPr>
        </p:pic>
        <p:pic>
          <p:nvPicPr>
            <p:cNvPr id="14" name="图片 13"/>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l="297" t="-2577" r="161" b="-829"/>
            <a:stretch>
              <a:fillRect/>
            </a:stretch>
          </p:blipFill>
          <p:spPr>
            <a:xfrm>
              <a:off x="6360" y="6749"/>
              <a:ext cx="5847" cy="3245"/>
            </a:xfrm>
            <a:prstGeom prst="rect">
              <a:avLst/>
            </a:prstGeom>
            <a:noFill/>
            <a:ln>
              <a:noFill/>
            </a:ln>
          </p:spPr>
        </p:pic>
        <p:pic>
          <p:nvPicPr>
            <p:cNvPr id="16" name="图片 15"/>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l="297" t="-2577" r="161" b="-829"/>
            <a:stretch>
              <a:fillRect/>
            </a:stretch>
          </p:blipFill>
          <p:spPr>
            <a:xfrm>
              <a:off x="12207" y="259"/>
              <a:ext cx="5847" cy="3245"/>
            </a:xfrm>
            <a:prstGeom prst="rect">
              <a:avLst/>
            </a:prstGeom>
            <a:noFill/>
            <a:ln>
              <a:noFill/>
            </a:ln>
          </p:spPr>
        </p:pic>
        <p:pic>
          <p:nvPicPr>
            <p:cNvPr id="18" name="图片 17"/>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l="297" t="-2577" r="161" b="-829"/>
            <a:stretch>
              <a:fillRect/>
            </a:stretch>
          </p:blipFill>
          <p:spPr>
            <a:xfrm>
              <a:off x="12207" y="3504"/>
              <a:ext cx="5847" cy="3245"/>
            </a:xfrm>
            <a:prstGeom prst="rect">
              <a:avLst/>
            </a:prstGeom>
            <a:noFill/>
            <a:ln>
              <a:noFill/>
            </a:ln>
          </p:spPr>
        </p:pic>
        <p:pic>
          <p:nvPicPr>
            <p:cNvPr id="19" name="图片 18"/>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l="297" t="-2577" r="161" b="-829"/>
            <a:stretch>
              <a:fillRect/>
            </a:stretch>
          </p:blipFill>
          <p:spPr>
            <a:xfrm>
              <a:off x="12207" y="6749"/>
              <a:ext cx="5847" cy="3245"/>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a:xfrm>
            <a:off x="609664" y="6356172"/>
            <a:ext cx="2845096" cy="365024"/>
          </a:xfrm>
        </p:spPr>
        <p:txBody>
          <a:bodyPr/>
          <a:lstStyle/>
          <a:p>
            <a:pPr marL="0" marR="0" lvl="0" indent="0" algn="l" defTabSz="1088390" rtl="0" eaLnBrk="1" fontAlgn="auto" latinLnBrk="0" hangingPunct="1">
              <a:lnSpc>
                <a:spcPct val="100000"/>
              </a:lnSpc>
              <a:spcBef>
                <a:spcPts val="0"/>
              </a:spcBef>
              <a:spcAft>
                <a:spcPts val="0"/>
              </a:spcAft>
              <a:buClrTx/>
              <a:buSzTx/>
              <a:buFontTx/>
              <a:buNone/>
              <a:defRPr/>
            </a:pPr>
            <a:fld id="{92BAA3EF-8CCB-4922-96E9-BC0976D55C0C}" type="datetimeFigureOut">
              <a:rPr kumimoji="0" lang="zh-CN" altLang="en-US" sz="1400" b="0" i="0" u="none" strike="noStrike" kern="1200" cap="none" spc="0" normalizeH="0" baseline="0" noProof="0">
                <a:ln>
                  <a:noFill/>
                </a:ln>
                <a:solidFill>
                  <a:schemeClr val="tx1">
                    <a:tint val="75000"/>
                  </a:schemeClr>
                </a:solidFill>
                <a:effectLst/>
                <a:uLnTx/>
                <a:uFillTx/>
                <a:latin typeface="+mn-lt"/>
                <a:ea typeface="+mn-ea"/>
                <a:cs typeface="+mn-cs"/>
              </a:rPr>
              <a:t>2026/2/12</a:t>
            </a:fld>
            <a:endParaRPr kumimoji="0" lang="zh-CN" altLang="en-US" sz="14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a:xfrm>
            <a:off x="4166034" y="6356172"/>
            <a:ext cx="3859615" cy="365024"/>
          </a:xfrm>
        </p:spPr>
        <p:txBody>
          <a:bodyPr/>
          <a:lstStyle/>
          <a:p>
            <a:pPr marL="0" marR="0" lvl="0" indent="0" algn="ctr" defTabSz="108839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a:xfrm>
            <a:off x="8736923" y="6356172"/>
            <a:ext cx="2845096" cy="365024"/>
          </a:xfrm>
        </p:spPr>
        <p:txBody>
          <a:bodyPr/>
          <a:lstStyle/>
          <a:p>
            <a:pPr lvl="0" eaLnBrk="1" hangingPunct="1">
              <a:buNone/>
            </a:pPr>
            <a:fld id="{9A0DB2DC-4C9A-4742-B13C-FB6460FD3503}" type="slidenum">
              <a:rPr lang="en-US" altLang="en-US" dirty="0">
                <a:latin typeface="Calibri" panose="020F0502020204030204" charset="0"/>
              </a:rPr>
              <a:t>‹#›</a:t>
            </a:fld>
            <a:endParaRPr lang="en-US" altLang="en-US" dirty="0">
              <a:latin typeface="Calibri" panose="020F0502020204030204" charset="0"/>
            </a:endParaRPr>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_標題投影片">
  <p:cSld name="2_標題投影片">
    <p:spTree>
      <p:nvGrpSpPr>
        <p:cNvPr id="1" name="Shape 31"/>
        <p:cNvGrpSpPr/>
        <p:nvPr/>
      </p:nvGrpSpPr>
      <p:grpSpPr>
        <a:xfrm>
          <a:off x="0" y="0"/>
          <a:ext cx="0" cy="0"/>
          <a:chOff x="0" y="0"/>
          <a:chExt cx="0" cy="0"/>
        </a:xfrm>
      </p:grpSpPr>
      <p:sp>
        <p:nvSpPr>
          <p:cNvPr id="32" name="Google Shape;32;p9"/>
          <p:cNvSpPr txBox="1">
            <a:spLocks noGrp="1"/>
          </p:cNvSpPr>
          <p:nvPr>
            <p:ph type="title"/>
          </p:nvPr>
        </p:nvSpPr>
        <p:spPr>
          <a:xfrm>
            <a:off x="285752" y="95251"/>
            <a:ext cx="11906291" cy="666731"/>
          </a:xfrm>
          <a:prstGeom prst="rect">
            <a:avLst/>
          </a:prstGeom>
          <a:noFill/>
          <a:ln>
            <a:noFill/>
          </a:ln>
        </p:spPr>
        <p:txBody>
          <a:bodyPr spcFirstLastPara="1" lIns="121897" tIns="60932" rIns="121897" bIns="60932" anchor="t">
            <a:noAutofit/>
          </a:bodyPr>
          <a:lstStyle>
            <a:lvl1pPr marR="0" lvl="0" algn="l" rtl="0">
              <a:spcBef>
                <a:spcPts val="0"/>
              </a:spcBef>
              <a:spcAft>
                <a:spcPts val="0"/>
              </a:spcAft>
              <a:buSzPts val="1400"/>
              <a:buNone/>
              <a:defRPr sz="3700" b="1" i="1" u="none" strike="noStrike" cap="none">
                <a:solidFill>
                  <a:srgbClr val="00B050"/>
                </a:solidFill>
                <a:latin typeface="Calibri" panose="020F0502020204030204"/>
                <a:ea typeface="Calibri" panose="020F0502020204030204"/>
                <a:cs typeface="Calibri" panose="020F0502020204030204"/>
                <a:sym typeface="Calibri" panose="020F0502020204030204"/>
              </a:defRPr>
            </a:lvl1pPr>
            <a:lvl2pPr marR="0" lvl="1"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SLIDE 1">
    <p:spTree>
      <p:nvGrpSpPr>
        <p:cNvPr id="1" name=""/>
        <p:cNvGrpSpPr/>
        <p:nvPr/>
      </p:nvGrpSpPr>
      <p:grpSpPr>
        <a:xfrm>
          <a:off x="0" y="0"/>
          <a:ext cx="0" cy="0"/>
          <a:chOff x="0" y="0"/>
          <a:chExt cx="0" cy="0"/>
        </a:xfrm>
      </p:grpSpPr>
      <p:pic>
        <p:nvPicPr>
          <p:cNvPr id="3" name="图片 2" descr="图片包含 图示&#10;&#10;描述已自动生成"/>
          <p:cNvPicPr>
            <a:picLocks noChangeAspect="1"/>
          </p:cNvPicPr>
          <p:nvPr userDrawn="1"/>
        </p:nvPicPr>
        <p:blipFill>
          <a:blip r:embed="rId4">
            <a:extLst>
              <a:ext uri="{BEBA8EAE-BF5A-486C-A8C5-ECC9F3942E4B}">
                <a14:imgProps xmlns:a14="http://schemas.microsoft.com/office/drawing/2010/main">
                  <a14:imgLayer r:embed="rId5">
                    <a14:imgEffect>
                      <a14:backgroundRemoval t="2908" b="98061" l="1430" r="98318">
                        <a14:foregroundMark x1="14045" y1="30856" x2="46762" y2="25848"/>
                        <a14:foregroundMark x1="46762" y1="25848" x2="65433" y2="37641"/>
                        <a14:foregroundMark x1="65433" y1="37641" x2="54584" y2="41842"/>
                        <a14:foregroundMark x1="14802" y1="60905" x2="32801" y2="46688"/>
                        <a14:foregroundMark x1="32801" y1="46688" x2="76703" y2="62843"/>
                        <a14:foregroundMark x1="76703" y1="62843" x2="45753" y2="68498"/>
                        <a14:foregroundMark x1="1430" y1="2908" x2="4205" y2="88691"/>
                        <a14:foregroundMark x1="252" y1="96446" x2="86880" y2="93538"/>
                        <a14:foregroundMark x1="86880" y1="93538" x2="98318" y2="95153"/>
                        <a14:foregroundMark x1="98318" y1="95153" x2="97393" y2="98061"/>
                        <a14:backgroundMark x1="89992" y1="1616" x2="92431" y2="14055"/>
                        <a14:backgroundMark x1="92431" y1="14055" x2="98150" y2="16478"/>
                        <a14:backgroundMark x1="98150" y1="16478" x2="99495" y2="15509"/>
                        <a14:backgroundMark x1="94281" y1="13732" x2="97897" y2="13409"/>
                        <a14:backgroundMark x1="89907" y1="2746" x2="91842" y2="13732"/>
                      </a14:backgroundRemoval>
                    </a14:imgEffect>
                  </a14:imgLayer>
                </a14:imgProps>
              </a:ext>
              <a:ext uri="{28A0092B-C50C-407E-A947-70E740481C1C}">
                <a14:useLocalDpi xmlns:a14="http://schemas.microsoft.com/office/drawing/2010/main" val="0"/>
              </a:ext>
            </a:extLst>
          </a:blip>
          <a:stretch>
            <a:fillRect/>
          </a:stretch>
        </p:blipFill>
        <p:spPr>
          <a:xfrm>
            <a:off x="743405" y="199044"/>
            <a:ext cx="10983187" cy="5717909"/>
          </a:xfrm>
          <a:prstGeom prst="rect">
            <a:avLst/>
          </a:prstGeom>
        </p:spPr>
      </p:pic>
      <p:sp>
        <p:nvSpPr>
          <p:cNvPr id="22" name="Titel 1"/>
          <p:cNvSpPr>
            <a:spLocks noGrp="1"/>
          </p:cNvSpPr>
          <p:nvPr>
            <p:ph type="title" hasCustomPrompt="1"/>
          </p:nvPr>
        </p:nvSpPr>
        <p:spPr>
          <a:xfrm>
            <a:off x="516321" y="410831"/>
            <a:ext cx="11135859" cy="565714"/>
          </a:xfrm>
          <a:prstGeom prst="rect">
            <a:avLst/>
          </a:prstGeom>
        </p:spPr>
        <p:txBody>
          <a:bodyPr vert="horz" lIns="0" tIns="0" rIns="0" bIns="0" rtlCol="0" anchor="t" anchorCtr="0">
            <a:normAutofit/>
          </a:bodyPr>
          <a:lstStyle>
            <a:lvl1pPr>
              <a:defRPr lang="en-US" dirty="0"/>
            </a:lvl1pPr>
          </a:lstStyle>
          <a:p>
            <a:pPr lvl="0"/>
            <a:r>
              <a:rPr lang="de-DE" dirty="0"/>
              <a:t>TITELMASTERFORMAT DURCH KLICKEN BEARBEITEN</a:t>
            </a:r>
            <a:endParaRPr lang="en-US" dirty="0"/>
          </a:p>
        </p:txBody>
      </p:sp>
      <p:sp>
        <p:nvSpPr>
          <p:cNvPr id="15" name="Foliennummernplatzhalter 5"/>
          <p:cNvSpPr>
            <a:spLocks noGrp="1"/>
          </p:cNvSpPr>
          <p:nvPr>
            <p:ph type="sldNum" sz="quarter" idx="4"/>
          </p:nvPr>
        </p:nvSpPr>
        <p:spPr>
          <a:xfrm>
            <a:off x="516330" y="6525087"/>
            <a:ext cx="914426" cy="224424"/>
          </a:xfrm>
          <a:prstGeom prst="rect">
            <a:avLst/>
          </a:prstGeom>
        </p:spPr>
        <p:txBody>
          <a:bodyPr vert="horz" lIns="0" tIns="0" rIns="0" bIns="0" rtlCol="0" anchor="b" anchorCtr="0"/>
          <a:lstStyle>
            <a:lvl1pPr algn="l">
              <a:lnSpc>
                <a:spcPct val="90000"/>
              </a:lnSpc>
              <a:spcAft>
                <a:spcPts val="980"/>
              </a:spcAft>
              <a:defRPr sz="1000" b="1">
                <a:solidFill>
                  <a:schemeClr val="tx1"/>
                </a:solidFill>
              </a:defRPr>
            </a:lvl1pPr>
          </a:lstStyle>
          <a:p>
            <a:r>
              <a:rPr lang="en-US">
                <a:solidFill>
                  <a:prstClr val="black"/>
                </a:solidFill>
              </a:rPr>
              <a:t>-</a:t>
            </a:r>
            <a:fld id="{75A4F164-3A46-4CEE-A25C-CA523D5E42F3}" type="slidenum">
              <a:rPr lang="en-US" smtClean="0">
                <a:solidFill>
                  <a:prstClr val="black"/>
                </a:solidFill>
              </a:rPr>
              <a:t>‹#›</a:t>
            </a:fld>
            <a:r>
              <a:rPr lang="en-US">
                <a:solidFill>
                  <a:prstClr val="black"/>
                </a:solidFill>
              </a:rPr>
              <a:t>-</a:t>
            </a:r>
            <a:endParaRPr lang="en-US" dirty="0">
              <a:solidFill>
                <a:prstClr val="black"/>
              </a:solidFill>
            </a:endParaRPr>
          </a:p>
        </p:txBody>
      </p:sp>
      <p:sp>
        <p:nvSpPr>
          <p:cNvPr id="17" name="Inhaltsplatzhalter 2"/>
          <p:cNvSpPr>
            <a:spLocks noGrp="1"/>
          </p:cNvSpPr>
          <p:nvPr>
            <p:ph idx="1" hasCustomPrompt="1"/>
          </p:nvPr>
        </p:nvSpPr>
        <p:spPr>
          <a:xfrm>
            <a:off x="516326" y="1154098"/>
            <a:ext cx="4096208" cy="1720984"/>
          </a:xfrm>
          <a:prstGeom prst="rect">
            <a:avLst/>
          </a:prstGeom>
          <a:noFill/>
        </p:spPr>
        <p:txBody>
          <a:bodyPr/>
          <a:lstStyle>
            <a:lvl1pPr>
              <a:lnSpc>
                <a:spcPct val="100000"/>
              </a:lnSpc>
              <a:spcAft>
                <a:spcPts val="0"/>
              </a:spcAft>
              <a:defRPr sz="2200">
                <a:solidFill>
                  <a:schemeClr val="tx1"/>
                </a:solidFill>
              </a:defRPr>
            </a:lvl1pPr>
            <a:lvl2pPr>
              <a:lnSpc>
                <a:spcPct val="100000"/>
              </a:lnSpc>
              <a:spcAft>
                <a:spcPts val="0"/>
              </a:spcAft>
              <a:defRPr sz="2000">
                <a:solidFill>
                  <a:schemeClr val="tx1"/>
                </a:solidFill>
              </a:defRPr>
            </a:lvl2pPr>
            <a:lvl3pPr>
              <a:lnSpc>
                <a:spcPct val="100000"/>
              </a:lnSpc>
              <a:spcAft>
                <a:spcPts val="0"/>
              </a:spcAft>
              <a:defRPr sz="1800">
                <a:solidFill>
                  <a:schemeClr val="tx1"/>
                </a:solidFill>
              </a:defRPr>
            </a:lvl3pPr>
            <a:lvl4pPr>
              <a:lnSpc>
                <a:spcPct val="100000"/>
              </a:lnSpc>
              <a:spcAft>
                <a:spcPts val="0"/>
              </a:spcAft>
              <a:defRPr sz="1600">
                <a:solidFill>
                  <a:schemeClr val="tx1"/>
                </a:solidFill>
              </a:defRPr>
            </a:lvl4pPr>
            <a:lvl5pPr>
              <a:lnSpc>
                <a:spcPct val="100000"/>
              </a:lnSpc>
              <a:spcAft>
                <a:spcPts val="0"/>
              </a:spcAft>
              <a:defRPr sz="1600">
                <a:solidFill>
                  <a:schemeClr val="tx1"/>
                </a:solidFill>
              </a:defRPr>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2"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bg1"/>
        </a:solidFill>
        <a:effectLst/>
      </p:bgPr>
    </p:bg>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11137900" y="6451600"/>
            <a:ext cx="903288"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eaLnBrk="1" hangingPunct="1">
              <a:spcBef>
                <a:spcPct val="50000"/>
              </a:spcBef>
            </a:pPr>
            <a:r>
              <a:rPr lang="en-US" altLang="en-US" sz="900" dirty="0">
                <a:solidFill>
                  <a:srgbClr val="7F7F7F"/>
                </a:solidFill>
                <a:latin typeface="Calibri" panose="020F0502020204030204" charset="0"/>
              </a:rPr>
              <a:t>slide </a:t>
            </a:r>
            <a:fld id="{9A0DB2DC-4C9A-4742-B13C-FB6460FD3503}" type="slidenum">
              <a:rPr lang="en-US" altLang="en-US" sz="900" dirty="0">
                <a:solidFill>
                  <a:srgbClr val="7F7F7F"/>
                </a:solidFill>
                <a:latin typeface="Calibri" panose="020F0502020204030204" charset="0"/>
              </a:rPr>
              <a:t>‹#›</a:t>
            </a:fld>
            <a:endParaRPr lang="en-US" altLang="en-US" sz="900" dirty="0">
              <a:solidFill>
                <a:srgbClr val="7F7F7F"/>
              </a:solidFill>
              <a:latin typeface="Calibri" panose="020F0502020204030204" charset="0"/>
            </a:endParaRPr>
          </a:p>
        </p:txBody>
      </p:sp>
      <p:sp>
        <p:nvSpPr>
          <p:cNvPr id="8" name="Text Box 3"/>
          <p:cNvSpPr txBox="1">
            <a:spLocks noChangeArrowheads="1"/>
          </p:cNvSpPr>
          <p:nvPr/>
        </p:nvSpPr>
        <p:spPr bwMode="auto">
          <a:xfrm>
            <a:off x="6115050" y="6451600"/>
            <a:ext cx="5029200" cy="230188"/>
          </a:xfrm>
          <a:prstGeom prst="rect">
            <a:avLst/>
          </a:prstGeom>
          <a:no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auto" latinLnBrk="0" hangingPunct="0">
              <a:lnSpc>
                <a:spcPct val="100000"/>
              </a:lnSpc>
              <a:spcBef>
                <a:spcPct val="50000"/>
              </a:spcBef>
              <a:spcAft>
                <a:spcPts val="0"/>
              </a:spcAft>
              <a:buClrTx/>
              <a:buSzTx/>
              <a:buFontTx/>
              <a:buNone/>
              <a:defRPr/>
            </a:pPr>
            <a:r>
              <a:rPr kumimoji="0" lang="en-US" sz="900" b="0" i="0" u="none" strike="noStrike" kern="1200" cap="none" spc="0" normalizeH="0" baseline="0" noProof="0" dirty="0">
                <a:ln>
                  <a:noFill/>
                </a:ln>
                <a:solidFill>
                  <a:srgbClr val="7F7F7F"/>
                </a:solidFill>
                <a:effectLst/>
                <a:uLnTx/>
                <a:uFillTx/>
                <a:latin typeface="Arial" panose="020B0604020202020204" pitchFamily="34" charset="0"/>
                <a:ea typeface="+mn-ea"/>
                <a:cs typeface="+mn-cs"/>
              </a:rPr>
              <a:t>confidential and restricted</a:t>
            </a:r>
          </a:p>
        </p:txBody>
      </p:sp>
      <p:cxnSp>
        <p:nvCxnSpPr>
          <p:cNvPr id="9" name="Straight Connector 13"/>
          <p:cNvCxnSpPr/>
          <p:nvPr/>
        </p:nvCxnSpPr>
        <p:spPr>
          <a:xfrm rot="5400000">
            <a:off x="11023600" y="6567488"/>
            <a:ext cx="228600" cy="0"/>
          </a:xfrm>
          <a:prstGeom prst="line">
            <a:avLst/>
          </a:prstGeom>
          <a:ln w="9525">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2053" name="Picture 15" descr="amazon_lab_02.png"/>
          <p:cNvPicPr>
            <a:picLocks noChangeAspect="1"/>
          </p:cNvPicPr>
          <p:nvPr/>
        </p:nvPicPr>
        <p:blipFill>
          <a:blip r:embed="rId2"/>
          <a:stretch>
            <a:fillRect/>
          </a:stretch>
        </p:blipFill>
        <p:spPr>
          <a:xfrm>
            <a:off x="241300" y="6386513"/>
            <a:ext cx="1320800" cy="388937"/>
          </a:xfrm>
          <a:prstGeom prst="rect">
            <a:avLst/>
          </a:prstGeom>
          <a:noFill/>
          <a:ln w="9525">
            <a:noFill/>
          </a:ln>
        </p:spPr>
      </p:pic>
      <p:sp>
        <p:nvSpPr>
          <p:cNvPr id="52226" name="Rectangle 2"/>
          <p:cNvSpPr>
            <a:spLocks noGrp="1" noChangeArrowheads="1"/>
          </p:cNvSpPr>
          <p:nvPr>
            <p:ph type="ctrTitle"/>
          </p:nvPr>
        </p:nvSpPr>
        <p:spPr>
          <a:xfrm>
            <a:off x="914400" y="3429000"/>
            <a:ext cx="10363200" cy="1447800"/>
          </a:xfrm>
        </p:spPr>
        <p:txBody>
          <a:bodyPr/>
          <a:lstStyle>
            <a:lvl1pPr>
              <a:defRPr/>
            </a:lvl1pPr>
          </a:lstStyle>
          <a:p>
            <a:r>
              <a:rPr lang="en-US"/>
              <a:t>Click to edit Master title style</a:t>
            </a:r>
          </a:p>
        </p:txBody>
      </p:sp>
      <p:sp>
        <p:nvSpPr>
          <p:cNvPr id="2" name="日期占位符 1"/>
          <p:cNvSpPr>
            <a:spLocks noGrp="1"/>
          </p:cNvSpPr>
          <p:nvPr>
            <p:ph type="dt" sz="half" idx="10"/>
          </p:nvPr>
        </p:nvSpPr>
        <p:spPr>
          <a:xfrm>
            <a:off x="838200" y="6356350"/>
            <a:ext cx="2743200" cy="365125"/>
          </a:xfr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D00A5E5-F30C-45AA-862F-B96C4FC99E5F}" type="datetimeFigureOut">
              <a:rPr kumimoji="0" lang="en-US" altLang="zh-CN" sz="12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rPr>
              <a:t>2/12/2026</a:t>
            </a:fld>
            <a:endParaRPr kumimoji="0" lang="en-US" altLang="zh-CN" sz="1200" b="0" i="0" u="none" strike="noStrike" kern="1200" cap="none" spc="0" normalizeH="0" baseline="0" noProof="0" dirty="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3" name="页脚占位符 2"/>
          <p:cNvSpPr>
            <a:spLocks noGrp="1"/>
          </p:cNvSpPr>
          <p:nvPr>
            <p:ph type="ftr" sz="quarter" idx="11"/>
          </p:nvPr>
        </p:nvSpPr>
        <p:spPr>
          <a:xfrm>
            <a:off x="4038600" y="6356350"/>
            <a:ext cx="4114800" cy="365125"/>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dirty="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灯片编号占位符 3"/>
          <p:cNvSpPr>
            <a:spLocks noGrp="1"/>
          </p:cNvSpPr>
          <p:nvPr>
            <p:ph type="sldNum" sz="quarter" idx="12"/>
          </p:nvPr>
        </p:nvSpPr>
        <p:spPr>
          <a:xfrm>
            <a:off x="8610600" y="6356350"/>
            <a:ext cx="2743200" cy="365125"/>
          </a:xfrm>
        </p:spPr>
        <p:txBody>
          <a:bodyPr/>
          <a:lstStyle/>
          <a:p>
            <a:pPr lvl="0" eaLnBrk="1" hangingPunct="1"/>
            <a:fld id="{9A0DB2DC-4C9A-4742-B13C-FB6460FD3503}" type="slidenum">
              <a:rPr lang="en-US" altLang="zh-CN" dirty="0">
                <a:latin typeface="Calibri" panose="020F0502020204030204" charset="0"/>
              </a:rPr>
              <a:t>‹#›</a:t>
            </a:fld>
            <a:endParaRPr lang="en-US" altLang="zh-CN" dirty="0">
              <a:latin typeface="Calibri" panose="020F050202020403020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1" cstate="email">
            <a:lum/>
          </a:blip>
          <a:srcRect/>
          <a:stretch>
            <a:fillRect/>
          </a:stretch>
        </a:blipFill>
        <a:effectLst/>
      </p:bgPr>
    </p:bg>
    <p:spTree>
      <p:nvGrpSpPr>
        <p:cNvPr id="1" name=""/>
        <p:cNvGrpSpPr/>
        <p:nvPr/>
      </p:nvGrpSpPr>
      <p:grpSpPr>
        <a:xfrm>
          <a:off x="0" y="0"/>
          <a:ext cx="0" cy="0"/>
          <a:chOff x="0" y="0"/>
          <a:chExt cx="0" cy="0"/>
        </a:xfrm>
      </p:grpSpPr>
      <p:sp>
        <p:nvSpPr>
          <p:cNvPr id="5" name="标题占位符 4"/>
          <p:cNvSpPr>
            <a:spLocks noGrp="1"/>
          </p:cNvSpPr>
          <p:nvPr>
            <p:ph type="title"/>
          </p:nvPr>
        </p:nvSpPr>
        <p:spPr>
          <a:xfrm>
            <a:off x="848411" y="461817"/>
            <a:ext cx="9341963" cy="791947"/>
          </a:xfrm>
          <a:prstGeom prst="rect">
            <a:avLst/>
          </a:prstGeom>
        </p:spPr>
        <p:txBody>
          <a:bodyPr vert="horz" lIns="91440" tIns="45720" rIns="91440" bIns="45720" rtlCol="0" anchor="ctr">
            <a:normAutofit/>
          </a:bodyPr>
          <a:lstStyle/>
          <a:p>
            <a:pPr>
              <a:defRPr/>
            </a:pPr>
            <a:r>
              <a:rPr kumimoji="1" lang="zh-CN" altLang="en-US" sz="3600" b="1" dirty="0">
                <a:solidFill>
                  <a:srgbClr val="002F75"/>
                </a:solidFill>
                <a:latin typeface="微软雅黑" panose="020B0503020204020204" pitchFamily="34" charset="-122"/>
                <a:ea typeface="微软雅黑" panose="020B0503020204020204" pitchFamily="34" charset="-122"/>
              </a:rPr>
              <a:t>主标题</a:t>
            </a:r>
            <a:r>
              <a:rPr kumimoji="1" lang="en-US" altLang="zh-CN" sz="3600" b="1" dirty="0">
                <a:solidFill>
                  <a:srgbClr val="002F75"/>
                </a:solidFill>
                <a:latin typeface="微软雅黑" panose="020B0503020204020204" pitchFamily="34" charset="-122"/>
                <a:ea typeface="微软雅黑" panose="020B0503020204020204" pitchFamily="34" charset="-122"/>
              </a:rPr>
              <a:t>-</a:t>
            </a:r>
            <a:r>
              <a:rPr kumimoji="1" lang="zh-CN" altLang="en-US" sz="3600" b="1" dirty="0">
                <a:solidFill>
                  <a:srgbClr val="002F75"/>
                </a:solidFill>
                <a:latin typeface="微软雅黑" panose="020B0503020204020204" pitchFamily="34" charset="-122"/>
                <a:ea typeface="微软雅黑" panose="020B0503020204020204" pitchFamily="34" charset="-122"/>
              </a:rPr>
              <a:t>字号</a:t>
            </a:r>
            <a:r>
              <a:rPr kumimoji="1" lang="en-US" altLang="zh-CN" sz="3600" b="1" dirty="0">
                <a:solidFill>
                  <a:srgbClr val="002F75"/>
                </a:solidFill>
                <a:latin typeface="微软雅黑" panose="020B0503020204020204" pitchFamily="34" charset="-122"/>
                <a:ea typeface="微软雅黑" panose="020B0503020204020204" pitchFamily="34" charset="-122"/>
              </a:rPr>
              <a:t>30-36</a:t>
            </a:r>
            <a:endParaRPr kumimoji="1" lang="zh-TW" altLang="en-US" sz="3600" b="1" dirty="0">
              <a:solidFill>
                <a:srgbClr val="002F75"/>
              </a:solidFill>
              <a:latin typeface="微软雅黑" panose="020B0503020204020204" pitchFamily="34" charset="-122"/>
              <a:ea typeface="微软雅黑" panose="020B0503020204020204" pitchFamily="34" charset="-122"/>
            </a:endParaRPr>
          </a:p>
        </p:txBody>
      </p:sp>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zh-CN" altLang="en-US" dirty="0"/>
              <a:t>第三级</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lvl1pPr algn="l" defTabSz="914400" rtl="0" eaLnBrk="1" latinLnBrk="0" hangingPunct="1">
        <a:lnSpc>
          <a:spcPct val="90000"/>
        </a:lnSpc>
        <a:spcBef>
          <a:spcPct val="0"/>
        </a:spcBef>
        <a:buNone/>
        <a:defRPr sz="3600" b="1" kern="1200">
          <a:solidFill>
            <a:schemeClr val="tx1"/>
          </a:solidFill>
          <a:latin typeface="思源黑体 CN Heavy" panose="020B0A00000000000000" pitchFamily="34" charset="-122"/>
          <a:ea typeface="思源黑体 CN Heavy" panose="020B0A00000000000000" pitchFamily="34" charset="-122"/>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思源黑体 CN Normal" panose="020B0400000000000000" pitchFamily="34" charset="-122"/>
          <a:ea typeface="思源黑体 CN Normal" panose="020B04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4.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tags" Target="../tags/tag37.xml"/><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slideLayout" Target="../slideLayouts/slideLayout16.xml"/><Relationship Id="rId9" Type="http://schemas.openxmlformats.org/officeDocument/2006/relationships/image" Target="../media/image11.pn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15.png"/><Relationship Id="rId3" Type="http://schemas.openxmlformats.org/officeDocument/2006/relationships/tags" Target="../tags/tag40.xml"/><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slideLayout" Target="../slideLayouts/slideLayout16.xml"/><Relationship Id="rId9" Type="http://schemas.openxmlformats.org/officeDocument/2006/relationships/image" Target="../media/image2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44.xml"/><Relationship Id="rId1" Type="http://schemas.openxmlformats.org/officeDocument/2006/relationships/tags" Target="../tags/tag43.xml"/><Relationship Id="rId4"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image" Target="../media/image28.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3" Type="http://schemas.openxmlformats.org/officeDocument/2006/relationships/tags" Target="../tags/tag49.xml"/><Relationship Id="rId7" Type="http://schemas.openxmlformats.org/officeDocument/2006/relationships/image" Target="../media/image30.pn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29.png"/><Relationship Id="rId5" Type="http://schemas.openxmlformats.org/officeDocument/2006/relationships/notesSlide" Target="../notesSlides/notesSlide4.xml"/><Relationship Id="rId4"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slideLayout" Target="../slideLayouts/slideLayout15.xml"/><Relationship Id="rId7" Type="http://schemas.openxmlformats.org/officeDocument/2006/relationships/image" Target="../media/image33.png"/><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3" Type="http://schemas.openxmlformats.org/officeDocument/2006/relationships/tags" Target="../tags/tag64.xml"/><Relationship Id="rId18" Type="http://schemas.openxmlformats.org/officeDocument/2006/relationships/tags" Target="../tags/tag69.xml"/><Relationship Id="rId26" Type="http://schemas.openxmlformats.org/officeDocument/2006/relationships/tags" Target="../tags/tag77.xml"/><Relationship Id="rId21" Type="http://schemas.openxmlformats.org/officeDocument/2006/relationships/tags" Target="../tags/tag72.xml"/><Relationship Id="rId34" Type="http://schemas.openxmlformats.org/officeDocument/2006/relationships/tags" Target="../tags/tag85.xml"/><Relationship Id="rId7" Type="http://schemas.openxmlformats.org/officeDocument/2006/relationships/tags" Target="../tags/tag58.xml"/><Relationship Id="rId12" Type="http://schemas.openxmlformats.org/officeDocument/2006/relationships/tags" Target="../tags/tag63.xml"/><Relationship Id="rId17" Type="http://schemas.openxmlformats.org/officeDocument/2006/relationships/tags" Target="../tags/tag68.xml"/><Relationship Id="rId25" Type="http://schemas.openxmlformats.org/officeDocument/2006/relationships/tags" Target="../tags/tag76.xml"/><Relationship Id="rId33" Type="http://schemas.openxmlformats.org/officeDocument/2006/relationships/tags" Target="../tags/tag84.xml"/><Relationship Id="rId38" Type="http://schemas.openxmlformats.org/officeDocument/2006/relationships/image" Target="../media/image35.png"/><Relationship Id="rId2" Type="http://schemas.openxmlformats.org/officeDocument/2006/relationships/tags" Target="../tags/tag53.xml"/><Relationship Id="rId16" Type="http://schemas.openxmlformats.org/officeDocument/2006/relationships/tags" Target="../tags/tag67.xml"/><Relationship Id="rId20" Type="http://schemas.openxmlformats.org/officeDocument/2006/relationships/tags" Target="../tags/tag71.xml"/><Relationship Id="rId29" Type="http://schemas.openxmlformats.org/officeDocument/2006/relationships/tags" Target="../tags/tag80.xml"/><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tags" Target="../tags/tag62.xml"/><Relationship Id="rId24" Type="http://schemas.openxmlformats.org/officeDocument/2006/relationships/tags" Target="../tags/tag75.xml"/><Relationship Id="rId32" Type="http://schemas.openxmlformats.org/officeDocument/2006/relationships/tags" Target="../tags/tag83.xml"/><Relationship Id="rId37" Type="http://schemas.openxmlformats.org/officeDocument/2006/relationships/notesSlide" Target="../notesSlides/notesSlide6.xml"/><Relationship Id="rId5" Type="http://schemas.openxmlformats.org/officeDocument/2006/relationships/tags" Target="../tags/tag56.xml"/><Relationship Id="rId15" Type="http://schemas.openxmlformats.org/officeDocument/2006/relationships/tags" Target="../tags/tag66.xml"/><Relationship Id="rId23" Type="http://schemas.openxmlformats.org/officeDocument/2006/relationships/tags" Target="../tags/tag74.xml"/><Relationship Id="rId28" Type="http://schemas.openxmlformats.org/officeDocument/2006/relationships/tags" Target="../tags/tag79.xml"/><Relationship Id="rId36" Type="http://schemas.openxmlformats.org/officeDocument/2006/relationships/slideLayout" Target="../slideLayouts/slideLayout15.xml"/><Relationship Id="rId10" Type="http://schemas.openxmlformats.org/officeDocument/2006/relationships/tags" Target="../tags/tag61.xml"/><Relationship Id="rId19" Type="http://schemas.openxmlformats.org/officeDocument/2006/relationships/tags" Target="../tags/tag70.xml"/><Relationship Id="rId31" Type="http://schemas.openxmlformats.org/officeDocument/2006/relationships/tags" Target="../tags/tag82.xml"/><Relationship Id="rId4" Type="http://schemas.openxmlformats.org/officeDocument/2006/relationships/tags" Target="../tags/tag55.xml"/><Relationship Id="rId9" Type="http://schemas.openxmlformats.org/officeDocument/2006/relationships/tags" Target="../tags/tag60.xml"/><Relationship Id="rId14" Type="http://schemas.openxmlformats.org/officeDocument/2006/relationships/tags" Target="../tags/tag65.xml"/><Relationship Id="rId22" Type="http://schemas.openxmlformats.org/officeDocument/2006/relationships/tags" Target="../tags/tag73.xml"/><Relationship Id="rId27" Type="http://schemas.openxmlformats.org/officeDocument/2006/relationships/tags" Target="../tags/tag78.xml"/><Relationship Id="rId30" Type="http://schemas.openxmlformats.org/officeDocument/2006/relationships/tags" Target="../tags/tag81.xml"/><Relationship Id="rId35" Type="http://schemas.openxmlformats.org/officeDocument/2006/relationships/tags" Target="../tags/tag86.xml"/><Relationship Id="rId8" Type="http://schemas.openxmlformats.org/officeDocument/2006/relationships/tags" Target="../tags/tag59.xml"/><Relationship Id="rId3" Type="http://schemas.openxmlformats.org/officeDocument/2006/relationships/tags" Target="../tags/tag54.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7.xml"/><Relationship Id="rId13" Type="http://schemas.openxmlformats.org/officeDocument/2006/relationships/image" Target="../media/image40.png"/><Relationship Id="rId3" Type="http://schemas.openxmlformats.org/officeDocument/2006/relationships/tags" Target="../tags/tag89.xml"/><Relationship Id="rId7" Type="http://schemas.openxmlformats.org/officeDocument/2006/relationships/slideLayout" Target="../slideLayouts/slideLayout15.xml"/><Relationship Id="rId12" Type="http://schemas.openxmlformats.org/officeDocument/2006/relationships/image" Target="../media/image39.png"/><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image" Target="../media/image38.png"/><Relationship Id="rId5" Type="http://schemas.openxmlformats.org/officeDocument/2006/relationships/tags" Target="../tags/tag91.xml"/><Relationship Id="rId10" Type="http://schemas.openxmlformats.org/officeDocument/2006/relationships/image" Target="../media/image37.png"/><Relationship Id="rId4" Type="http://schemas.openxmlformats.org/officeDocument/2006/relationships/tags" Target="../tags/tag90.xml"/><Relationship Id="rId9" Type="http://schemas.openxmlformats.org/officeDocument/2006/relationships/image" Target="../media/image36.png"/><Relationship Id="rId14" Type="http://schemas.openxmlformats.org/officeDocument/2006/relationships/image" Target="../media/image41.png"/></Relationships>
</file>

<file path=ppt/slides/_rels/slide11.xml.rels><?xml version="1.0" encoding="UTF-8" standalone="yes"?>
<Relationships xmlns="http://schemas.openxmlformats.org/package/2006/relationships"><Relationship Id="rId8" Type="http://schemas.openxmlformats.org/officeDocument/2006/relationships/tags" Target="../tags/tag100.xml"/><Relationship Id="rId13" Type="http://schemas.openxmlformats.org/officeDocument/2006/relationships/tags" Target="../tags/tag105.xml"/><Relationship Id="rId18" Type="http://schemas.openxmlformats.org/officeDocument/2006/relationships/tags" Target="../tags/tag110.xml"/><Relationship Id="rId3" Type="http://schemas.openxmlformats.org/officeDocument/2006/relationships/tags" Target="../tags/tag95.xml"/><Relationship Id="rId21" Type="http://schemas.openxmlformats.org/officeDocument/2006/relationships/notesSlide" Target="../notesSlides/notesSlide8.xml"/><Relationship Id="rId7" Type="http://schemas.openxmlformats.org/officeDocument/2006/relationships/tags" Target="../tags/tag99.xml"/><Relationship Id="rId12" Type="http://schemas.openxmlformats.org/officeDocument/2006/relationships/tags" Target="../tags/tag104.xml"/><Relationship Id="rId17" Type="http://schemas.openxmlformats.org/officeDocument/2006/relationships/tags" Target="../tags/tag109.xml"/><Relationship Id="rId2" Type="http://schemas.openxmlformats.org/officeDocument/2006/relationships/tags" Target="../tags/tag94.xml"/><Relationship Id="rId16" Type="http://schemas.openxmlformats.org/officeDocument/2006/relationships/tags" Target="../tags/tag108.xml"/><Relationship Id="rId20" Type="http://schemas.openxmlformats.org/officeDocument/2006/relationships/slideLayout" Target="../slideLayouts/slideLayout15.xml"/><Relationship Id="rId1" Type="http://schemas.openxmlformats.org/officeDocument/2006/relationships/tags" Target="../tags/tag93.xml"/><Relationship Id="rId6" Type="http://schemas.openxmlformats.org/officeDocument/2006/relationships/tags" Target="../tags/tag98.xml"/><Relationship Id="rId11" Type="http://schemas.openxmlformats.org/officeDocument/2006/relationships/tags" Target="../tags/tag103.xml"/><Relationship Id="rId5" Type="http://schemas.openxmlformats.org/officeDocument/2006/relationships/tags" Target="../tags/tag97.xml"/><Relationship Id="rId15" Type="http://schemas.openxmlformats.org/officeDocument/2006/relationships/tags" Target="../tags/tag107.xml"/><Relationship Id="rId23" Type="http://schemas.openxmlformats.org/officeDocument/2006/relationships/image" Target="../media/image43.png"/><Relationship Id="rId10" Type="http://schemas.openxmlformats.org/officeDocument/2006/relationships/tags" Target="../tags/tag102.xml"/><Relationship Id="rId19" Type="http://schemas.openxmlformats.org/officeDocument/2006/relationships/tags" Target="../tags/tag111.xml"/><Relationship Id="rId4" Type="http://schemas.openxmlformats.org/officeDocument/2006/relationships/tags" Target="../tags/tag96.xml"/><Relationship Id="rId9" Type="http://schemas.openxmlformats.org/officeDocument/2006/relationships/tags" Target="../tags/tag101.xml"/><Relationship Id="rId14" Type="http://schemas.openxmlformats.org/officeDocument/2006/relationships/tags" Target="../tags/tag106.xml"/><Relationship Id="rId22" Type="http://schemas.openxmlformats.org/officeDocument/2006/relationships/image" Target="../media/image42.png"/></Relationships>
</file>

<file path=ppt/slides/_rels/slide12.xml.rels><?xml version="1.0" encoding="UTF-8" standalone="yes"?>
<Relationships xmlns="http://schemas.openxmlformats.org/package/2006/relationships"><Relationship Id="rId8" Type="http://schemas.openxmlformats.org/officeDocument/2006/relationships/tags" Target="../tags/tag119.xml"/><Relationship Id="rId13" Type="http://schemas.openxmlformats.org/officeDocument/2006/relationships/tags" Target="../tags/tag124.xml"/><Relationship Id="rId18" Type="http://schemas.openxmlformats.org/officeDocument/2006/relationships/image" Target="../media/image44.png"/><Relationship Id="rId3" Type="http://schemas.openxmlformats.org/officeDocument/2006/relationships/tags" Target="../tags/tag114.xml"/><Relationship Id="rId21" Type="http://schemas.openxmlformats.org/officeDocument/2006/relationships/image" Target="../media/image46.png"/><Relationship Id="rId7" Type="http://schemas.openxmlformats.org/officeDocument/2006/relationships/tags" Target="../tags/tag118.xml"/><Relationship Id="rId12" Type="http://schemas.openxmlformats.org/officeDocument/2006/relationships/tags" Target="../tags/tag123.xml"/><Relationship Id="rId17" Type="http://schemas.openxmlformats.org/officeDocument/2006/relationships/notesSlide" Target="../notesSlides/notesSlide9.xml"/><Relationship Id="rId2" Type="http://schemas.openxmlformats.org/officeDocument/2006/relationships/tags" Target="../tags/tag113.xml"/><Relationship Id="rId16" Type="http://schemas.openxmlformats.org/officeDocument/2006/relationships/slideLayout" Target="../slideLayouts/slideLayout15.xml"/><Relationship Id="rId20" Type="http://schemas.microsoft.com/office/2007/relationships/hdphoto" Target="../media/hdphoto3.wdp"/><Relationship Id="rId1" Type="http://schemas.openxmlformats.org/officeDocument/2006/relationships/tags" Target="../tags/tag112.xml"/><Relationship Id="rId6" Type="http://schemas.openxmlformats.org/officeDocument/2006/relationships/tags" Target="../tags/tag117.xml"/><Relationship Id="rId11" Type="http://schemas.openxmlformats.org/officeDocument/2006/relationships/tags" Target="../tags/tag122.xml"/><Relationship Id="rId5" Type="http://schemas.openxmlformats.org/officeDocument/2006/relationships/tags" Target="../tags/tag116.xml"/><Relationship Id="rId15" Type="http://schemas.openxmlformats.org/officeDocument/2006/relationships/tags" Target="../tags/tag126.xml"/><Relationship Id="rId10" Type="http://schemas.openxmlformats.org/officeDocument/2006/relationships/tags" Target="../tags/tag121.xml"/><Relationship Id="rId19" Type="http://schemas.openxmlformats.org/officeDocument/2006/relationships/image" Target="../media/image45.png"/><Relationship Id="rId4" Type="http://schemas.openxmlformats.org/officeDocument/2006/relationships/tags" Target="../tags/tag115.xml"/><Relationship Id="rId9" Type="http://schemas.openxmlformats.org/officeDocument/2006/relationships/tags" Target="../tags/tag120.xml"/><Relationship Id="rId14" Type="http://schemas.openxmlformats.org/officeDocument/2006/relationships/tags" Target="../tags/tag12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5.xml"/><Relationship Id="rId1" Type="http://schemas.openxmlformats.org/officeDocument/2006/relationships/tags" Target="../tags/tag127.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29.xml"/><Relationship Id="rId1" Type="http://schemas.openxmlformats.org/officeDocument/2006/relationships/tags" Target="../tags/tag128.xml"/><Relationship Id="rId5" Type="http://schemas.openxmlformats.org/officeDocument/2006/relationships/image" Target="../media/image50.png"/><Relationship Id="rId4"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3" Type="http://schemas.openxmlformats.org/officeDocument/2006/relationships/tags" Target="../tags/tag132.xml"/><Relationship Id="rId7" Type="http://schemas.openxmlformats.org/officeDocument/2006/relationships/image" Target="../media/image51.png"/><Relationship Id="rId2" Type="http://schemas.openxmlformats.org/officeDocument/2006/relationships/tags" Target="../tags/tag131.xml"/><Relationship Id="rId1" Type="http://schemas.openxmlformats.org/officeDocument/2006/relationships/tags" Target="../tags/tag130.xml"/><Relationship Id="rId6" Type="http://schemas.openxmlformats.org/officeDocument/2006/relationships/image" Target="../media/image41.png"/><Relationship Id="rId5" Type="http://schemas.openxmlformats.org/officeDocument/2006/relationships/notesSlide" Target="../notesSlides/notesSlide12.xml"/><Relationship Id="rId4"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3.xml"/><Relationship Id="rId3" Type="http://schemas.openxmlformats.org/officeDocument/2006/relationships/tags" Target="../tags/tag135.xml"/><Relationship Id="rId7" Type="http://schemas.openxmlformats.org/officeDocument/2006/relationships/slideLayout" Target="../slideLayouts/slideLayout18.xml"/><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tags" Target="../tags/tag138.xml"/><Relationship Id="rId5" Type="http://schemas.openxmlformats.org/officeDocument/2006/relationships/tags" Target="../tags/tag137.xml"/><Relationship Id="rId10" Type="http://schemas.openxmlformats.org/officeDocument/2006/relationships/image" Target="../media/image53.png"/><Relationship Id="rId4" Type="http://schemas.openxmlformats.org/officeDocument/2006/relationships/tags" Target="../tags/tag136.xml"/><Relationship Id="rId9" Type="http://schemas.openxmlformats.org/officeDocument/2006/relationships/image" Target="../media/image52.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tags" Target="../tags/tag143.xml"/><Relationship Id="rId7" Type="http://schemas.openxmlformats.org/officeDocument/2006/relationships/image" Target="../media/image56.png"/><Relationship Id="rId2" Type="http://schemas.openxmlformats.org/officeDocument/2006/relationships/tags" Target="../tags/tag142.xml"/><Relationship Id="rId1" Type="http://schemas.openxmlformats.org/officeDocument/2006/relationships/tags" Target="../tags/tag141.xml"/><Relationship Id="rId6" Type="http://schemas.openxmlformats.org/officeDocument/2006/relationships/notesSlide" Target="../notesSlides/notesSlide15.xml"/><Relationship Id="rId5" Type="http://schemas.openxmlformats.org/officeDocument/2006/relationships/slideLayout" Target="../slideLayouts/slideLayout15.xml"/><Relationship Id="rId10" Type="http://schemas.openxmlformats.org/officeDocument/2006/relationships/image" Target="../media/image59.png"/><Relationship Id="rId4" Type="http://schemas.openxmlformats.org/officeDocument/2006/relationships/tags" Target="../tags/tag144.xml"/><Relationship Id="rId9" Type="http://schemas.openxmlformats.org/officeDocument/2006/relationships/image" Target="../media/image58.png"/></Relationships>
</file>

<file path=ppt/slides/_rels/slide19.xml.rels><?xml version="1.0" encoding="UTF-8" standalone="yes"?>
<Relationships xmlns="http://schemas.openxmlformats.org/package/2006/relationships"><Relationship Id="rId3" Type="http://schemas.openxmlformats.org/officeDocument/2006/relationships/tags" Target="../tags/tag147.xml"/><Relationship Id="rId7" Type="http://schemas.openxmlformats.org/officeDocument/2006/relationships/image" Target="../media/image38.png"/><Relationship Id="rId2" Type="http://schemas.openxmlformats.org/officeDocument/2006/relationships/tags" Target="../tags/tag146.xml"/><Relationship Id="rId1" Type="http://schemas.openxmlformats.org/officeDocument/2006/relationships/tags" Target="../tags/tag145.xml"/><Relationship Id="rId6" Type="http://schemas.openxmlformats.org/officeDocument/2006/relationships/image" Target="../media/image60.png"/><Relationship Id="rId5" Type="http://schemas.openxmlformats.org/officeDocument/2006/relationships/notesSlide" Target="../notesSlides/notesSlide16.xml"/><Relationship Id="rId4"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5.xml"/><Relationship Id="rId1" Type="http://schemas.openxmlformats.org/officeDocument/2006/relationships/tags" Target="../tags/tag148.xml"/><Relationship Id="rId5" Type="http://schemas.openxmlformats.org/officeDocument/2006/relationships/image" Target="../media/image62.png"/><Relationship Id="rId4" Type="http://schemas.openxmlformats.org/officeDocument/2006/relationships/image" Target="../media/image61.png"/></Relationships>
</file>

<file path=ppt/slides/_rels/slide21.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tags" Target="../tags/tag151.xml"/><Relationship Id="rId7" Type="http://schemas.openxmlformats.org/officeDocument/2006/relationships/image" Target="../media/image64.png"/><Relationship Id="rId2" Type="http://schemas.openxmlformats.org/officeDocument/2006/relationships/tags" Target="../tags/tag150.xml"/><Relationship Id="rId1" Type="http://schemas.openxmlformats.org/officeDocument/2006/relationships/tags" Target="../tags/tag149.xml"/><Relationship Id="rId6" Type="http://schemas.openxmlformats.org/officeDocument/2006/relationships/image" Target="../media/image63.png"/><Relationship Id="rId5" Type="http://schemas.openxmlformats.org/officeDocument/2006/relationships/notesSlide" Target="../notesSlides/notesSlide18.xml"/><Relationship Id="rId4"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19.xml"/><Relationship Id="rId3" Type="http://schemas.openxmlformats.org/officeDocument/2006/relationships/tags" Target="../tags/tag154.xml"/><Relationship Id="rId7" Type="http://schemas.openxmlformats.org/officeDocument/2006/relationships/slideLayout" Target="../slideLayouts/slideLayout15.xml"/><Relationship Id="rId12" Type="http://schemas.openxmlformats.org/officeDocument/2006/relationships/image" Target="../media/image69.png"/><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tags" Target="../tags/tag157.xml"/><Relationship Id="rId11" Type="http://schemas.openxmlformats.org/officeDocument/2006/relationships/image" Target="../media/image68.png"/><Relationship Id="rId5" Type="http://schemas.openxmlformats.org/officeDocument/2006/relationships/tags" Target="../tags/tag156.xml"/><Relationship Id="rId10" Type="http://schemas.openxmlformats.org/officeDocument/2006/relationships/image" Target="../media/image67.png"/><Relationship Id="rId4" Type="http://schemas.openxmlformats.org/officeDocument/2006/relationships/tags" Target="../tags/tag155.xml"/><Relationship Id="rId9" Type="http://schemas.openxmlformats.org/officeDocument/2006/relationships/image" Target="../media/image66.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5.xml"/><Relationship Id="rId1" Type="http://schemas.openxmlformats.org/officeDocument/2006/relationships/tags" Target="../tags/tag158.xml"/><Relationship Id="rId4" Type="http://schemas.openxmlformats.org/officeDocument/2006/relationships/image" Target="../media/image70.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5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6"/>
          <p:cNvSpPr txBox="1"/>
          <p:nvPr/>
        </p:nvSpPr>
        <p:spPr>
          <a:xfrm>
            <a:off x="722630" y="1049020"/>
            <a:ext cx="8903335" cy="3415030"/>
          </a:xfrm>
          <a:prstGeom prst="rect">
            <a:avLst/>
          </a:prstGeom>
          <a:noFill/>
        </p:spPr>
        <p:txBody>
          <a:bodyPr wrap="square" rtlCol="0">
            <a:spAutoFit/>
          </a:bodyPr>
          <a:lstStyle/>
          <a:p>
            <a:pPr algn="l"/>
            <a:r>
              <a:rPr lang="en-US" sz="5400" b="1" dirty="0">
                <a:solidFill>
                  <a:schemeClr val="bg1"/>
                </a:solidFill>
                <a:latin typeface="Times New Roman" panose="02020603050405020304" pitchFamily="18" charset="0"/>
                <a:ea typeface="DFKai-SB" panose="03000509000000000000" pitchFamily="65" charset="-120"/>
                <a:sym typeface="+mn-ea"/>
              </a:rPr>
              <a:t>CBD Cal</a:t>
            </a:r>
            <a:r>
              <a:rPr lang="en-US" altLang="zh-CN" sz="5400" b="1" dirty="0">
                <a:solidFill>
                  <a:schemeClr val="bg1"/>
                </a:solidFill>
                <a:latin typeface="Times New Roman" panose="02020603050405020304" pitchFamily="18" charset="0"/>
                <a:ea typeface="DFKai-SB" panose="03000509000000000000" pitchFamily="65" charset="-120"/>
                <a:sym typeface="+mn-ea"/>
              </a:rPr>
              <a:t>la</a:t>
            </a:r>
            <a:r>
              <a:rPr lang="en-US" sz="5400" b="1" dirty="0">
                <a:solidFill>
                  <a:schemeClr val="bg1"/>
                </a:solidFill>
                <a:latin typeface="Times New Roman" panose="02020603050405020304" pitchFamily="18" charset="0"/>
                <a:ea typeface="DFKai-SB" panose="03000509000000000000" pitchFamily="65" charset="-120"/>
                <a:sym typeface="+mn-ea"/>
              </a:rPr>
              <a:t> panel</a:t>
            </a:r>
          </a:p>
          <a:p>
            <a:pPr algn="l"/>
            <a:r>
              <a:rPr lang="en-US" sz="5400" b="1" dirty="0">
                <a:solidFill>
                  <a:schemeClr val="bg1"/>
                </a:solidFill>
                <a:latin typeface="Times New Roman" panose="02020603050405020304" pitchFamily="18" charset="0"/>
                <a:ea typeface="DFKai-SB" panose="03000509000000000000" pitchFamily="65" charset="-120"/>
                <a:sym typeface="+mn-ea"/>
              </a:rPr>
              <a:t>A</a:t>
            </a:r>
            <a:r>
              <a:rPr sz="5400" b="1" dirty="0">
                <a:solidFill>
                  <a:schemeClr val="bg1"/>
                </a:solidFill>
                <a:latin typeface="Times New Roman" panose="02020603050405020304" pitchFamily="18" charset="0"/>
                <a:ea typeface="DFKai-SB" panose="03000509000000000000" pitchFamily="65" charset="-120"/>
                <a:sym typeface="+mn-ea"/>
              </a:rPr>
              <a:t>utomatic assembly line</a:t>
            </a:r>
          </a:p>
          <a:p>
            <a:pPr algn="l" fontAlgn="ctr">
              <a:buClrTx/>
              <a:buSzTx/>
              <a:buFontTx/>
            </a:pPr>
            <a:r>
              <a:rPr lang="en-US" sz="5400" b="1" dirty="0">
                <a:solidFill>
                  <a:schemeClr val="bg1"/>
                </a:solidFill>
                <a:latin typeface="Times New Roman" panose="02020603050405020304" pitchFamily="18" charset="0"/>
                <a:ea typeface="DFKai-SB" panose="03000509000000000000" pitchFamily="65" charset="-120"/>
                <a:sym typeface="+mn-ea"/>
              </a:rPr>
              <a:t>---</a:t>
            </a:r>
            <a:r>
              <a:rPr lang="en-US" altLang="zh-TW" sz="5400" b="1" dirty="0">
                <a:solidFill>
                  <a:schemeClr val="bg1"/>
                </a:solidFill>
                <a:latin typeface="Times New Roman" panose="02020603050405020304" pitchFamily="18" charset="0"/>
                <a:ea typeface="DFKai-SB" panose="03000509000000000000" pitchFamily="65" charset="-120"/>
                <a:sym typeface="+mn-ea"/>
              </a:rPr>
              <a:t> </a:t>
            </a:r>
            <a:r>
              <a:rPr lang="zh-CN" altLang="en-US" sz="5400" dirty="0">
                <a:ln>
                  <a:noFill/>
                </a:ln>
                <a:solidFill>
                  <a:schemeClr val="bg1"/>
                </a:solidFill>
                <a:effectLst/>
                <a:latin typeface="Calibri" panose="020F0502020204030204" charset="0"/>
                <a:ea typeface="PMingLiU" panose="02020500000000000000" pitchFamily="18" charset="-120"/>
                <a:sym typeface="+mn-ea"/>
              </a:rPr>
              <a:t>Stick </a:t>
            </a:r>
            <a:r>
              <a:rPr lang="en-US" altLang="zh-CN" sz="5400" dirty="0">
                <a:ln>
                  <a:noFill/>
                </a:ln>
                <a:solidFill>
                  <a:schemeClr val="bg1"/>
                </a:solidFill>
                <a:effectLst/>
                <a:latin typeface="Calibri" panose="020F0502020204030204" charset="0"/>
                <a:ea typeface="PMingLiU" panose="02020500000000000000" pitchFamily="18" charset="-120"/>
                <a:sym typeface="+mn-ea"/>
              </a:rPr>
              <a:t>T</a:t>
            </a:r>
            <a:r>
              <a:rPr lang="zh-CN" altLang="en-US" sz="5400" dirty="0">
                <a:ln>
                  <a:noFill/>
                </a:ln>
                <a:solidFill>
                  <a:schemeClr val="bg1"/>
                </a:solidFill>
                <a:effectLst/>
                <a:latin typeface="Calibri" panose="020F0502020204030204" charset="0"/>
                <a:ea typeface="PMingLiU" panose="02020500000000000000" pitchFamily="18" charset="-120"/>
                <a:sym typeface="+mn-ea"/>
              </a:rPr>
              <a:t>-side heat sink Machine</a:t>
            </a:r>
            <a:endParaRPr lang="en-US" altLang="zh-TW" sz="5400" b="1" dirty="0">
              <a:solidFill>
                <a:schemeClr val="bg1"/>
              </a:solidFill>
              <a:latin typeface="Times New Roman" panose="02020603050405020304" pitchFamily="18" charset="0"/>
              <a:ea typeface="DFKai-SB" panose="03000509000000000000" pitchFamily="65" charset="-120"/>
              <a:sym typeface="+mn-ea"/>
            </a:endParaRPr>
          </a:p>
        </p:txBody>
      </p:sp>
      <p:sp>
        <p:nvSpPr>
          <p:cNvPr id="5" name="文本框 9"/>
          <p:cNvSpPr txBox="1"/>
          <p:nvPr>
            <p:custDataLst>
              <p:tags r:id="rId1"/>
            </p:custDataLst>
          </p:nvPr>
        </p:nvSpPr>
        <p:spPr>
          <a:xfrm>
            <a:off x="870698" y="5384499"/>
            <a:ext cx="4746169" cy="368300"/>
          </a:xfrm>
          <a:prstGeom prst="rect">
            <a:avLst/>
          </a:prstGeom>
          <a:noFill/>
        </p:spPr>
        <p:txBody>
          <a:bodyPr wrap="square" rtlCol="0">
            <a:spAutoFit/>
          </a:bodyPr>
          <a:lstStyle/>
          <a:p>
            <a:pPr hangingPunct="0"/>
            <a:r>
              <a:rPr lang="en-US" altLang="zh-TW" dirty="0">
                <a:solidFill>
                  <a:schemeClr val="bg1"/>
                </a:solidFill>
                <a:latin typeface="思源黑体 CN Normal" panose="020B0400000000000000" pitchFamily="34" charset="-122"/>
                <a:ea typeface="思源黑体 CN Normal" panose="020B0400000000000000" pitchFamily="34" charset="-122"/>
                <a:sym typeface="等线" panose="02010600030101010101" charset="-122"/>
              </a:rPr>
              <a:t>Jan 23,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8" name="组合 97"/>
          <p:cNvGrpSpPr/>
          <p:nvPr/>
        </p:nvGrpSpPr>
        <p:grpSpPr>
          <a:xfrm>
            <a:off x="389255" y="1431925"/>
            <a:ext cx="11413490" cy="1590040"/>
            <a:chOff x="613" y="2255"/>
            <a:chExt cx="17974" cy="2504"/>
          </a:xfrm>
        </p:grpSpPr>
        <p:pic>
          <p:nvPicPr>
            <p:cNvPr id="2" name="图片 1"/>
            <p:cNvPicPr>
              <a:picLocks noChangeAspect="1"/>
            </p:cNvPicPr>
            <p:nvPr/>
          </p:nvPicPr>
          <p:blipFill>
            <a:blip r:embed="rId5"/>
            <a:stretch>
              <a:fillRect/>
            </a:stretch>
          </p:blipFill>
          <p:spPr>
            <a:xfrm>
              <a:off x="613" y="2255"/>
              <a:ext cx="17975" cy="2505"/>
            </a:xfrm>
            <a:prstGeom prst="rect">
              <a:avLst/>
            </a:prstGeom>
          </p:spPr>
        </p:pic>
        <p:pic>
          <p:nvPicPr>
            <p:cNvPr id="97" name="图片 96"/>
            <p:cNvPicPr>
              <a:picLocks noChangeAspect="1"/>
            </p:cNvPicPr>
            <p:nvPr/>
          </p:nvPicPr>
          <p:blipFill>
            <a:blip r:embed="rId6"/>
            <a:stretch>
              <a:fillRect/>
            </a:stretch>
          </p:blipFill>
          <p:spPr>
            <a:xfrm>
              <a:off x="17240" y="2283"/>
              <a:ext cx="315" cy="600"/>
            </a:xfrm>
            <a:prstGeom prst="rect">
              <a:avLst/>
            </a:prstGeom>
          </p:spPr>
        </p:pic>
      </p:grpSp>
      <p:sp>
        <p:nvSpPr>
          <p:cNvPr id="4"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10300" name="TextBox 35"/>
          <p:cNvSpPr txBox="1">
            <a:spLocks noChangeArrowheads="1"/>
          </p:cNvSpPr>
          <p:nvPr>
            <p:custDataLst>
              <p:tags r:id="rId1"/>
            </p:custDataLst>
          </p:nvPr>
        </p:nvSpPr>
        <p:spPr bwMode="auto">
          <a:xfrm>
            <a:off x="919391" y="135890"/>
            <a:ext cx="812770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3200" i="1" dirty="0">
                <a:solidFill>
                  <a:srgbClr val="0070C0"/>
                </a:solidFill>
                <a:latin typeface="+mn-lt"/>
                <a:sym typeface="Arial" panose="020B0604020202020204" pitchFamily="34" charset="0"/>
              </a:rPr>
              <a:t>CBD Calla PCBA</a:t>
            </a:r>
            <a:r>
              <a:rPr lang="en-US" altLang="zh-CN" sz="3200" i="1" dirty="0">
                <a:solidFill>
                  <a:srgbClr val="0070C0"/>
                </a:solidFill>
                <a:latin typeface="+mn-lt"/>
                <a:sym typeface="Calibri" panose="020F0502020204030204"/>
              </a:rPr>
              <a:t> Assembly Line</a:t>
            </a:r>
            <a:r>
              <a:rPr lang="zh-CN" altLang="en-US" sz="3200" i="1" dirty="0">
                <a:solidFill>
                  <a:srgbClr val="0070C0"/>
                </a:solidFill>
                <a:latin typeface="+mn-lt"/>
                <a:sym typeface="Calibri" panose="020F0502020204030204"/>
              </a:rPr>
              <a:t>（</a:t>
            </a:r>
            <a:r>
              <a:rPr lang="en-US" altLang="zh-CN" sz="3200" i="1" dirty="0">
                <a:solidFill>
                  <a:srgbClr val="0070C0"/>
                </a:solidFill>
                <a:latin typeface="+mn-lt"/>
                <a:sym typeface="Calibri" panose="020F0502020204030204"/>
              </a:rPr>
              <a:t>New</a:t>
            </a:r>
            <a:r>
              <a:rPr lang="zh-CN" altLang="en-US" sz="3200" i="1" dirty="0">
                <a:solidFill>
                  <a:srgbClr val="0070C0"/>
                </a:solidFill>
                <a:latin typeface="+mn-lt"/>
                <a:sym typeface="Calibri" panose="020F0502020204030204"/>
              </a:rPr>
              <a:t>）</a:t>
            </a:r>
          </a:p>
        </p:txBody>
      </p:sp>
      <p:sp>
        <p:nvSpPr>
          <p:cNvPr id="5" name="右箭头 266"/>
          <p:cNvSpPr/>
          <p:nvPr/>
        </p:nvSpPr>
        <p:spPr>
          <a:xfrm>
            <a:off x="278606" y="683010"/>
            <a:ext cx="1277938" cy="341313"/>
          </a:xfrm>
          <a:prstGeom prst="rightArrow">
            <a:avLst>
              <a:gd name="adj1" fmla="val 50000"/>
              <a:gd name="adj2" fmla="val 115543"/>
            </a:avLst>
          </a:prstGeom>
          <a:solidFill>
            <a:srgbClr val="FF0000">
              <a:alpha val="75000"/>
            </a:srgbClr>
          </a:solidFill>
          <a:ln>
            <a:solidFill>
              <a:srgbClr val="FF0000"/>
            </a:solidFill>
          </a:ln>
        </p:spPr>
        <p:style>
          <a:lnRef idx="2">
            <a:schemeClr val="dk1"/>
          </a:lnRef>
          <a:fillRef idx="1">
            <a:schemeClr val="lt1"/>
          </a:fillRef>
          <a:effectRef idx="0">
            <a:schemeClr val="dk1"/>
          </a:effectRef>
          <a:fontRef idx="minor">
            <a:schemeClr val="dk1"/>
          </a:fontRef>
        </p:style>
        <p:txBody>
          <a:bodyPr anchor="ctr"/>
          <a:lstStyle/>
          <a:p>
            <a:pPr algn="ctr"/>
            <a:r>
              <a:rPr lang="zh-CN" altLang="en-US" sz="1400" b="1" dirty="0">
                <a:solidFill>
                  <a:srgbClr val="000000"/>
                </a:solidFill>
                <a:latin typeface="Microsoft JhengHei" panose="020B0604030504040204" pitchFamily="34" charset="-120"/>
                <a:ea typeface="Microsoft JhengHei" panose="020B0604030504040204" pitchFamily="34" charset="-120"/>
                <a:sym typeface="+mn-ea"/>
              </a:rPr>
              <a:t>Line flow </a:t>
            </a:r>
            <a:endParaRPr lang="zh-CN" altLang="en-US" sz="1400" b="1">
              <a:solidFill>
                <a:srgbClr val="000000"/>
              </a:solidFill>
              <a:latin typeface="Microsoft JhengHei" panose="020B0604030504040204" pitchFamily="34" charset="-120"/>
              <a:ea typeface="Microsoft JhengHei" panose="020B0604030504040204" pitchFamily="34" charset="-120"/>
            </a:endParaRPr>
          </a:p>
        </p:txBody>
      </p:sp>
      <p:cxnSp>
        <p:nvCxnSpPr>
          <p:cNvPr id="9" name="直接连接符 8"/>
          <p:cNvCxnSpPr/>
          <p:nvPr/>
        </p:nvCxnSpPr>
        <p:spPr>
          <a:xfrm flipV="1">
            <a:off x="2339674" y="2697756"/>
            <a:ext cx="0" cy="75882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4079661" y="2697738"/>
            <a:ext cx="0" cy="75882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5550787" y="2671678"/>
            <a:ext cx="0" cy="75882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7" name="组合 36"/>
          <p:cNvGrpSpPr/>
          <p:nvPr/>
        </p:nvGrpSpPr>
        <p:grpSpPr>
          <a:xfrm>
            <a:off x="530225" y="2680335"/>
            <a:ext cx="913130" cy="760730"/>
            <a:chOff x="835" y="4221"/>
            <a:chExt cx="1438" cy="1198"/>
          </a:xfrm>
        </p:grpSpPr>
        <p:sp>
          <p:nvSpPr>
            <p:cNvPr id="6" name="TextBox 216"/>
            <p:cNvSpPr txBox="1">
              <a:spLocks noChangeArrowheads="1"/>
            </p:cNvSpPr>
            <p:nvPr/>
          </p:nvSpPr>
          <p:spPr bwMode="auto">
            <a:xfrm>
              <a:off x="1208" y="4766"/>
              <a:ext cx="978"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cxnSp>
          <p:nvCxnSpPr>
            <p:cNvPr id="7" name="直接连接符 6"/>
            <p:cNvCxnSpPr/>
            <p:nvPr/>
          </p:nvCxnSpPr>
          <p:spPr>
            <a:xfrm flipV="1">
              <a:off x="835" y="4221"/>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2273" y="4225"/>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835" y="5307"/>
              <a:ext cx="143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16" name="直接箭头连接符 15"/>
          <p:cNvCxnSpPr/>
          <p:nvPr/>
        </p:nvCxnSpPr>
        <p:spPr>
          <a:xfrm>
            <a:off x="1416876" y="3370298"/>
            <a:ext cx="93189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V="1">
            <a:off x="2339979" y="3363159"/>
            <a:ext cx="925830" cy="762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254541" y="3362484"/>
            <a:ext cx="850265" cy="889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V="1">
            <a:off x="4069501" y="3363149"/>
            <a:ext cx="960755" cy="8255"/>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V="1">
            <a:off x="5563292" y="3353819"/>
            <a:ext cx="882650" cy="889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TextBox 216"/>
          <p:cNvSpPr txBox="1">
            <a:spLocks noChangeArrowheads="1"/>
          </p:cNvSpPr>
          <p:nvPr/>
        </p:nvSpPr>
        <p:spPr bwMode="auto">
          <a:xfrm>
            <a:off x="1732304" y="3040563"/>
            <a:ext cx="620713"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sp>
        <p:nvSpPr>
          <p:cNvPr id="23" name="TextBox 216"/>
          <p:cNvSpPr txBox="1">
            <a:spLocks noChangeArrowheads="1"/>
          </p:cNvSpPr>
          <p:nvPr/>
        </p:nvSpPr>
        <p:spPr bwMode="auto">
          <a:xfrm>
            <a:off x="2581275" y="3029585"/>
            <a:ext cx="516890"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800</a:t>
            </a:r>
            <a:endParaRPr lang="zh-CN" altLang="en-US" sz="1300" b="1" dirty="0">
              <a:latin typeface="宋体" panose="02010600030101010101" pitchFamily="2" charset="-122"/>
              <a:ea typeface="宋体" panose="02010600030101010101" pitchFamily="2" charset="-122"/>
            </a:endParaRPr>
          </a:p>
        </p:txBody>
      </p:sp>
      <p:sp>
        <p:nvSpPr>
          <p:cNvPr id="24" name="TextBox 216"/>
          <p:cNvSpPr txBox="1">
            <a:spLocks noChangeArrowheads="1"/>
          </p:cNvSpPr>
          <p:nvPr/>
        </p:nvSpPr>
        <p:spPr bwMode="auto">
          <a:xfrm>
            <a:off x="3411636" y="3038161"/>
            <a:ext cx="449521" cy="315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840</a:t>
            </a:r>
            <a:endParaRPr lang="zh-CN" altLang="en-US" sz="1300" b="1" dirty="0">
              <a:latin typeface="宋体" panose="02010600030101010101" pitchFamily="2" charset="-122"/>
              <a:ea typeface="宋体" panose="02010600030101010101" pitchFamily="2" charset="-122"/>
            </a:endParaRPr>
          </a:p>
        </p:txBody>
      </p:sp>
      <p:sp>
        <p:nvSpPr>
          <p:cNvPr id="25" name="TextBox 216"/>
          <p:cNvSpPr txBox="1">
            <a:spLocks noChangeArrowheads="1"/>
          </p:cNvSpPr>
          <p:nvPr/>
        </p:nvSpPr>
        <p:spPr bwMode="auto">
          <a:xfrm>
            <a:off x="4330218" y="3022307"/>
            <a:ext cx="62071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sp>
        <p:nvSpPr>
          <p:cNvPr id="26" name="TextBox 216"/>
          <p:cNvSpPr txBox="1">
            <a:spLocks noChangeArrowheads="1"/>
          </p:cNvSpPr>
          <p:nvPr/>
        </p:nvSpPr>
        <p:spPr bwMode="auto">
          <a:xfrm>
            <a:off x="5713730" y="2988945"/>
            <a:ext cx="474345"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sp>
        <p:nvSpPr>
          <p:cNvPr id="28" name="TextBox 142"/>
          <p:cNvSpPr txBox="1">
            <a:spLocks noChangeArrowheads="1"/>
          </p:cNvSpPr>
          <p:nvPr/>
        </p:nvSpPr>
        <p:spPr bwMode="auto">
          <a:xfrm>
            <a:off x="50800" y="5969000"/>
            <a:ext cx="10671175" cy="65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400" b="1" dirty="0">
                <a:latin typeface="+mn-lt"/>
                <a:ea typeface="Microsoft JhengHei" panose="020B0604030504040204" pitchFamily="34" charset="-120"/>
                <a:cs typeface="Times New Roman" panose="02020603050405020304" pitchFamily="18" charset="0"/>
                <a:sym typeface="+mn-ea"/>
              </a:rPr>
              <a:t>Automation Assembly Line </a:t>
            </a:r>
            <a:r>
              <a:rPr lang="en-US" altLang="zh-CN" sz="1400" b="1" dirty="0">
                <a:latin typeface="+mn-lt"/>
                <a:ea typeface="Microsoft JhengHei" panose="020B0604030504040204" pitchFamily="34" charset="-120"/>
                <a:sym typeface="+mn-ea"/>
              </a:rPr>
              <a:t>UPH</a:t>
            </a:r>
            <a:r>
              <a:rPr lang="en-US" altLang="zh-CN" sz="1400" b="1" dirty="0">
                <a:latin typeface="Microsoft JhengHei" panose="020B0604030504040204" pitchFamily="34" charset="-120"/>
                <a:ea typeface="Microsoft JhengHei" panose="020B0604030504040204" pitchFamily="34" charset="-120"/>
              </a:rPr>
              <a:t> </a:t>
            </a:r>
            <a:r>
              <a:rPr lang="zh-CN" altLang="en-US" sz="1400" b="1" dirty="0">
                <a:latin typeface="Microsoft JhengHei" panose="020B0604030504040204" pitchFamily="34" charset="-120"/>
                <a:ea typeface="Microsoft JhengHei" panose="020B0604030504040204" pitchFamily="34" charset="-120"/>
              </a:rPr>
              <a:t>：</a:t>
            </a:r>
            <a:r>
              <a:rPr lang="en-US" altLang="zh-TW" sz="1400" b="1" dirty="0">
                <a:solidFill>
                  <a:srgbClr val="0000FF"/>
                </a:solidFill>
                <a:latin typeface="Microsoft JhengHei" panose="020B0604030504040204" pitchFamily="34" charset="-120"/>
                <a:ea typeface="Microsoft JhengHei" panose="020B0604030504040204" pitchFamily="34" charset="-120"/>
              </a:rPr>
              <a:t>500PCS/H</a:t>
            </a:r>
            <a:endParaRPr lang="en-US" altLang="zh-CN" sz="1400" b="1" dirty="0">
              <a:solidFill>
                <a:srgbClr val="0000FF"/>
              </a:solidFill>
              <a:latin typeface="Microsoft JhengHei" panose="020B0604030504040204" pitchFamily="34" charset="-120"/>
              <a:ea typeface="Microsoft JhengHei" panose="020B0604030504040204" pitchFamily="34" charset="-120"/>
            </a:endParaRPr>
          </a:p>
          <a:p>
            <a:pPr>
              <a:lnSpc>
                <a:spcPct val="130000"/>
              </a:lnSpc>
            </a:pPr>
            <a:r>
              <a:rPr lang="en-US" altLang="zh-CN" sz="1400" b="1" dirty="0">
                <a:latin typeface="+mn-lt"/>
                <a:ea typeface="Microsoft JhengHei" panose="020B0604030504040204" pitchFamily="34" charset="-120"/>
                <a:cs typeface="Times New Roman" panose="02020603050405020304" pitchFamily="18" charset="0"/>
                <a:sym typeface="+mn-ea"/>
              </a:rPr>
              <a:t>Automation Assembly Line Dimension </a:t>
            </a:r>
            <a:r>
              <a:rPr lang="zh-CN" altLang="en-US" sz="1400" b="1" dirty="0">
                <a:latin typeface="Microsoft JhengHei" panose="020B0604030504040204" pitchFamily="34" charset="-120"/>
                <a:ea typeface="Microsoft JhengHei" panose="020B0604030504040204" pitchFamily="34" charset="-120"/>
              </a:rPr>
              <a:t>：</a:t>
            </a:r>
            <a:r>
              <a:rPr lang="en-US" altLang="zh-CN" sz="1400" b="1" dirty="0">
                <a:latin typeface="Microsoft JhengHei" panose="020B0604030504040204" pitchFamily="34" charset="-120"/>
                <a:ea typeface="Microsoft JhengHei" panose="020B0604030504040204" pitchFamily="34" charset="-120"/>
              </a:rPr>
              <a:t> </a:t>
            </a:r>
            <a:r>
              <a:rPr lang="en-US" altLang="zh-CN" sz="1400" b="1" dirty="0">
                <a:solidFill>
                  <a:srgbClr val="0000FF"/>
                </a:solidFill>
                <a:latin typeface="Microsoft JhengHei" panose="020B0604030504040204" pitchFamily="34" charset="-120"/>
                <a:ea typeface="Microsoft JhengHei" panose="020B0604030504040204" pitchFamily="34" charset="-120"/>
              </a:rPr>
              <a:t>L 11020mm * W 1500mm * H 1620mm (</a:t>
            </a:r>
            <a:r>
              <a:rPr lang="zh-CN" altLang="en-US" sz="1400" b="1" dirty="0">
                <a:solidFill>
                  <a:srgbClr val="0000FF"/>
                </a:solidFill>
                <a:latin typeface="Microsoft JhengHei" panose="020B0604030504040204" pitchFamily="34" charset="-120"/>
                <a:ea typeface="Microsoft JhengHei" panose="020B0604030504040204" pitchFamily="34" charset="-120"/>
                <a:sym typeface="+mn-ea"/>
              </a:rPr>
              <a:t>For reference, according to the actual</a:t>
            </a:r>
            <a:r>
              <a:rPr lang="en-US" altLang="zh-CN" sz="1400" b="1" dirty="0">
                <a:solidFill>
                  <a:srgbClr val="0000FF"/>
                </a:solidFill>
                <a:latin typeface="Microsoft JhengHei" panose="020B0604030504040204" pitchFamily="34" charset="-120"/>
                <a:ea typeface="Microsoft JhengHei" panose="020B0604030504040204" pitchFamily="34" charset="-120"/>
              </a:rPr>
              <a:t>)</a:t>
            </a:r>
          </a:p>
        </p:txBody>
      </p:sp>
      <p:graphicFrame>
        <p:nvGraphicFramePr>
          <p:cNvPr id="31" name="表格 30"/>
          <p:cNvGraphicFramePr>
            <a:graphicFrameLocks noGrp="1"/>
          </p:cNvGraphicFramePr>
          <p:nvPr>
            <p:custDataLst>
              <p:tags r:id="rId2"/>
            </p:custDataLst>
          </p:nvPr>
        </p:nvGraphicFramePr>
        <p:xfrm>
          <a:off x="50800" y="3550285"/>
          <a:ext cx="11752580" cy="2115185"/>
        </p:xfrm>
        <a:graphic>
          <a:graphicData uri="http://schemas.openxmlformats.org/drawingml/2006/table">
            <a:tbl>
              <a:tblPr/>
              <a:tblGrid>
                <a:gridCol w="504190">
                  <a:extLst>
                    <a:ext uri="{9D8B030D-6E8A-4147-A177-3AD203B41FA5}">
                      <a16:colId xmlns:a16="http://schemas.microsoft.com/office/drawing/2014/main" val="20000"/>
                    </a:ext>
                  </a:extLst>
                </a:gridCol>
                <a:gridCol w="879475">
                  <a:extLst>
                    <a:ext uri="{9D8B030D-6E8A-4147-A177-3AD203B41FA5}">
                      <a16:colId xmlns:a16="http://schemas.microsoft.com/office/drawing/2014/main" val="20001"/>
                    </a:ext>
                  </a:extLst>
                </a:gridCol>
                <a:gridCol w="931545">
                  <a:extLst>
                    <a:ext uri="{9D8B030D-6E8A-4147-A177-3AD203B41FA5}">
                      <a16:colId xmlns:a16="http://schemas.microsoft.com/office/drawing/2014/main" val="20002"/>
                    </a:ext>
                  </a:extLst>
                </a:gridCol>
                <a:gridCol w="986790">
                  <a:extLst>
                    <a:ext uri="{9D8B030D-6E8A-4147-A177-3AD203B41FA5}">
                      <a16:colId xmlns:a16="http://schemas.microsoft.com/office/drawing/2014/main" val="20003"/>
                    </a:ext>
                  </a:extLst>
                </a:gridCol>
                <a:gridCol w="678815">
                  <a:extLst>
                    <a:ext uri="{9D8B030D-6E8A-4147-A177-3AD203B41FA5}">
                      <a16:colId xmlns:a16="http://schemas.microsoft.com/office/drawing/2014/main" val="20004"/>
                    </a:ext>
                  </a:extLst>
                </a:gridCol>
                <a:gridCol w="948690">
                  <a:extLst>
                    <a:ext uri="{9D8B030D-6E8A-4147-A177-3AD203B41FA5}">
                      <a16:colId xmlns:a16="http://schemas.microsoft.com/office/drawing/2014/main" val="20005"/>
                    </a:ext>
                  </a:extLst>
                </a:gridCol>
                <a:gridCol w="532765">
                  <a:extLst>
                    <a:ext uri="{9D8B030D-6E8A-4147-A177-3AD203B41FA5}">
                      <a16:colId xmlns:a16="http://schemas.microsoft.com/office/drawing/2014/main" val="20006"/>
                    </a:ext>
                  </a:extLst>
                </a:gridCol>
                <a:gridCol w="902335">
                  <a:extLst>
                    <a:ext uri="{9D8B030D-6E8A-4147-A177-3AD203B41FA5}">
                      <a16:colId xmlns:a16="http://schemas.microsoft.com/office/drawing/2014/main" val="20007"/>
                    </a:ext>
                  </a:extLst>
                </a:gridCol>
                <a:gridCol w="941070">
                  <a:extLst>
                    <a:ext uri="{9D8B030D-6E8A-4147-A177-3AD203B41FA5}">
                      <a16:colId xmlns:a16="http://schemas.microsoft.com/office/drawing/2014/main" val="20008"/>
                    </a:ext>
                  </a:extLst>
                </a:gridCol>
                <a:gridCol w="951230">
                  <a:extLst>
                    <a:ext uri="{9D8B030D-6E8A-4147-A177-3AD203B41FA5}">
                      <a16:colId xmlns:a16="http://schemas.microsoft.com/office/drawing/2014/main" val="20009"/>
                    </a:ext>
                  </a:extLst>
                </a:gridCol>
                <a:gridCol w="746125">
                  <a:extLst>
                    <a:ext uri="{9D8B030D-6E8A-4147-A177-3AD203B41FA5}">
                      <a16:colId xmlns:a16="http://schemas.microsoft.com/office/drawing/2014/main" val="20010"/>
                    </a:ext>
                  </a:extLst>
                </a:gridCol>
                <a:gridCol w="908685">
                  <a:extLst>
                    <a:ext uri="{9D8B030D-6E8A-4147-A177-3AD203B41FA5}">
                      <a16:colId xmlns:a16="http://schemas.microsoft.com/office/drawing/2014/main" val="20011"/>
                    </a:ext>
                  </a:extLst>
                </a:gridCol>
                <a:gridCol w="852170">
                  <a:extLst>
                    <a:ext uri="{9D8B030D-6E8A-4147-A177-3AD203B41FA5}">
                      <a16:colId xmlns:a16="http://schemas.microsoft.com/office/drawing/2014/main" val="20012"/>
                    </a:ext>
                  </a:extLst>
                </a:gridCol>
                <a:gridCol w="988695">
                  <a:extLst>
                    <a:ext uri="{9D8B030D-6E8A-4147-A177-3AD203B41FA5}">
                      <a16:colId xmlns:a16="http://schemas.microsoft.com/office/drawing/2014/main" val="20013"/>
                    </a:ext>
                  </a:extLst>
                </a:gridCol>
              </a:tblGrid>
              <a:tr h="243840">
                <a:tc>
                  <a:txBody>
                    <a:bodyPr/>
                    <a:lstStyle/>
                    <a:p>
                      <a:pPr algn="ctr"/>
                      <a:r>
                        <a:rPr lang="en-US" altLang="zh-TW" sz="900" dirty="0">
                          <a:solidFill>
                            <a:sysClr val="windowText" lastClr="000000"/>
                          </a:solidFill>
                          <a:sym typeface="+mn-ea"/>
                        </a:rPr>
                        <a:t>Item</a:t>
                      </a:r>
                      <a:endParaRPr kumimoji="0" lang="en-US" altLang="zh-TW" sz="900" b="0" i="0" u="none" strike="noStrike" cap="none" normalizeH="0" baseline="0" dirty="0">
                        <a:ln>
                          <a:noFill/>
                        </a:ln>
                        <a:solidFill>
                          <a:sysClr val="windowText" lastClr="000000"/>
                        </a:solidFill>
                        <a:effectLst/>
                        <a:latin typeface="Microsoft JhengHei" panose="020B0604030504040204" pitchFamily="34" charset="-120"/>
                        <a:ea typeface="Microsoft JhengHei" panose="020B0604030504040204" pitchFamily="34" charset="-120"/>
                        <a:sym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1</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2</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3</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4</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5</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7</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8</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9</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algn="ctr" defTabSz="914400" rtl="0" eaLnBrk="1" fontAlgn="base" latinLnBrk="0" hangingPunct="1">
                        <a:lnSpc>
                          <a:spcPct val="100000"/>
                        </a:lnSpc>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4</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11</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12</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13</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0"/>
                  </a:ext>
                </a:extLst>
              </a:tr>
              <a:tr h="548640">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sz="900" dirty="0">
                          <a:ln>
                            <a:noFill/>
                          </a:ln>
                          <a:solidFill>
                            <a:srgbClr val="000000"/>
                          </a:solidFill>
                          <a:effectLst/>
                          <a:latin typeface="Microsoft JhengHei" panose="020B0604030504040204" pitchFamily="34" charset="-120"/>
                          <a:ea typeface="Microsoft JhengHei" panose="020B0604030504040204" pitchFamily="34" charset="-120"/>
                          <a:sym typeface="+mn-ea"/>
                        </a:rPr>
                        <a:t>Equipment</a:t>
                      </a:r>
                      <a:endParaRPr kumimoji="0" lang="zh-CN" altLang="en-US" sz="9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sym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algn="ctr" fontAlgn="ctr">
                        <a:buClrTx/>
                        <a:buSzTx/>
                        <a:buFontTx/>
                      </a:pPr>
                      <a:r>
                        <a:rPr lang="zh-CN" altLang="en-US" sz="1000" dirty="0">
                          <a:ln>
                            <a:noFill/>
                          </a:ln>
                          <a:solidFill>
                            <a:srgbClr val="000000"/>
                          </a:solidFill>
                          <a:effectLst/>
                          <a:latin typeface="Calibri" panose="020F0502020204030204" charset="0"/>
                          <a:ea typeface="PMingLiU" panose="02020500000000000000" pitchFamily="18" charset="-120"/>
                          <a:sym typeface="+mn-ea"/>
                        </a:rPr>
                        <a:t>Stick B-side EMI  Machine</a:t>
                      </a:r>
                      <a:endParaRPr lang="zh-CN" altLang="en-US" sz="1000" i="0" dirty="0">
                        <a:ln>
                          <a:noFill/>
                        </a:ln>
                        <a:solidFill>
                          <a:srgbClr val="000000"/>
                        </a:solidFill>
                        <a:effectLst/>
                        <a:latin typeface="Calibri" panose="020F0502020204030204" charset="0"/>
                        <a:ea typeface="PMingLiU" panose="02020500000000000000" pitchFamily="18" charset="-120"/>
                      </a:endParaRP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algn="ctr" fontAlgn="ctr">
                        <a:buClrTx/>
                        <a:buSzTx/>
                        <a:buFontTx/>
                      </a:pPr>
                      <a:r>
                        <a:rPr lang="zh-CN" altLang="en-US" sz="1000" dirty="0">
                          <a:ln>
                            <a:noFill/>
                          </a:ln>
                          <a:solidFill>
                            <a:srgbClr val="000000"/>
                          </a:solidFill>
                          <a:effectLst/>
                          <a:latin typeface="Calibri" panose="020F0502020204030204" charset="0"/>
                          <a:ea typeface="PMingLiU" panose="02020500000000000000" pitchFamily="18" charset="-120"/>
                          <a:sym typeface="+mn-ea"/>
                        </a:rPr>
                        <a:t>Point B-side heat dissipation paste Machine</a:t>
                      </a:r>
                      <a:endParaRPr lang="zh-CN" altLang="en-US" sz="1000" i="0" dirty="0">
                        <a:ln>
                          <a:noFill/>
                        </a:ln>
                        <a:solidFill>
                          <a:srgbClr val="000000"/>
                        </a:solidFill>
                        <a:effectLst/>
                        <a:latin typeface="Calibri" panose="020F0502020204030204" charset="0"/>
                        <a:ea typeface="PMingLiU" panose="02020500000000000000" pitchFamily="18" charset="-120"/>
                      </a:endParaRP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fontAlgn="ctr">
                        <a:buClrTx/>
                        <a:buSzTx/>
                        <a:buFontTx/>
                      </a:pPr>
                      <a:r>
                        <a:rPr lang="zh-CN" altLang="en-US" sz="1000" i="0" dirty="0">
                          <a:ln>
                            <a:noFill/>
                          </a:ln>
                          <a:solidFill>
                            <a:srgbClr val="000000"/>
                          </a:solidFill>
                          <a:effectLst/>
                          <a:latin typeface="Calibri" panose="020F0502020204030204" charset="0"/>
                          <a:ea typeface="PMingLiU" panose="02020500000000000000" pitchFamily="18" charset="-120"/>
                        </a:rPr>
                        <a:t>Stick B-side heat sink Machine</a:t>
                      </a:r>
                      <a:r>
                        <a:rPr lang="zh-CN" altLang="en-US" sz="1000" dirty="0">
                          <a:ln>
                            <a:noFill/>
                          </a:ln>
                          <a:solidFill>
                            <a:srgbClr val="000000"/>
                          </a:solidFill>
                          <a:effectLst/>
                          <a:latin typeface="Calibri" panose="020F0502020204030204" charset="0"/>
                          <a:ea typeface="PMingLiU" panose="02020500000000000000" pitchFamily="18" charset="-120"/>
                          <a:sym typeface="+mn-ea"/>
                        </a:rPr>
                        <a:t>（</a:t>
                      </a:r>
                      <a:r>
                        <a:rPr lang="en-US" altLang="zh-CN" sz="1000" dirty="0">
                          <a:ln>
                            <a:noFill/>
                          </a:ln>
                          <a:solidFill>
                            <a:srgbClr val="000000"/>
                          </a:solidFill>
                          <a:effectLst/>
                          <a:latin typeface="Calibri" panose="020F0502020204030204" charset="0"/>
                          <a:ea typeface="PMingLiU" panose="02020500000000000000" pitchFamily="18" charset="-120"/>
                          <a:sym typeface="+mn-ea"/>
                        </a:rPr>
                        <a:t>Robot</a:t>
                      </a:r>
                      <a:r>
                        <a:rPr lang="zh-CN" altLang="en-US" sz="1000" dirty="0">
                          <a:ln>
                            <a:noFill/>
                          </a:ln>
                          <a:solidFill>
                            <a:srgbClr val="000000"/>
                          </a:solidFill>
                          <a:effectLst/>
                          <a:latin typeface="Calibri" panose="020F0502020204030204" charset="0"/>
                          <a:ea typeface="PMingLiU" panose="02020500000000000000" pitchFamily="18" charset="-120"/>
                          <a:sym typeface="+mn-ea"/>
                        </a:rPr>
                        <a:t>）</a:t>
                      </a:r>
                      <a:endParaRPr lang="zh-CN" altLang="en-US" sz="1000" i="0" dirty="0">
                        <a:ln>
                          <a:noFill/>
                        </a:ln>
                        <a:solidFill>
                          <a:srgbClr val="000000"/>
                        </a:solidFill>
                        <a:effectLst/>
                        <a:latin typeface="Calibri" panose="020F0502020204030204" charset="0"/>
                        <a:ea typeface="PMingLiU" panose="02020500000000000000" pitchFamily="18" charset="-120"/>
                      </a:endParaRP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algn="ctr" defTabSz="914400" rtl="0" eaLnBrk="1" fontAlgn="base" latinLnBrk="0" hangingPunct="1">
                        <a:lnSpc>
                          <a:spcPct val="100000"/>
                        </a:lnSpc>
                        <a:buClrTx/>
                        <a:buSzTx/>
                        <a:buFontTx/>
                        <a:buNone/>
                      </a:pPr>
                      <a:r>
                        <a:rPr kumimoji="1" lang="zh-CN" altLang="en-US" sz="1000" b="0" i="0" u="none" strike="noStrike" cap="none" normalizeH="0" baseline="0" dirty="0">
                          <a:ln>
                            <a:noFill/>
                          </a:ln>
                          <a:solidFill>
                            <a:srgbClr val="000000"/>
                          </a:solidFill>
                          <a:effectLst/>
                          <a:latin typeface="Calibri" panose="020F0502020204030204" charset="0"/>
                          <a:ea typeface="PMingLiU" panose="02020500000000000000" pitchFamily="18" charset="-120"/>
                        </a:rPr>
                        <a:t>Pressing machine</a:t>
                      </a: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algn="ctr" fontAlgn="base">
                        <a:buClrTx/>
                        <a:buSzTx/>
                        <a:buFontTx/>
                      </a:pPr>
                      <a:r>
                        <a:rPr kumimoji="1" lang="zh-CN" altLang="en-US" sz="1000" i="0" dirty="0">
                          <a:ln>
                            <a:noFill/>
                          </a:ln>
                          <a:solidFill>
                            <a:srgbClr val="000000"/>
                          </a:solidFill>
                          <a:effectLst/>
                          <a:latin typeface="Calibri" panose="020F0502020204030204" charset="0"/>
                          <a:ea typeface="PMingLiU" panose="02020500000000000000" pitchFamily="18" charset="-120"/>
                        </a:rPr>
                        <a:t>Stick B-side foam Machine</a:t>
                      </a:r>
                      <a:r>
                        <a:rPr kumimoji="1" lang="en-US" altLang="zh-CN" sz="1000" i="0" dirty="0">
                          <a:ln>
                            <a:noFill/>
                          </a:ln>
                          <a:solidFill>
                            <a:srgbClr val="000000"/>
                          </a:solidFill>
                          <a:effectLst/>
                          <a:latin typeface="Calibri" panose="020F0502020204030204" charset="0"/>
                          <a:ea typeface="PMingLiU" panose="02020500000000000000" pitchFamily="18" charset="-120"/>
                        </a:rPr>
                        <a:t>*2</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algn="ctr" fontAlgn="base">
                        <a:buClrTx/>
                        <a:buSzTx/>
                        <a:buFontTx/>
                      </a:pP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Flip Over Machine</a:t>
                      </a:r>
                      <a:endParaRPr kumimoji="1" lang="zh-CN" altLang="en-US" sz="1000" b="0" i="0" u="none" strike="noStrike" cap="none" normalizeH="0" baseline="0" dirty="0">
                        <a:ln>
                          <a:noFill/>
                        </a:ln>
                        <a:solidFill>
                          <a:srgbClr val="000000"/>
                        </a:solidFill>
                        <a:effectLst/>
                        <a:latin typeface="Calibri" panose="020F0502020204030204" charset="0"/>
                        <a:ea typeface="PMingLiU" panose="02020500000000000000" pitchFamily="18"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algn="ctr" fontAlgn="ctr">
                        <a:buClrTx/>
                        <a:buSzTx/>
                        <a:buFontTx/>
                      </a:pP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Stick T-side EMI  Machine</a:t>
                      </a:r>
                      <a:endParaRPr kumimoji="1" lang="zh-CN" altLang="en-US" sz="1000" i="0" dirty="0">
                        <a:ln>
                          <a:noFill/>
                        </a:ln>
                        <a:solidFill>
                          <a:srgbClr val="000000"/>
                        </a:solidFill>
                        <a:effectLst/>
                        <a:latin typeface="Calibri" panose="020F0502020204030204" charset="0"/>
                        <a:ea typeface="PMingLiU" panose="02020500000000000000" pitchFamily="18" charset="-120"/>
                      </a:endParaRP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fontAlgn="ctr"/>
                      <a:r>
                        <a:rPr kumimoji="1" lang="zh-CN" altLang="en-US" sz="1000" i="0" dirty="0">
                          <a:ln>
                            <a:noFill/>
                          </a:ln>
                          <a:solidFill>
                            <a:srgbClr val="000000"/>
                          </a:solidFill>
                          <a:effectLst/>
                          <a:latin typeface="Calibri" panose="020F0502020204030204" charset="0"/>
                          <a:ea typeface="PMingLiU" panose="02020500000000000000" pitchFamily="18" charset="-120"/>
                        </a:rPr>
                        <a:t>Point T-side heat dissipation paste Machine</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algn="ctr" fontAlgn="ctr">
                        <a:buClrTx/>
                        <a:buSzTx/>
                        <a:buFontTx/>
                      </a:pP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Stick T-side heat sink Machine</a:t>
                      </a:r>
                      <a:r>
                        <a:rPr lang="zh-CN" altLang="en-US" sz="1000" dirty="0">
                          <a:ln>
                            <a:noFill/>
                          </a:ln>
                          <a:solidFill>
                            <a:srgbClr val="000000"/>
                          </a:solidFill>
                          <a:effectLst/>
                          <a:latin typeface="Calibri" panose="020F0502020204030204" charset="0"/>
                          <a:ea typeface="PMingLiU" panose="02020500000000000000" pitchFamily="18" charset="-120"/>
                          <a:sym typeface="+mn-ea"/>
                        </a:rPr>
                        <a:t>（</a:t>
                      </a:r>
                      <a:r>
                        <a:rPr lang="en-US" altLang="zh-CN" sz="1000" dirty="0">
                          <a:ln>
                            <a:noFill/>
                          </a:ln>
                          <a:solidFill>
                            <a:srgbClr val="000000"/>
                          </a:solidFill>
                          <a:effectLst/>
                          <a:latin typeface="Calibri" panose="020F0502020204030204" charset="0"/>
                          <a:ea typeface="PMingLiU" panose="02020500000000000000" pitchFamily="18" charset="-120"/>
                          <a:sym typeface="+mn-ea"/>
                        </a:rPr>
                        <a:t>Robot</a:t>
                      </a:r>
                      <a:r>
                        <a:rPr lang="zh-CN" altLang="en-US" sz="1000" dirty="0">
                          <a:ln>
                            <a:noFill/>
                          </a:ln>
                          <a:solidFill>
                            <a:srgbClr val="000000"/>
                          </a:solidFill>
                          <a:effectLst/>
                          <a:latin typeface="Calibri" panose="020F0502020204030204" charset="0"/>
                          <a:ea typeface="PMingLiU" panose="02020500000000000000" pitchFamily="18" charset="-120"/>
                          <a:sym typeface="+mn-ea"/>
                        </a:rPr>
                        <a:t>）</a:t>
                      </a:r>
                      <a:endParaRPr kumimoji="1" lang="zh-CN" altLang="en-US" sz="1000" i="0" dirty="0">
                        <a:ln>
                          <a:noFill/>
                        </a:ln>
                        <a:solidFill>
                          <a:srgbClr val="000000"/>
                        </a:solidFill>
                        <a:effectLst/>
                        <a:latin typeface="Calibri" panose="020F0502020204030204" charset="0"/>
                        <a:ea typeface="PMingLiU" panose="02020500000000000000" pitchFamily="18" charset="-120"/>
                      </a:endParaRP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algn="ctr" defTabSz="914400" rtl="0" eaLnBrk="1" fontAlgn="base" latinLnBrk="0" hangingPunct="1">
                        <a:lnSpc>
                          <a:spcPct val="100000"/>
                        </a:lnSpc>
                        <a:buClrTx/>
                        <a:buSzTx/>
                        <a:buFontTx/>
                        <a:buNone/>
                      </a:pPr>
                      <a:r>
                        <a:rPr kumimoji="1" lang="zh-CN" altLang="en-US" sz="1000" b="0" i="0" u="none" strike="noStrike" cap="none" normalizeH="0" baseline="0" dirty="0">
                          <a:ln>
                            <a:noFill/>
                          </a:ln>
                          <a:solidFill>
                            <a:srgbClr val="000000"/>
                          </a:solidFill>
                          <a:effectLst/>
                          <a:latin typeface="Calibri" panose="020F0502020204030204" charset="0"/>
                          <a:ea typeface="PMingLiU" panose="02020500000000000000" pitchFamily="18" charset="-120"/>
                        </a:rPr>
                        <a:t>Pressing machine</a:t>
                      </a:r>
                      <a:endParaRPr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algn="ctr" fontAlgn="ctr">
                        <a:buClrTx/>
                        <a:buSzTx/>
                        <a:buFontTx/>
                      </a:pP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Stick </a:t>
                      </a:r>
                      <a:r>
                        <a:rPr kumimoji="1" lang="en-US" altLang="zh-CN" sz="1000" dirty="0">
                          <a:ln>
                            <a:noFill/>
                          </a:ln>
                          <a:solidFill>
                            <a:srgbClr val="000000"/>
                          </a:solidFill>
                          <a:effectLst/>
                          <a:latin typeface="Calibri" panose="020F0502020204030204" charset="0"/>
                          <a:ea typeface="PMingLiU" panose="02020500000000000000" pitchFamily="18" charset="-120"/>
                          <a:sym typeface="+mn-ea"/>
                        </a:rPr>
                        <a:t>FSS</a:t>
                      </a: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  Machine</a:t>
                      </a:r>
                      <a:endParaRPr kumimoji="1" lang="zh-TW" altLang="en-US" sz="1000" b="0" i="0" u="none" strike="noStrike" cap="none" normalizeH="0" baseline="0" dirty="0">
                        <a:ln>
                          <a:noFill/>
                        </a:ln>
                        <a:solidFill>
                          <a:srgbClr val="000000"/>
                        </a:solidFill>
                        <a:effectLst/>
                        <a:latin typeface="Calibri" panose="020F0502020204030204" charset="0"/>
                        <a:ea typeface="PMingLiU" panose="02020500000000000000" pitchFamily="18"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algn="ctr" defTabSz="914400" rtl="0" eaLnBrk="1" fontAlgn="base" latinLnBrk="0" hangingPunct="1">
                        <a:lnSpc>
                          <a:spcPct val="100000"/>
                        </a:lnSpc>
                        <a:buClrTx/>
                        <a:buSzTx/>
                        <a:buFontTx/>
                        <a:buNone/>
                      </a:pP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Pressing</a:t>
                      </a:r>
                      <a:r>
                        <a:rPr kumimoji="1" lang="en-US" altLang="zh-CN" sz="1000" dirty="0">
                          <a:ln>
                            <a:noFill/>
                          </a:ln>
                          <a:solidFill>
                            <a:srgbClr val="000000"/>
                          </a:solidFill>
                          <a:effectLst/>
                          <a:latin typeface="Calibri" panose="020F0502020204030204" charset="0"/>
                          <a:ea typeface="PMingLiU" panose="02020500000000000000" pitchFamily="18" charset="-120"/>
                          <a:sym typeface="+mn-ea"/>
                        </a:rPr>
                        <a:t> FSS</a:t>
                      </a: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 machine</a:t>
                      </a:r>
                      <a:endParaRPr kumimoji="1" lang="en-US" altLang="zh-CN" sz="1000" i="0" dirty="0">
                        <a:ln>
                          <a:noFill/>
                        </a:ln>
                        <a:solidFill>
                          <a:srgbClr val="000000"/>
                        </a:solidFill>
                        <a:effectLst/>
                        <a:latin typeface="Calibri" panose="020F0502020204030204" charset="0"/>
                        <a:ea typeface="PMingLiU" panose="02020500000000000000" pitchFamily="18" charset="-120"/>
                      </a:endParaRP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Stick T-side foam Machine</a:t>
                      </a:r>
                      <a:r>
                        <a:rPr kumimoji="0" lang="zh-CN" altLang="en-US" sz="1000" b="0" i="0" u="none" strike="noStrike" cap="none" normalizeH="0" baseline="0" dirty="0">
                          <a:ln>
                            <a:noFill/>
                          </a:ln>
                          <a:solidFill>
                            <a:srgbClr val="000000"/>
                          </a:solidFill>
                          <a:effectLst/>
                          <a:latin typeface="Calibri" panose="020F0502020204030204" charset="0"/>
                          <a:ea typeface="PMingLiU" panose="02020500000000000000" pitchFamily="18" charset="-120"/>
                        </a:rPr>
                        <a:t>*</a:t>
                      </a:r>
                      <a:r>
                        <a:rPr kumimoji="0" lang="en-US" altLang="zh-CN" sz="1000" b="0" i="0" u="none" strike="noStrike" cap="none" normalizeH="0" baseline="0" dirty="0">
                          <a:ln>
                            <a:noFill/>
                          </a:ln>
                          <a:solidFill>
                            <a:srgbClr val="000000"/>
                          </a:solidFill>
                          <a:effectLst/>
                          <a:latin typeface="Calibri" panose="020F0502020204030204" charset="0"/>
                          <a:ea typeface="PMingLiU" panose="02020500000000000000" pitchFamily="18" charset="-120"/>
                        </a:rPr>
                        <a:t>2</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1"/>
                  </a:ext>
                </a:extLst>
              </a:tr>
              <a:tr h="3892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900" dirty="0">
                          <a:solidFill>
                            <a:sysClr val="windowText" lastClr="000000"/>
                          </a:solidFill>
                          <a:sym typeface="+mn-ea"/>
                        </a:rPr>
                        <a:t>New</a:t>
                      </a:r>
                      <a:endParaRPr lang="en-US" altLang="zh-CN" sz="900" b="0" dirty="0">
                        <a:solidFill>
                          <a:sysClr val="windowText" lastClr="000000"/>
                        </a:solidFill>
                        <a:latin typeface="+mn-lt"/>
                        <a:ea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900" dirty="0">
                          <a:solidFill>
                            <a:sysClr val="windowText" lastClr="000000"/>
                          </a:solidFill>
                          <a:sym typeface="+mn-ea"/>
                        </a:rPr>
                        <a:t>/Old</a:t>
                      </a:r>
                      <a:endParaRPr kumimoji="0" lang="en-US" altLang="zh-CN" sz="900" b="0" i="0" u="none" strike="noStrike" cap="none" normalizeH="0" baseline="0" dirty="0">
                        <a:ln>
                          <a:noFill/>
                        </a:ln>
                        <a:solidFill>
                          <a:sysClr val="windowText" lastClr="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rPr>
                        <a:t>old</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Gs</a:t>
                      </a:r>
                      <a:endPar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Gs</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algn="ctr" defTabSz="914400" rtl="0" eaLnBrk="1" fontAlgn="base" latinLnBrk="0" hangingPunct="1">
                        <a:lnSpc>
                          <a:spcPct val="100000"/>
                        </a:lnSpc>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Gs</a:t>
                      </a:r>
                      <a:endPar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new</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Gs</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2"/>
                  </a:ext>
                </a:extLst>
              </a:tr>
              <a:tr h="24384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9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CT(S)</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4</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algn="ctr" defTabSz="914400" rtl="0" eaLnBrk="1" fontAlgn="base" latinLnBrk="0" hangingPunct="1">
                        <a:lnSpc>
                          <a:spcPct val="100000"/>
                        </a:lnSpc>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4</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4</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000" b="0" i="0" u="none" strike="noStrike" cap="none" normalizeH="0" baseline="0" dirty="0">
                          <a:ln>
                            <a:noFill/>
                          </a:ln>
                          <a:solidFill>
                            <a:srgbClr val="000000"/>
                          </a:solidFill>
                          <a:effectLst/>
                          <a:latin typeface="Microsoft JhengHei" panose="020B0604030504040204" pitchFamily="34" charset="-120"/>
                          <a:ea typeface="+mn-ea"/>
                        </a:rPr>
                        <a:t>6</a:t>
                      </a:r>
                      <a:endParaRPr kumimoji="0" 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3"/>
                  </a:ext>
                </a:extLst>
              </a:tr>
              <a:tr h="689610">
                <a:tc>
                  <a:txBody>
                    <a:bodyPr/>
                    <a:lstStyle/>
                    <a:p>
                      <a:pPr algn="ctr"/>
                      <a:r>
                        <a:rPr lang="en-US" altLang="zh-CN" sz="900" dirty="0">
                          <a:solidFill>
                            <a:sysClr val="windowText" lastClr="000000"/>
                          </a:solidFill>
                          <a:ea typeface="Microsoft JhengHei" panose="020B0604030504040204" pitchFamily="34" charset="-120"/>
                          <a:sym typeface="+mn-ea"/>
                        </a:rPr>
                        <a:t>Feeding method</a:t>
                      </a:r>
                      <a:endParaRPr kumimoji="0" lang="en-US" altLang="zh-CN" sz="900" b="0" i="0" u="none" strike="noStrike" cap="none" normalizeH="0" baseline="0" dirty="0">
                        <a:ln>
                          <a:noFill/>
                        </a:ln>
                        <a:solidFill>
                          <a:sysClr val="windowText" lastClr="000000"/>
                        </a:solidFill>
                        <a:effectLst/>
                        <a:latin typeface="Microsoft JhengHei" panose="020B0604030504040204" pitchFamily="34" charset="-120"/>
                        <a:ea typeface="Microsoft JhengHei" panose="020B0604030504040204" pitchFamily="34" charset="-120"/>
                        <a:sym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CN" altLang="en-US"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000">
                          <a:ln>
                            <a:noFill/>
                          </a:ln>
                          <a:solidFill>
                            <a:srgbClr val="000000"/>
                          </a:solidFill>
                          <a:effectLst/>
                          <a:latin typeface="Microsoft JhengHei" panose="020B0604030504040204" pitchFamily="34" charset="-120"/>
                          <a:ea typeface="Microsoft JhengHei" panose="020B0604030504040204" pitchFamily="34" charset="-120"/>
                          <a:sym typeface="+mn-ea"/>
                        </a:rPr>
                        <a:t>Plastic </a:t>
                      </a: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bucket</a:t>
                      </a:r>
                      <a:endPar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sym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reel</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reel</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CN"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000">
                          <a:ln>
                            <a:noFill/>
                          </a:ln>
                          <a:solidFill>
                            <a:srgbClr val="000000"/>
                          </a:solidFill>
                          <a:effectLst/>
                          <a:latin typeface="Microsoft JhengHei" panose="020B0604030504040204" pitchFamily="34" charset="-120"/>
                          <a:ea typeface="Microsoft JhengHei" panose="020B0604030504040204" pitchFamily="34" charset="-120"/>
                          <a:sym typeface="+mn-ea"/>
                        </a:rPr>
                        <a:t>Plastic bucket</a:t>
                      </a:r>
                      <a:endParaRPr kumimoji="0" lang="zh-TW" altLang="en-US" sz="1000" b="0" i="0" u="none" strike="noStrike" cap="none" normalizeH="0" baseline="0">
                        <a:ln>
                          <a:noFill/>
                        </a:ln>
                        <a:solidFill>
                          <a:srgbClr val="000000"/>
                        </a:solidFill>
                        <a:effectLst/>
                        <a:latin typeface="Microsoft JhengHei" panose="020B0604030504040204" pitchFamily="34" charset="-120"/>
                        <a:ea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CN" altLang="en-US"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algn="ctr" defTabSz="914400" rtl="0" eaLnBrk="1" fontAlgn="base" latinLnBrk="0" hangingPunct="1">
                        <a:lnSpc>
                          <a:spcPct val="100000"/>
                        </a:lnSpc>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algn="ctr" defTabSz="914400" rtl="0" eaLnBrk="1" fontAlgn="base" latinLnBrk="0" hangingPunct="1">
                        <a:lnSpc>
                          <a:spcPct val="100000"/>
                        </a:lnSpc>
                        <a:buClrTx/>
                        <a:buSzTx/>
                        <a:buFontTx/>
                        <a:buNone/>
                      </a:pPr>
                      <a:r>
                        <a:rPr lang="en-US" altLang="zh-TW" sz="1000" dirty="0">
                          <a:ln>
                            <a:noFill/>
                          </a:ln>
                          <a:solidFill>
                            <a:srgbClr val="000000"/>
                          </a:solidFill>
                          <a:effectLst/>
                          <a:latin typeface="Microsoft JhengHei" panose="020B0604030504040204" pitchFamily="34" charset="-120"/>
                          <a:ea typeface="Microsoft JhengHei" panose="020B0604030504040204" pitchFamily="34" charset="-120"/>
                          <a:sym typeface="+mn-ea"/>
                        </a:rPr>
                        <a:t>/</a:t>
                      </a:r>
                      <a:endParaRPr kumimoji="0" lang="zh-CN"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CN"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4"/>
                  </a:ext>
                </a:extLst>
              </a:tr>
            </a:tbl>
          </a:graphicData>
        </a:graphic>
      </p:graphicFrame>
      <p:grpSp>
        <p:nvGrpSpPr>
          <p:cNvPr id="21" name="组合 20"/>
          <p:cNvGrpSpPr/>
          <p:nvPr/>
        </p:nvGrpSpPr>
        <p:grpSpPr>
          <a:xfrm>
            <a:off x="5684520" y="6004560"/>
            <a:ext cx="1674495" cy="245110"/>
            <a:chOff x="9325" y="9456"/>
            <a:chExt cx="2637" cy="386"/>
          </a:xfrm>
        </p:grpSpPr>
        <p:sp>
          <p:nvSpPr>
            <p:cNvPr id="32" name="Rectangle 17"/>
            <p:cNvSpPr>
              <a:spLocks noChangeArrowheads="1"/>
            </p:cNvSpPr>
            <p:nvPr/>
          </p:nvSpPr>
          <p:spPr bwMode="auto">
            <a:xfrm>
              <a:off x="9325" y="9525"/>
              <a:ext cx="401" cy="290"/>
            </a:xfrm>
            <a:prstGeom prst="rect">
              <a:avLst/>
            </a:prstGeom>
            <a:solidFill>
              <a:schemeClr val="accent4">
                <a:lumMod val="40000"/>
                <a:lumOff val="60000"/>
              </a:schemeClr>
            </a:solidFill>
            <a:ln w="9525">
              <a:solidFill>
                <a:schemeClr val="tx1"/>
              </a:solidFill>
              <a:miter lim="800000"/>
            </a:ln>
          </p:spPr>
          <p:txBody>
            <a:bodyPr anchor="ctr"/>
            <a:lstStyle/>
            <a:p>
              <a:pPr algn="ctr"/>
              <a:endParaRPr lang="en-US" altLang="zh-CN" sz="1000"/>
            </a:p>
          </p:txBody>
        </p:sp>
        <p:sp>
          <p:nvSpPr>
            <p:cNvPr id="33" name="TextBox 121"/>
            <p:cNvSpPr txBox="1">
              <a:spLocks noChangeArrowheads="1"/>
            </p:cNvSpPr>
            <p:nvPr/>
          </p:nvSpPr>
          <p:spPr bwMode="auto">
            <a:xfrm>
              <a:off x="9821" y="9456"/>
              <a:ext cx="2141"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gn="l">
                <a:buClrTx/>
                <a:buSzTx/>
                <a:buFontTx/>
              </a:pPr>
              <a:r>
                <a:rPr lang="zh-CN" altLang="en-US" sz="1000" b="1" dirty="0">
                  <a:latin typeface="Microsoft JhengHei" panose="020B0604030504040204" pitchFamily="34" charset="-120"/>
                  <a:ea typeface="Microsoft JhengHei" panose="020B0604030504040204" pitchFamily="34" charset="-120"/>
                  <a:sym typeface="+mn-ea"/>
                </a:rPr>
                <a:t>Auto machine</a:t>
              </a:r>
              <a:r>
                <a:rPr lang="zh-CN" altLang="en-US" sz="1000" b="1" dirty="0">
                  <a:latin typeface="Microsoft JhengHei" panose="020B0604030504040204" pitchFamily="34" charset="-120"/>
                  <a:ea typeface="Microsoft JhengHei" panose="020B0604030504040204" pitchFamily="34" charset="-120"/>
                </a:rPr>
                <a:t>(new)</a:t>
              </a:r>
            </a:p>
          </p:txBody>
        </p:sp>
      </p:grpSp>
      <p:grpSp>
        <p:nvGrpSpPr>
          <p:cNvPr id="27" name="组合 26"/>
          <p:cNvGrpSpPr/>
          <p:nvPr/>
        </p:nvGrpSpPr>
        <p:grpSpPr>
          <a:xfrm>
            <a:off x="7640320" y="6004560"/>
            <a:ext cx="1736725" cy="245110"/>
            <a:chOff x="12405" y="9456"/>
            <a:chExt cx="2735" cy="386"/>
          </a:xfrm>
        </p:grpSpPr>
        <p:sp>
          <p:nvSpPr>
            <p:cNvPr id="35" name="Rectangle 17"/>
            <p:cNvSpPr>
              <a:spLocks noChangeArrowheads="1"/>
            </p:cNvSpPr>
            <p:nvPr/>
          </p:nvSpPr>
          <p:spPr bwMode="auto">
            <a:xfrm>
              <a:off x="12405" y="9525"/>
              <a:ext cx="565" cy="290"/>
            </a:xfrm>
            <a:prstGeom prst="rect">
              <a:avLst/>
            </a:prstGeom>
            <a:solidFill>
              <a:schemeClr val="accent6">
                <a:lumMod val="60000"/>
                <a:lumOff val="40000"/>
              </a:schemeClr>
            </a:solidFill>
            <a:ln w="9525">
              <a:solidFill>
                <a:schemeClr val="tx1"/>
              </a:solidFill>
              <a:miter lim="800000"/>
            </a:ln>
          </p:spPr>
          <p:txBody>
            <a:bodyPr anchor="ct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pPr algn="ctr">
                <a:defRPr/>
              </a:pPr>
              <a:endParaRPr lang="en-US" altLang="zh-CN" sz="1000"/>
            </a:p>
          </p:txBody>
        </p:sp>
        <p:sp>
          <p:nvSpPr>
            <p:cNvPr id="36" name="TextBox 121"/>
            <p:cNvSpPr txBox="1">
              <a:spLocks noChangeArrowheads="1"/>
            </p:cNvSpPr>
            <p:nvPr/>
          </p:nvSpPr>
          <p:spPr bwMode="auto">
            <a:xfrm>
              <a:off x="13012" y="9456"/>
              <a:ext cx="2128"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gn="l">
                <a:buClrTx/>
                <a:buSzTx/>
                <a:buFontTx/>
              </a:pPr>
              <a:r>
                <a:rPr lang="zh-CN" altLang="en-US" sz="1000" b="1" dirty="0">
                  <a:latin typeface="Microsoft JhengHei" panose="020B0604030504040204" pitchFamily="34" charset="-120"/>
                  <a:ea typeface="Microsoft JhengHei" panose="020B0604030504040204" pitchFamily="34" charset="-120"/>
                  <a:sym typeface="+mn-ea"/>
                </a:rPr>
                <a:t>Auto machine(old)</a:t>
              </a:r>
              <a:endParaRPr lang="zh-CN" altLang="en-US" sz="1000" b="1" dirty="0">
                <a:latin typeface="Microsoft JhengHei" panose="020B0604030504040204" pitchFamily="34" charset="-120"/>
                <a:ea typeface="Microsoft JhengHei" panose="020B0604030504040204" pitchFamily="34" charset="-120"/>
              </a:endParaRPr>
            </a:p>
          </p:txBody>
        </p:sp>
      </p:grpSp>
      <p:cxnSp>
        <p:nvCxnSpPr>
          <p:cNvPr id="54" name="直接连接符 53"/>
          <p:cNvCxnSpPr/>
          <p:nvPr/>
        </p:nvCxnSpPr>
        <p:spPr>
          <a:xfrm flipV="1">
            <a:off x="5015686" y="2671144"/>
            <a:ext cx="0" cy="75882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5" name="TextBox 216"/>
          <p:cNvSpPr txBox="1">
            <a:spLocks noChangeArrowheads="1"/>
          </p:cNvSpPr>
          <p:nvPr/>
        </p:nvSpPr>
        <p:spPr bwMode="auto">
          <a:xfrm>
            <a:off x="5092065" y="2986405"/>
            <a:ext cx="471170"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600</a:t>
            </a:r>
            <a:endParaRPr lang="zh-CN" altLang="en-US" sz="1300" b="1" dirty="0">
              <a:latin typeface="宋体" panose="02010600030101010101" pitchFamily="2" charset="-122"/>
              <a:ea typeface="宋体" panose="02010600030101010101" pitchFamily="2" charset="-122"/>
            </a:endParaRPr>
          </a:p>
        </p:txBody>
      </p:sp>
      <p:cxnSp>
        <p:nvCxnSpPr>
          <p:cNvPr id="56" name="直接箭头连接符 55"/>
          <p:cNvCxnSpPr/>
          <p:nvPr/>
        </p:nvCxnSpPr>
        <p:spPr>
          <a:xfrm>
            <a:off x="5012442" y="3363269"/>
            <a:ext cx="541655"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3261694" y="2702201"/>
            <a:ext cx="0" cy="75882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V="1">
            <a:off x="6437882" y="2671678"/>
            <a:ext cx="0" cy="75882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59" name="组合 58"/>
          <p:cNvGrpSpPr/>
          <p:nvPr/>
        </p:nvGrpSpPr>
        <p:grpSpPr>
          <a:xfrm>
            <a:off x="6437630" y="2680335"/>
            <a:ext cx="913130" cy="760730"/>
            <a:chOff x="835" y="4221"/>
            <a:chExt cx="1438" cy="1198"/>
          </a:xfrm>
        </p:grpSpPr>
        <p:sp>
          <p:nvSpPr>
            <p:cNvPr id="74" name="TextBox 216"/>
            <p:cNvSpPr txBox="1">
              <a:spLocks noChangeArrowheads="1"/>
            </p:cNvSpPr>
            <p:nvPr/>
          </p:nvSpPr>
          <p:spPr bwMode="auto">
            <a:xfrm>
              <a:off x="1208" y="4766"/>
              <a:ext cx="978"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cxnSp>
          <p:nvCxnSpPr>
            <p:cNvPr id="75" name="直接连接符 74"/>
            <p:cNvCxnSpPr/>
            <p:nvPr/>
          </p:nvCxnSpPr>
          <p:spPr>
            <a:xfrm flipV="1">
              <a:off x="835" y="4221"/>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V="1">
              <a:off x="2273" y="4225"/>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p:nvPr/>
          </p:nvCxnSpPr>
          <p:spPr>
            <a:xfrm>
              <a:off x="835" y="5307"/>
              <a:ext cx="143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7359015" y="2667635"/>
            <a:ext cx="913130" cy="761365"/>
            <a:chOff x="835" y="4221"/>
            <a:chExt cx="1438" cy="1199"/>
          </a:xfrm>
        </p:grpSpPr>
        <p:sp>
          <p:nvSpPr>
            <p:cNvPr id="79" name="TextBox 216"/>
            <p:cNvSpPr txBox="1">
              <a:spLocks noChangeArrowheads="1"/>
            </p:cNvSpPr>
            <p:nvPr/>
          </p:nvSpPr>
          <p:spPr bwMode="auto">
            <a:xfrm>
              <a:off x="1208" y="4766"/>
              <a:ext cx="978" cy="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800</a:t>
              </a:r>
              <a:endParaRPr lang="zh-CN" altLang="en-US" sz="1300" b="1" dirty="0">
                <a:latin typeface="宋体" panose="02010600030101010101" pitchFamily="2" charset="-122"/>
                <a:ea typeface="宋体" panose="02010600030101010101" pitchFamily="2" charset="-122"/>
              </a:endParaRPr>
            </a:p>
          </p:txBody>
        </p:sp>
        <p:cxnSp>
          <p:nvCxnSpPr>
            <p:cNvPr id="80" name="直接连接符 79"/>
            <p:cNvCxnSpPr/>
            <p:nvPr/>
          </p:nvCxnSpPr>
          <p:spPr>
            <a:xfrm flipV="1">
              <a:off x="835" y="4221"/>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V="1">
              <a:off x="2273" y="4225"/>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p:nvPr/>
          </p:nvCxnSpPr>
          <p:spPr>
            <a:xfrm>
              <a:off x="835" y="5307"/>
              <a:ext cx="143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83" name="直接箭头连接符 82"/>
          <p:cNvCxnSpPr/>
          <p:nvPr/>
        </p:nvCxnSpPr>
        <p:spPr>
          <a:xfrm>
            <a:off x="8258341" y="3349149"/>
            <a:ext cx="806450" cy="635"/>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4" name="TextBox 216"/>
          <p:cNvSpPr txBox="1">
            <a:spLocks noChangeArrowheads="1"/>
          </p:cNvSpPr>
          <p:nvPr/>
        </p:nvSpPr>
        <p:spPr bwMode="auto">
          <a:xfrm>
            <a:off x="8467506" y="3020381"/>
            <a:ext cx="449521" cy="315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840</a:t>
            </a:r>
            <a:endParaRPr lang="zh-CN" altLang="en-US" sz="1300" b="1" dirty="0">
              <a:latin typeface="宋体" panose="02010600030101010101" pitchFamily="2" charset="-122"/>
              <a:ea typeface="宋体" panose="02010600030101010101" pitchFamily="2" charset="-122"/>
            </a:endParaRPr>
          </a:p>
        </p:txBody>
      </p:sp>
      <p:grpSp>
        <p:nvGrpSpPr>
          <p:cNvPr id="85" name="组合 84"/>
          <p:cNvGrpSpPr/>
          <p:nvPr/>
        </p:nvGrpSpPr>
        <p:grpSpPr>
          <a:xfrm>
            <a:off x="9068435" y="2665730"/>
            <a:ext cx="913130" cy="760730"/>
            <a:chOff x="835" y="4221"/>
            <a:chExt cx="1438" cy="1198"/>
          </a:xfrm>
        </p:grpSpPr>
        <p:sp>
          <p:nvSpPr>
            <p:cNvPr id="86" name="TextBox 216"/>
            <p:cNvSpPr txBox="1">
              <a:spLocks noChangeArrowheads="1"/>
            </p:cNvSpPr>
            <p:nvPr/>
          </p:nvSpPr>
          <p:spPr bwMode="auto">
            <a:xfrm>
              <a:off x="1208" y="4766"/>
              <a:ext cx="978"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cxnSp>
          <p:nvCxnSpPr>
            <p:cNvPr id="87" name="直接连接符 86"/>
            <p:cNvCxnSpPr/>
            <p:nvPr/>
          </p:nvCxnSpPr>
          <p:spPr>
            <a:xfrm flipV="1">
              <a:off x="835" y="4221"/>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V="1">
              <a:off x="2273" y="4225"/>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p:nvPr/>
          </p:nvCxnSpPr>
          <p:spPr>
            <a:xfrm>
              <a:off x="835" y="5307"/>
              <a:ext cx="143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90" name="直接箭头连接符 89"/>
          <p:cNvCxnSpPr/>
          <p:nvPr/>
        </p:nvCxnSpPr>
        <p:spPr>
          <a:xfrm>
            <a:off x="9994431" y="3361849"/>
            <a:ext cx="806450" cy="635"/>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TextBox 216"/>
          <p:cNvSpPr txBox="1">
            <a:spLocks noChangeArrowheads="1"/>
          </p:cNvSpPr>
          <p:nvPr/>
        </p:nvSpPr>
        <p:spPr bwMode="auto">
          <a:xfrm>
            <a:off x="10203596" y="3033081"/>
            <a:ext cx="449521" cy="315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840</a:t>
            </a:r>
            <a:endParaRPr lang="zh-CN" altLang="en-US" sz="1300" b="1" dirty="0">
              <a:latin typeface="宋体" panose="02010600030101010101" pitchFamily="2" charset="-122"/>
              <a:ea typeface="宋体" panose="02010600030101010101" pitchFamily="2" charset="-122"/>
            </a:endParaRPr>
          </a:p>
        </p:txBody>
      </p:sp>
      <p:grpSp>
        <p:nvGrpSpPr>
          <p:cNvPr id="92" name="组合 91"/>
          <p:cNvGrpSpPr/>
          <p:nvPr/>
        </p:nvGrpSpPr>
        <p:grpSpPr>
          <a:xfrm>
            <a:off x="10800715" y="2670175"/>
            <a:ext cx="913130" cy="760730"/>
            <a:chOff x="835" y="4221"/>
            <a:chExt cx="1438" cy="1198"/>
          </a:xfrm>
        </p:grpSpPr>
        <p:sp>
          <p:nvSpPr>
            <p:cNvPr id="93" name="TextBox 216"/>
            <p:cNvSpPr txBox="1">
              <a:spLocks noChangeArrowheads="1"/>
            </p:cNvSpPr>
            <p:nvPr/>
          </p:nvSpPr>
          <p:spPr bwMode="auto">
            <a:xfrm>
              <a:off x="1208" y="4766"/>
              <a:ext cx="978"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cxnSp>
          <p:nvCxnSpPr>
            <p:cNvPr id="94" name="直接连接符 93"/>
            <p:cNvCxnSpPr/>
            <p:nvPr/>
          </p:nvCxnSpPr>
          <p:spPr>
            <a:xfrm flipV="1">
              <a:off x="835" y="4221"/>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V="1">
              <a:off x="2273" y="4225"/>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p:nvPr/>
          </p:nvCxnSpPr>
          <p:spPr>
            <a:xfrm>
              <a:off x="835" y="5307"/>
              <a:ext cx="143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pic>
        <p:nvPicPr>
          <p:cNvPr id="102" name="图片 101"/>
          <p:cNvPicPr>
            <a:picLocks noChangeAspect="1"/>
          </p:cNvPicPr>
          <p:nvPr/>
        </p:nvPicPr>
        <p:blipFill>
          <a:blip r:embed="rId7"/>
          <a:srcRect b="4129"/>
          <a:stretch>
            <a:fillRect/>
          </a:stretch>
        </p:blipFill>
        <p:spPr>
          <a:xfrm>
            <a:off x="7358380" y="1484630"/>
            <a:ext cx="855345" cy="1223645"/>
          </a:xfrm>
          <a:prstGeom prst="rect">
            <a:avLst/>
          </a:prstGeom>
        </p:spPr>
      </p:pic>
      <p:pic>
        <p:nvPicPr>
          <p:cNvPr id="103" name="图片 102"/>
          <p:cNvPicPr>
            <a:picLocks noChangeAspect="1"/>
          </p:cNvPicPr>
          <p:nvPr/>
        </p:nvPicPr>
        <p:blipFill>
          <a:blip r:embed="rId7"/>
          <a:srcRect b="4129"/>
          <a:stretch>
            <a:fillRect/>
          </a:stretch>
        </p:blipFill>
        <p:spPr>
          <a:xfrm>
            <a:off x="2353310" y="1473835"/>
            <a:ext cx="855345" cy="1223645"/>
          </a:xfrm>
          <a:prstGeom prst="rect">
            <a:avLst/>
          </a:prstGeom>
        </p:spPr>
      </p:pic>
      <p:pic>
        <p:nvPicPr>
          <p:cNvPr id="107" name="图片 106"/>
          <p:cNvPicPr>
            <a:picLocks noChangeAspect="1"/>
          </p:cNvPicPr>
          <p:nvPr/>
        </p:nvPicPr>
        <p:blipFill>
          <a:blip r:embed="rId8"/>
          <a:srcRect l="5827" t="10046" r="928" b="7778"/>
          <a:stretch>
            <a:fillRect/>
          </a:stretch>
        </p:blipFill>
        <p:spPr>
          <a:xfrm>
            <a:off x="1388110" y="1099185"/>
            <a:ext cx="943610" cy="374650"/>
          </a:xfrm>
          <a:prstGeom prst="rect">
            <a:avLst/>
          </a:prstGeom>
        </p:spPr>
      </p:pic>
      <p:pic>
        <p:nvPicPr>
          <p:cNvPr id="108" name="图片 35"/>
          <p:cNvPicPr>
            <a:picLocks noChangeAspect="1"/>
          </p:cNvPicPr>
          <p:nvPr/>
        </p:nvPicPr>
        <p:blipFill>
          <a:blip r:embed="rId9"/>
          <a:srcRect/>
          <a:stretch>
            <a:fillRect/>
          </a:stretch>
        </p:blipFill>
        <p:spPr bwMode="auto">
          <a:xfrm>
            <a:off x="839363" y="1023939"/>
            <a:ext cx="15875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 name="图片 108"/>
          <p:cNvPicPr>
            <a:picLocks noChangeAspect="1"/>
          </p:cNvPicPr>
          <p:nvPr/>
        </p:nvPicPr>
        <p:blipFill>
          <a:blip r:embed="rId10"/>
          <a:stretch>
            <a:fillRect/>
          </a:stretch>
        </p:blipFill>
        <p:spPr>
          <a:xfrm>
            <a:off x="2494915" y="1099185"/>
            <a:ext cx="800100" cy="314325"/>
          </a:xfrm>
          <a:prstGeom prst="rect">
            <a:avLst/>
          </a:prstGeom>
        </p:spPr>
      </p:pic>
      <p:pic>
        <p:nvPicPr>
          <p:cNvPr id="114" name="图片 113"/>
          <p:cNvPicPr>
            <a:picLocks noChangeAspect="1"/>
          </p:cNvPicPr>
          <p:nvPr/>
        </p:nvPicPr>
        <p:blipFill>
          <a:blip r:embed="rId11"/>
          <a:srcRect t="67250" r="67259"/>
          <a:stretch>
            <a:fillRect/>
          </a:stretch>
        </p:blipFill>
        <p:spPr>
          <a:xfrm>
            <a:off x="4242435" y="1282700"/>
            <a:ext cx="198755" cy="118745"/>
          </a:xfrm>
          <a:prstGeom prst="rect">
            <a:avLst/>
          </a:prstGeom>
        </p:spPr>
      </p:pic>
      <p:pic>
        <p:nvPicPr>
          <p:cNvPr id="115" name="图片 114"/>
          <p:cNvPicPr>
            <a:picLocks noChangeAspect="1"/>
          </p:cNvPicPr>
          <p:nvPr/>
        </p:nvPicPr>
        <p:blipFill>
          <a:blip r:embed="rId11"/>
          <a:srcRect t="67250" r="67259"/>
          <a:stretch>
            <a:fillRect/>
          </a:stretch>
        </p:blipFill>
        <p:spPr>
          <a:xfrm>
            <a:off x="4541520" y="1282700"/>
            <a:ext cx="198755" cy="118745"/>
          </a:xfrm>
          <a:prstGeom prst="rect">
            <a:avLst/>
          </a:prstGeom>
        </p:spPr>
      </p:pic>
      <p:pic>
        <p:nvPicPr>
          <p:cNvPr id="116" name="图片 115"/>
          <p:cNvPicPr>
            <a:picLocks noChangeAspect="1"/>
          </p:cNvPicPr>
          <p:nvPr/>
        </p:nvPicPr>
        <p:blipFill>
          <a:blip r:embed="rId12" cstate="screen"/>
          <a:stretch>
            <a:fillRect/>
          </a:stretch>
        </p:blipFill>
        <p:spPr>
          <a:xfrm>
            <a:off x="5654308" y="945344"/>
            <a:ext cx="534321" cy="534321"/>
          </a:xfrm>
          <a:prstGeom prst="rect">
            <a:avLst/>
          </a:prstGeom>
        </p:spPr>
      </p:pic>
      <p:pic>
        <p:nvPicPr>
          <p:cNvPr id="117" name="图片 116"/>
          <p:cNvPicPr>
            <a:picLocks noChangeAspect="1"/>
          </p:cNvPicPr>
          <p:nvPr/>
        </p:nvPicPr>
        <p:blipFill>
          <a:blip r:embed="rId13"/>
          <a:stretch>
            <a:fillRect/>
          </a:stretch>
        </p:blipFill>
        <p:spPr>
          <a:xfrm>
            <a:off x="6727749" y="1133231"/>
            <a:ext cx="349329" cy="370213"/>
          </a:xfrm>
          <a:prstGeom prst="rect">
            <a:avLst/>
          </a:prstGeom>
        </p:spPr>
      </p:pic>
      <p:pic>
        <p:nvPicPr>
          <p:cNvPr id="118" name="图片 117"/>
          <p:cNvPicPr>
            <a:picLocks noChangeAspect="1"/>
          </p:cNvPicPr>
          <p:nvPr/>
        </p:nvPicPr>
        <p:blipFill>
          <a:blip r:embed="rId10"/>
          <a:stretch>
            <a:fillRect/>
          </a:stretch>
        </p:blipFill>
        <p:spPr>
          <a:xfrm>
            <a:off x="7413625" y="1087120"/>
            <a:ext cx="800100" cy="314325"/>
          </a:xfrm>
          <a:prstGeom prst="rect">
            <a:avLst/>
          </a:prstGeom>
        </p:spPr>
      </p:pic>
      <p:pic>
        <p:nvPicPr>
          <p:cNvPr id="119" name="图片 118"/>
          <p:cNvPicPr>
            <a:picLocks noChangeAspect="1"/>
          </p:cNvPicPr>
          <p:nvPr/>
        </p:nvPicPr>
        <p:blipFill>
          <a:blip r:embed="rId14"/>
          <a:srcRect b="18285"/>
          <a:stretch>
            <a:fillRect/>
          </a:stretch>
        </p:blipFill>
        <p:spPr>
          <a:xfrm>
            <a:off x="8975725" y="1098550"/>
            <a:ext cx="1005840" cy="313055"/>
          </a:xfrm>
          <a:prstGeom prst="rect">
            <a:avLst/>
          </a:prstGeom>
        </p:spPr>
      </p:pic>
      <p:pic>
        <p:nvPicPr>
          <p:cNvPr id="121" name="图片 120"/>
          <p:cNvPicPr>
            <a:picLocks noChangeAspect="1"/>
          </p:cNvPicPr>
          <p:nvPr/>
        </p:nvPicPr>
        <p:blipFill>
          <a:blip r:embed="rId15"/>
          <a:stretch>
            <a:fillRect/>
          </a:stretch>
        </p:blipFill>
        <p:spPr>
          <a:xfrm>
            <a:off x="10791825" y="1079500"/>
            <a:ext cx="866775" cy="400050"/>
          </a:xfrm>
          <a:prstGeom prst="rect">
            <a:avLst/>
          </a:prstGeom>
        </p:spPr>
      </p:pic>
      <p:grpSp>
        <p:nvGrpSpPr>
          <p:cNvPr id="14" name="组合 13"/>
          <p:cNvGrpSpPr/>
          <p:nvPr/>
        </p:nvGrpSpPr>
        <p:grpSpPr>
          <a:xfrm>
            <a:off x="9481995" y="6015355"/>
            <a:ext cx="2473150" cy="245110"/>
            <a:chOff x="16637" y="9987"/>
            <a:chExt cx="3895" cy="386"/>
          </a:xfrm>
        </p:grpSpPr>
        <p:sp>
          <p:nvSpPr>
            <p:cNvPr id="10" name="Rectangle 17"/>
            <p:cNvSpPr>
              <a:spLocks noChangeArrowheads="1"/>
            </p:cNvSpPr>
            <p:nvPr/>
          </p:nvSpPr>
          <p:spPr bwMode="auto">
            <a:xfrm>
              <a:off x="16637" y="10011"/>
              <a:ext cx="565" cy="290"/>
            </a:xfrm>
            <a:prstGeom prst="rect">
              <a:avLst/>
            </a:prstGeom>
            <a:solidFill>
              <a:schemeClr val="accent5">
                <a:lumMod val="60000"/>
                <a:lumOff val="40000"/>
              </a:schemeClr>
            </a:solidFill>
            <a:ln w="9525">
              <a:solidFill>
                <a:schemeClr val="tx1"/>
              </a:solidFill>
              <a:miter lim="800000"/>
            </a:ln>
          </p:spPr>
          <p:txBody>
            <a:bodyPr anchor="ct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pPr algn="ctr">
                <a:defRPr/>
              </a:pPr>
              <a:endParaRPr lang="en-US" altLang="zh-CN" sz="1000"/>
            </a:p>
          </p:txBody>
        </p:sp>
        <p:sp>
          <p:nvSpPr>
            <p:cNvPr id="13" name="TextBox 121"/>
            <p:cNvSpPr txBox="1">
              <a:spLocks noChangeArrowheads="1"/>
            </p:cNvSpPr>
            <p:nvPr/>
          </p:nvSpPr>
          <p:spPr bwMode="auto">
            <a:xfrm>
              <a:off x="17202" y="9987"/>
              <a:ext cx="3330"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gn="l">
                <a:buClrTx/>
                <a:buSzTx/>
                <a:buFontTx/>
              </a:pPr>
              <a:r>
                <a:rPr lang="zh-CN" altLang="en-US" sz="1000" b="1" dirty="0">
                  <a:latin typeface="Microsoft JhengHei" panose="020B0604030504040204" pitchFamily="34" charset="-120"/>
                  <a:ea typeface="Microsoft JhengHei" panose="020B0604030504040204" pitchFamily="34" charset="-120"/>
                  <a:sym typeface="+mn-ea"/>
                </a:rPr>
                <a:t>Auto</a:t>
              </a:r>
              <a:r>
                <a:rPr lang="zh-CN" altLang="en-US" sz="1000" b="1" dirty="0">
                  <a:latin typeface="Microsoft JhengHei" panose="020B0604030504040204" pitchFamily="34" charset="-120"/>
                  <a:ea typeface="Microsoft JhengHei" panose="020B0604030504040204" pitchFamily="34" charset="-120"/>
                </a:rPr>
                <a:t> machine（</a:t>
              </a:r>
              <a:r>
                <a:rPr lang="zh-CN" altLang="en-US" sz="1000" b="1" dirty="0">
                  <a:latin typeface="Microsoft JhengHei" panose="020B0604030504040204" pitchFamily="34" charset="-120"/>
                  <a:ea typeface="Microsoft JhengHei" panose="020B0604030504040204" pitchFamily="34" charset="-120"/>
                  <a:sym typeface="+mn-ea"/>
                </a:rPr>
                <a:t>Guest supply</a:t>
              </a:r>
              <a:r>
                <a:rPr lang="zh-CN" altLang="en-US" sz="1000" b="1" dirty="0">
                  <a:latin typeface="Microsoft JhengHei" panose="020B0604030504040204" pitchFamily="34" charset="-120"/>
                  <a:ea typeface="Microsoft JhengHei" panose="020B0604030504040204" pitchFamily="34" charset="-120"/>
                </a:rPr>
                <a:t>）</a:t>
              </a:r>
            </a:p>
          </p:txBody>
        </p:sp>
      </p:grpSp>
      <p:sp>
        <p:nvSpPr>
          <p:cNvPr id="29" name="椭圆 28"/>
          <p:cNvSpPr/>
          <p:nvPr>
            <p:custDataLst>
              <p:tags r:id="rId3"/>
            </p:custDataLst>
          </p:nvPr>
        </p:nvSpPr>
        <p:spPr>
          <a:xfrm>
            <a:off x="7163435" y="945515"/>
            <a:ext cx="1304290" cy="4883785"/>
          </a:xfrm>
          <a:prstGeom prst="ellipse">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5"/>
          <a:stretch>
            <a:fillRect/>
          </a:stretch>
        </p:blipFill>
        <p:spPr>
          <a:xfrm>
            <a:off x="1089530" y="1445395"/>
            <a:ext cx="10022842" cy="1947962"/>
          </a:xfrm>
          <a:prstGeom prst="rect">
            <a:avLst/>
          </a:prstGeom>
        </p:spPr>
      </p:pic>
      <p:graphicFrame>
        <p:nvGraphicFramePr>
          <p:cNvPr id="131" name="表格 130"/>
          <p:cNvGraphicFramePr>
            <a:graphicFrameLocks noGrp="1"/>
          </p:cNvGraphicFramePr>
          <p:nvPr>
            <p:custDataLst>
              <p:tags r:id="rId1"/>
            </p:custDataLst>
          </p:nvPr>
        </p:nvGraphicFramePr>
        <p:xfrm>
          <a:off x="770890" y="3770630"/>
          <a:ext cx="10081895" cy="1823720"/>
        </p:xfrm>
        <a:graphic>
          <a:graphicData uri="http://schemas.openxmlformats.org/drawingml/2006/table">
            <a:tbl>
              <a:tblPr/>
              <a:tblGrid>
                <a:gridCol w="640080">
                  <a:extLst>
                    <a:ext uri="{9D8B030D-6E8A-4147-A177-3AD203B41FA5}">
                      <a16:colId xmlns:a16="http://schemas.microsoft.com/office/drawing/2014/main" val="20000"/>
                    </a:ext>
                  </a:extLst>
                </a:gridCol>
                <a:gridCol w="955675">
                  <a:extLst>
                    <a:ext uri="{9D8B030D-6E8A-4147-A177-3AD203B41FA5}">
                      <a16:colId xmlns:a16="http://schemas.microsoft.com/office/drawing/2014/main" val="20001"/>
                    </a:ext>
                  </a:extLst>
                </a:gridCol>
                <a:gridCol w="897890">
                  <a:extLst>
                    <a:ext uri="{9D8B030D-6E8A-4147-A177-3AD203B41FA5}">
                      <a16:colId xmlns:a16="http://schemas.microsoft.com/office/drawing/2014/main" val="20002"/>
                    </a:ext>
                  </a:extLst>
                </a:gridCol>
                <a:gridCol w="821690">
                  <a:extLst>
                    <a:ext uri="{9D8B030D-6E8A-4147-A177-3AD203B41FA5}">
                      <a16:colId xmlns:a16="http://schemas.microsoft.com/office/drawing/2014/main" val="20003"/>
                    </a:ext>
                  </a:extLst>
                </a:gridCol>
                <a:gridCol w="768985">
                  <a:extLst>
                    <a:ext uri="{9D8B030D-6E8A-4147-A177-3AD203B41FA5}">
                      <a16:colId xmlns:a16="http://schemas.microsoft.com/office/drawing/2014/main" val="20004"/>
                    </a:ext>
                  </a:extLst>
                </a:gridCol>
                <a:gridCol w="989330">
                  <a:extLst>
                    <a:ext uri="{9D8B030D-6E8A-4147-A177-3AD203B41FA5}">
                      <a16:colId xmlns:a16="http://schemas.microsoft.com/office/drawing/2014/main" val="20005"/>
                    </a:ext>
                  </a:extLst>
                </a:gridCol>
                <a:gridCol w="545465">
                  <a:extLst>
                    <a:ext uri="{9D8B030D-6E8A-4147-A177-3AD203B41FA5}">
                      <a16:colId xmlns:a16="http://schemas.microsoft.com/office/drawing/2014/main" val="20006"/>
                    </a:ext>
                  </a:extLst>
                </a:gridCol>
                <a:gridCol w="956310">
                  <a:extLst>
                    <a:ext uri="{9D8B030D-6E8A-4147-A177-3AD203B41FA5}">
                      <a16:colId xmlns:a16="http://schemas.microsoft.com/office/drawing/2014/main" val="20007"/>
                    </a:ext>
                  </a:extLst>
                </a:gridCol>
                <a:gridCol w="901065">
                  <a:extLst>
                    <a:ext uri="{9D8B030D-6E8A-4147-A177-3AD203B41FA5}">
                      <a16:colId xmlns:a16="http://schemas.microsoft.com/office/drawing/2014/main" val="20008"/>
                    </a:ext>
                  </a:extLst>
                </a:gridCol>
                <a:gridCol w="849630">
                  <a:extLst>
                    <a:ext uri="{9D8B030D-6E8A-4147-A177-3AD203B41FA5}">
                      <a16:colId xmlns:a16="http://schemas.microsoft.com/office/drawing/2014/main" val="20009"/>
                    </a:ext>
                  </a:extLst>
                </a:gridCol>
                <a:gridCol w="777240">
                  <a:extLst>
                    <a:ext uri="{9D8B030D-6E8A-4147-A177-3AD203B41FA5}">
                      <a16:colId xmlns:a16="http://schemas.microsoft.com/office/drawing/2014/main" val="20010"/>
                    </a:ext>
                  </a:extLst>
                </a:gridCol>
                <a:gridCol w="978535">
                  <a:extLst>
                    <a:ext uri="{9D8B030D-6E8A-4147-A177-3AD203B41FA5}">
                      <a16:colId xmlns:a16="http://schemas.microsoft.com/office/drawing/2014/main" val="20011"/>
                    </a:ext>
                  </a:extLst>
                </a:gridCol>
              </a:tblGrid>
              <a:tr h="243840">
                <a:tc>
                  <a:txBody>
                    <a:bodyPr/>
                    <a:lstStyle/>
                    <a:p>
                      <a:pPr algn="ctr"/>
                      <a:r>
                        <a:rPr lang="en-US" altLang="zh-TW" sz="1000" dirty="0">
                          <a:solidFill>
                            <a:sysClr val="windowText" lastClr="000000"/>
                          </a:solidFill>
                          <a:sym typeface="+mn-ea"/>
                        </a:rPr>
                        <a:t>Item</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1</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2</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3</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4</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5</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7</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8</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9</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10</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11</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12</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0"/>
                  </a:ext>
                </a:extLst>
              </a:tr>
              <a:tr h="543560">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sz="1000" dirty="0">
                          <a:ln>
                            <a:noFill/>
                          </a:ln>
                          <a:solidFill>
                            <a:srgbClr val="000000"/>
                          </a:solidFill>
                          <a:effectLst/>
                          <a:latin typeface="Microsoft JhengHei" panose="020B0604030504040204" pitchFamily="34" charset="-120"/>
                          <a:ea typeface="Microsoft JhengHei" panose="020B0604030504040204" pitchFamily="34" charset="-120"/>
                          <a:sym typeface="+mn-ea"/>
                        </a:rPr>
                        <a:t>Equipment</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algn="ctr" fontAlgn="ctr">
                        <a:buClrTx/>
                        <a:buSzTx/>
                        <a:buFontTx/>
                      </a:pPr>
                      <a:r>
                        <a:rPr lang="zh-CN" altLang="en-US" sz="1000" i="0" dirty="0">
                          <a:ln>
                            <a:noFill/>
                          </a:ln>
                          <a:solidFill>
                            <a:srgbClr val="000000"/>
                          </a:solidFill>
                          <a:effectLst/>
                          <a:latin typeface="Calibri" panose="020F0502020204030204" charset="0"/>
                          <a:ea typeface="PMingLiU" panose="02020500000000000000" pitchFamily="18" charset="-120"/>
                        </a:rPr>
                        <a:t>Point B-side heat dissipation paste Machine</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algn="ctr" fontAlgn="ctr">
                        <a:buClrTx/>
                        <a:buSzTx/>
                        <a:buFontTx/>
                      </a:pPr>
                      <a:r>
                        <a:rPr lang="zh-CN" altLang="en-US" sz="1000" i="0" dirty="0">
                          <a:ln>
                            <a:noFill/>
                          </a:ln>
                          <a:solidFill>
                            <a:srgbClr val="000000"/>
                          </a:solidFill>
                          <a:effectLst/>
                          <a:latin typeface="Calibri" panose="020F0502020204030204" charset="0"/>
                          <a:ea typeface="PMingLiU" panose="02020500000000000000" pitchFamily="18" charset="-120"/>
                        </a:rPr>
                        <a:t>Stick B-side EMI  Machine</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fontAlgn="ctr">
                        <a:buClrTx/>
                        <a:buSzTx/>
                        <a:buFontTx/>
                      </a:pPr>
                      <a:r>
                        <a:rPr lang="zh-CN" altLang="en-US" sz="1000" i="0" dirty="0">
                          <a:ln>
                            <a:noFill/>
                          </a:ln>
                          <a:solidFill>
                            <a:srgbClr val="000000"/>
                          </a:solidFill>
                          <a:effectLst/>
                          <a:latin typeface="Calibri" panose="020F0502020204030204" charset="0"/>
                          <a:ea typeface="PMingLiU" panose="02020500000000000000" pitchFamily="18" charset="-120"/>
                        </a:rPr>
                        <a:t>Stick B-side heat sink Machine</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algn="ctr" defTabSz="914400" rtl="0" eaLnBrk="1" fontAlgn="base" latinLnBrk="0" hangingPunct="1">
                        <a:lnSpc>
                          <a:spcPct val="100000"/>
                        </a:lnSpc>
                        <a:buClrTx/>
                        <a:buSzTx/>
                        <a:buFontTx/>
                        <a:buNone/>
                      </a:pPr>
                      <a:r>
                        <a:rPr kumimoji="1" lang="zh-CN" altLang="en-US" sz="1000" b="0" i="0" u="none" strike="noStrike" cap="none" normalizeH="0" baseline="0" dirty="0">
                          <a:ln>
                            <a:noFill/>
                          </a:ln>
                          <a:solidFill>
                            <a:srgbClr val="000000"/>
                          </a:solidFill>
                          <a:effectLst/>
                          <a:latin typeface="Calibri" panose="020F0502020204030204" charset="0"/>
                          <a:ea typeface="PMingLiU" panose="02020500000000000000" pitchFamily="18" charset="-120"/>
                        </a:rPr>
                        <a:t>Pressing machine</a:t>
                      </a: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algn="ctr" fontAlgn="base">
                        <a:buClrTx/>
                        <a:buSzTx/>
                        <a:buFontTx/>
                      </a:pPr>
                      <a:r>
                        <a:rPr kumimoji="1" lang="zh-CN" altLang="en-US" sz="1000" i="0" dirty="0">
                          <a:ln>
                            <a:noFill/>
                          </a:ln>
                          <a:solidFill>
                            <a:srgbClr val="000000"/>
                          </a:solidFill>
                          <a:effectLst/>
                          <a:latin typeface="Calibri" panose="020F0502020204030204" charset="0"/>
                          <a:ea typeface="PMingLiU" panose="02020500000000000000" pitchFamily="18" charset="-120"/>
                        </a:rPr>
                        <a:t>Stick B-side foam Machine</a:t>
                      </a:r>
                      <a:r>
                        <a:rPr kumimoji="1" lang="en-US" altLang="zh-CN" sz="1000" i="0" dirty="0">
                          <a:ln>
                            <a:noFill/>
                          </a:ln>
                          <a:solidFill>
                            <a:srgbClr val="000000"/>
                          </a:solidFill>
                          <a:effectLst/>
                          <a:latin typeface="Calibri" panose="020F0502020204030204" charset="0"/>
                          <a:ea typeface="PMingLiU" panose="02020500000000000000" pitchFamily="18" charset="-120"/>
                        </a:rPr>
                        <a:t>*2</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algn="ctr" fontAlgn="base">
                        <a:buClrTx/>
                        <a:buSzTx/>
                        <a:buFontTx/>
                      </a:pPr>
                      <a:r>
                        <a:rPr kumimoji="1" lang="zh-CN" altLang="en-US" sz="1000" i="0" dirty="0">
                          <a:ln>
                            <a:noFill/>
                          </a:ln>
                          <a:solidFill>
                            <a:srgbClr val="000000"/>
                          </a:solidFill>
                          <a:effectLst/>
                          <a:latin typeface="Calibri" panose="020F0502020204030204" charset="0"/>
                          <a:ea typeface="PMingLiU" panose="02020500000000000000" pitchFamily="18" charset="-120"/>
                        </a:rPr>
                        <a:t>Flip Over Machine</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algn="ctr" fontAlgn="ctr"/>
                      <a:r>
                        <a:rPr kumimoji="1" lang="zh-CN" altLang="en-US" sz="1000" i="0" dirty="0">
                          <a:ln>
                            <a:noFill/>
                          </a:ln>
                          <a:solidFill>
                            <a:srgbClr val="000000"/>
                          </a:solidFill>
                          <a:effectLst/>
                          <a:latin typeface="Calibri" panose="020F0502020204030204" charset="0"/>
                          <a:ea typeface="PMingLiU" panose="02020500000000000000" pitchFamily="18" charset="-120"/>
                        </a:rPr>
                        <a:t>Point T-side heat dissipation paste Machine</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fontAlgn="ctr">
                        <a:buClrTx/>
                        <a:buSzTx/>
                        <a:buFontTx/>
                      </a:pPr>
                      <a:r>
                        <a:rPr kumimoji="1" lang="zh-CN" altLang="en-US" sz="1000" i="0" dirty="0">
                          <a:ln>
                            <a:noFill/>
                          </a:ln>
                          <a:solidFill>
                            <a:srgbClr val="000000"/>
                          </a:solidFill>
                          <a:effectLst/>
                          <a:latin typeface="Calibri" panose="020F0502020204030204" charset="0"/>
                          <a:ea typeface="PMingLiU" panose="02020500000000000000" pitchFamily="18" charset="-120"/>
                        </a:rPr>
                        <a:t>Stick T-side EMI  Machine</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algn="ctr" fontAlgn="ctr">
                        <a:buClrTx/>
                        <a:buSzTx/>
                        <a:buFontTx/>
                      </a:pPr>
                      <a:r>
                        <a:rPr kumimoji="1" lang="zh-CN" altLang="en-US" sz="1000" i="0" dirty="0">
                          <a:ln>
                            <a:noFill/>
                          </a:ln>
                          <a:solidFill>
                            <a:srgbClr val="000000"/>
                          </a:solidFill>
                          <a:effectLst/>
                          <a:latin typeface="Calibri" panose="020F0502020204030204" charset="0"/>
                          <a:ea typeface="PMingLiU" panose="02020500000000000000" pitchFamily="18" charset="-120"/>
                        </a:rPr>
                        <a:t>Stick T-side heat sink Machine</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algn="ctr" defTabSz="914400" rtl="0" eaLnBrk="1" fontAlgn="base" latinLnBrk="0" hangingPunct="1">
                        <a:lnSpc>
                          <a:spcPct val="100000"/>
                        </a:lnSpc>
                        <a:buClrTx/>
                        <a:buSzTx/>
                        <a:buFontTx/>
                        <a:buNone/>
                      </a:pP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Pressing machine</a:t>
                      </a:r>
                      <a:endParaRPr kumimoji="1" lang="zh-TW" altLang="en-US" sz="1000" b="0" i="0" u="none" strike="noStrike" cap="none" normalizeH="0" baseline="0" dirty="0">
                        <a:ln>
                          <a:noFill/>
                        </a:ln>
                        <a:solidFill>
                          <a:srgbClr val="000000"/>
                        </a:solidFill>
                        <a:effectLst/>
                        <a:latin typeface="Calibri" panose="020F0502020204030204" charset="0"/>
                        <a:ea typeface="PMingLiU" panose="02020500000000000000" pitchFamily="18"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algn="ctr" fontAlgn="base">
                        <a:buClrTx/>
                        <a:buSzTx/>
                        <a:buFontTx/>
                      </a:pPr>
                      <a:r>
                        <a:rPr kumimoji="1" lang="zh-CN" altLang="en-US" sz="1000" i="0" dirty="0">
                          <a:ln>
                            <a:noFill/>
                          </a:ln>
                          <a:solidFill>
                            <a:srgbClr val="000000"/>
                          </a:solidFill>
                          <a:effectLst/>
                          <a:latin typeface="Calibri" panose="020F0502020204030204" charset="0"/>
                          <a:ea typeface="PMingLiU" panose="02020500000000000000" pitchFamily="18" charset="-120"/>
                        </a:rPr>
                        <a:t>Stick T-side foam Machine</a:t>
                      </a:r>
                      <a:r>
                        <a:rPr kumimoji="1" lang="en-US" altLang="zh-CN" sz="1000" i="0" dirty="0">
                          <a:ln>
                            <a:noFill/>
                          </a:ln>
                          <a:solidFill>
                            <a:srgbClr val="000000"/>
                          </a:solidFill>
                          <a:effectLst/>
                          <a:latin typeface="Calibri" panose="020F0502020204030204" charset="0"/>
                          <a:ea typeface="PMingLiU" panose="02020500000000000000" pitchFamily="18" charset="-120"/>
                        </a:rPr>
                        <a:t>*1</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1"/>
                  </a:ext>
                </a:extLst>
              </a:tr>
              <a:tr h="3962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dirty="0">
                          <a:solidFill>
                            <a:sysClr val="windowText" lastClr="000000"/>
                          </a:solidFill>
                          <a:sym typeface="+mn-ea"/>
                        </a:rPr>
                        <a:t>New</a:t>
                      </a:r>
                      <a:endParaRPr lang="en-US" altLang="zh-CN" sz="1000" b="0" dirty="0">
                        <a:solidFill>
                          <a:sysClr val="windowText" lastClr="000000"/>
                        </a:solidFill>
                        <a:latin typeface="+mn-lt"/>
                        <a:ea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dirty="0">
                          <a:solidFill>
                            <a:sysClr val="windowText" lastClr="000000"/>
                          </a:solidFill>
                          <a:sym typeface="+mn-ea"/>
                        </a:rPr>
                        <a:t>/Old</a:t>
                      </a:r>
                      <a:endPar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old</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new</a:t>
                      </a:r>
                      <a:endPar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Gs</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new</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2"/>
                  </a:ext>
                </a:extLst>
              </a:tr>
              <a:tr h="24384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CT(S)</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4</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rPr>
                        <a:t>5</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3</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rPr>
                        <a:t>5</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3</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3"/>
                  </a:ext>
                </a:extLst>
              </a:tr>
              <a:tr h="396240">
                <a:tc>
                  <a:txBody>
                    <a:bodyPr/>
                    <a:lstStyle/>
                    <a:p>
                      <a:pPr algn="ctr"/>
                      <a:r>
                        <a:rPr lang="en-US" altLang="zh-CN" sz="1000" dirty="0">
                          <a:solidFill>
                            <a:sysClr val="windowText" lastClr="000000"/>
                          </a:solidFill>
                          <a:ea typeface="Microsoft JhengHei" panose="020B0604030504040204" pitchFamily="34" charset="-120"/>
                          <a:sym typeface="+mn-ea"/>
                        </a:rPr>
                        <a:t>Feeding method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rPr>
                        <a:t>Plastic bucket</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sym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CN" altLang="en-US"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reel</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000">
                          <a:ln>
                            <a:noFill/>
                          </a:ln>
                          <a:solidFill>
                            <a:srgbClr val="000000"/>
                          </a:solidFill>
                          <a:effectLst/>
                          <a:latin typeface="Microsoft JhengHei" panose="020B0604030504040204" pitchFamily="34" charset="-120"/>
                          <a:ea typeface="Microsoft JhengHei" panose="020B0604030504040204" pitchFamily="34" charset="-120"/>
                          <a:sym typeface="+mn-ea"/>
                        </a:rPr>
                        <a:t>Plastic bucket</a:t>
                      </a:r>
                      <a:endParaRPr kumimoji="0" lang="zh-TW" altLang="en-US" sz="1000" b="0" i="0" u="none" strike="noStrike" cap="none" normalizeH="0" baseline="0">
                        <a:ln>
                          <a:noFill/>
                        </a:ln>
                        <a:solidFill>
                          <a:srgbClr val="000000"/>
                        </a:solidFill>
                        <a:effectLst/>
                        <a:latin typeface="Microsoft JhengHei" panose="020B0604030504040204" pitchFamily="34" charset="-120"/>
                        <a:ea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CN" altLang="en-US"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CN"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CN"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4"/>
                  </a:ext>
                </a:extLst>
              </a:tr>
            </a:tbl>
          </a:graphicData>
        </a:graphic>
      </p:graphicFrame>
      <p:sp>
        <p:nvSpPr>
          <p:cNvPr id="4"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10300" name="TextBox 35"/>
          <p:cNvSpPr txBox="1">
            <a:spLocks noChangeArrowheads="1"/>
          </p:cNvSpPr>
          <p:nvPr>
            <p:custDataLst>
              <p:tags r:id="rId2"/>
            </p:custDataLst>
          </p:nvPr>
        </p:nvSpPr>
        <p:spPr bwMode="auto">
          <a:xfrm>
            <a:off x="919391" y="135890"/>
            <a:ext cx="812770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3200" i="1" dirty="0">
                <a:solidFill>
                  <a:srgbClr val="0070C0"/>
                </a:solidFill>
                <a:latin typeface="+mn-lt"/>
                <a:sym typeface="Arial" panose="020B0604020202020204" pitchFamily="34" charset="0"/>
              </a:rPr>
              <a:t>CBD Cony PCBA</a:t>
            </a:r>
            <a:r>
              <a:rPr lang="en-US" altLang="zh-CN" sz="3200" i="1" dirty="0">
                <a:solidFill>
                  <a:srgbClr val="0070C0"/>
                </a:solidFill>
                <a:latin typeface="+mn-lt"/>
                <a:sym typeface="Calibri" panose="020F0502020204030204"/>
              </a:rPr>
              <a:t> Assembly Line</a:t>
            </a:r>
            <a:r>
              <a:rPr lang="zh-CN" altLang="en-US" sz="3200" i="1" dirty="0">
                <a:solidFill>
                  <a:srgbClr val="0070C0"/>
                </a:solidFill>
                <a:latin typeface="+mn-lt"/>
                <a:sym typeface="Calibri" panose="020F0502020204030204"/>
              </a:rPr>
              <a:t>（</a:t>
            </a:r>
            <a:r>
              <a:rPr lang="en-US" altLang="zh-CN" sz="3200" i="1" dirty="0">
                <a:solidFill>
                  <a:srgbClr val="0070C0"/>
                </a:solidFill>
                <a:latin typeface="+mn-lt"/>
                <a:sym typeface="Calibri" panose="020F0502020204030204"/>
              </a:rPr>
              <a:t>Old</a:t>
            </a:r>
            <a:r>
              <a:rPr lang="zh-CN" altLang="en-US" sz="3200" i="1" dirty="0">
                <a:solidFill>
                  <a:srgbClr val="0070C0"/>
                </a:solidFill>
                <a:latin typeface="+mn-lt"/>
                <a:sym typeface="Calibri" panose="020F0502020204030204"/>
              </a:rPr>
              <a:t>）</a:t>
            </a:r>
          </a:p>
        </p:txBody>
      </p:sp>
      <p:sp>
        <p:nvSpPr>
          <p:cNvPr id="5" name="右箭头 266"/>
          <p:cNvSpPr/>
          <p:nvPr/>
        </p:nvSpPr>
        <p:spPr>
          <a:xfrm>
            <a:off x="278606" y="683010"/>
            <a:ext cx="1277938" cy="341313"/>
          </a:xfrm>
          <a:prstGeom prst="rightArrow">
            <a:avLst>
              <a:gd name="adj1" fmla="val 50000"/>
              <a:gd name="adj2" fmla="val 115543"/>
            </a:avLst>
          </a:prstGeom>
          <a:solidFill>
            <a:srgbClr val="FF0000">
              <a:alpha val="75000"/>
            </a:srgbClr>
          </a:solidFill>
          <a:ln>
            <a:solidFill>
              <a:srgbClr val="FF0000"/>
            </a:solidFill>
          </a:ln>
        </p:spPr>
        <p:style>
          <a:lnRef idx="2">
            <a:schemeClr val="dk1"/>
          </a:lnRef>
          <a:fillRef idx="1">
            <a:schemeClr val="lt1"/>
          </a:fillRef>
          <a:effectRef idx="0">
            <a:schemeClr val="dk1"/>
          </a:effectRef>
          <a:fontRef idx="minor">
            <a:schemeClr val="dk1"/>
          </a:fontRef>
        </p:style>
        <p:txBody>
          <a:bodyPr anchor="ctr"/>
          <a:lstStyle/>
          <a:p>
            <a:pPr algn="ctr"/>
            <a:r>
              <a:rPr lang="zh-CN" altLang="en-US" sz="1400" b="1" dirty="0">
                <a:solidFill>
                  <a:srgbClr val="000000"/>
                </a:solidFill>
                <a:latin typeface="Microsoft JhengHei" panose="020B0604030504040204" pitchFamily="34" charset="-120"/>
                <a:ea typeface="Microsoft JhengHei" panose="020B0604030504040204" pitchFamily="34" charset="-120"/>
                <a:sym typeface="+mn-ea"/>
              </a:rPr>
              <a:t>Line flow </a:t>
            </a:r>
            <a:endParaRPr lang="zh-CN" altLang="en-US" sz="1400" b="1">
              <a:solidFill>
                <a:srgbClr val="000000"/>
              </a:solidFill>
              <a:latin typeface="Microsoft JhengHei" panose="020B0604030504040204" pitchFamily="34" charset="-120"/>
              <a:ea typeface="Microsoft JhengHei" panose="020B0604030504040204" pitchFamily="34" charset="-120"/>
            </a:endParaRPr>
          </a:p>
        </p:txBody>
      </p:sp>
      <p:sp>
        <p:nvSpPr>
          <p:cNvPr id="28" name="TextBox 142"/>
          <p:cNvSpPr txBox="1">
            <a:spLocks noChangeArrowheads="1"/>
          </p:cNvSpPr>
          <p:nvPr/>
        </p:nvSpPr>
        <p:spPr bwMode="auto">
          <a:xfrm>
            <a:off x="50800" y="5969000"/>
            <a:ext cx="10671175" cy="65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400" b="1" dirty="0">
                <a:latin typeface="+mn-lt"/>
                <a:ea typeface="Microsoft JhengHei" panose="020B0604030504040204" pitchFamily="34" charset="-120"/>
                <a:cs typeface="Times New Roman" panose="02020603050405020304" pitchFamily="18" charset="0"/>
                <a:sym typeface="+mn-ea"/>
              </a:rPr>
              <a:t>Automation Assembly Line </a:t>
            </a:r>
            <a:r>
              <a:rPr lang="en-US" altLang="zh-CN" sz="1400" b="1" dirty="0">
                <a:latin typeface="+mn-lt"/>
                <a:ea typeface="Microsoft JhengHei" panose="020B0604030504040204" pitchFamily="34" charset="-120"/>
                <a:sym typeface="+mn-ea"/>
              </a:rPr>
              <a:t>UPH</a:t>
            </a:r>
            <a:r>
              <a:rPr lang="en-US" altLang="zh-CN" sz="1400" b="1" dirty="0">
                <a:latin typeface="Microsoft JhengHei" panose="020B0604030504040204" pitchFamily="34" charset="-120"/>
                <a:ea typeface="Microsoft JhengHei" panose="020B0604030504040204" pitchFamily="34" charset="-120"/>
              </a:rPr>
              <a:t> </a:t>
            </a:r>
            <a:r>
              <a:rPr lang="zh-CN" altLang="en-US" sz="1400" b="1" dirty="0">
                <a:latin typeface="Microsoft JhengHei" panose="020B0604030504040204" pitchFamily="34" charset="-120"/>
                <a:ea typeface="Microsoft JhengHei" panose="020B0604030504040204" pitchFamily="34" charset="-120"/>
              </a:rPr>
              <a:t>：</a:t>
            </a:r>
            <a:r>
              <a:rPr lang="en-US" altLang="zh-TW" sz="1400" b="1" dirty="0">
                <a:solidFill>
                  <a:srgbClr val="0000FF"/>
                </a:solidFill>
                <a:latin typeface="Microsoft JhengHei" panose="020B0604030504040204" pitchFamily="34" charset="-120"/>
                <a:ea typeface="Microsoft JhengHei" panose="020B0604030504040204" pitchFamily="34" charset="-120"/>
              </a:rPr>
              <a:t>500PCS/H</a:t>
            </a:r>
            <a:endParaRPr lang="en-US" altLang="zh-CN" sz="1400" b="1" dirty="0">
              <a:solidFill>
                <a:srgbClr val="0000FF"/>
              </a:solidFill>
              <a:latin typeface="Microsoft JhengHei" panose="020B0604030504040204" pitchFamily="34" charset="-120"/>
              <a:ea typeface="Microsoft JhengHei" panose="020B0604030504040204" pitchFamily="34" charset="-120"/>
            </a:endParaRPr>
          </a:p>
          <a:p>
            <a:pPr>
              <a:lnSpc>
                <a:spcPct val="130000"/>
              </a:lnSpc>
            </a:pPr>
            <a:r>
              <a:rPr lang="en-US" altLang="zh-CN" sz="1400" b="1" dirty="0">
                <a:latin typeface="+mn-lt"/>
                <a:ea typeface="Microsoft JhengHei" panose="020B0604030504040204" pitchFamily="34" charset="-120"/>
                <a:cs typeface="Times New Roman" panose="02020603050405020304" pitchFamily="18" charset="0"/>
                <a:sym typeface="+mn-ea"/>
              </a:rPr>
              <a:t>Automation Assembly Line Dimension </a:t>
            </a:r>
            <a:r>
              <a:rPr lang="zh-CN" altLang="en-US" sz="1400" b="1" dirty="0">
                <a:latin typeface="Microsoft JhengHei" panose="020B0604030504040204" pitchFamily="34" charset="-120"/>
                <a:ea typeface="Microsoft JhengHei" panose="020B0604030504040204" pitchFamily="34" charset="-120"/>
              </a:rPr>
              <a:t>：</a:t>
            </a:r>
            <a:r>
              <a:rPr lang="en-US" altLang="zh-CN" sz="1400" b="1" dirty="0">
                <a:latin typeface="Microsoft JhengHei" panose="020B0604030504040204" pitchFamily="34" charset="-120"/>
                <a:ea typeface="Microsoft JhengHei" panose="020B0604030504040204" pitchFamily="34" charset="-120"/>
              </a:rPr>
              <a:t> </a:t>
            </a:r>
            <a:r>
              <a:rPr lang="en-US" altLang="zh-CN" sz="1400" b="1" dirty="0">
                <a:solidFill>
                  <a:srgbClr val="0000FF"/>
                </a:solidFill>
                <a:latin typeface="Microsoft JhengHei" panose="020B0604030504040204" pitchFamily="34" charset="-120"/>
                <a:ea typeface="Microsoft JhengHei" panose="020B0604030504040204" pitchFamily="34" charset="-120"/>
              </a:rPr>
              <a:t>L 9300mm * W 1500mm * H 1620mm (</a:t>
            </a:r>
            <a:r>
              <a:rPr lang="zh-CN" altLang="en-US" sz="1400" b="1" dirty="0">
                <a:solidFill>
                  <a:srgbClr val="0000FF"/>
                </a:solidFill>
                <a:latin typeface="Microsoft JhengHei" panose="020B0604030504040204" pitchFamily="34" charset="-120"/>
                <a:ea typeface="Microsoft JhengHei" panose="020B0604030504040204" pitchFamily="34" charset="-120"/>
                <a:sym typeface="+mn-ea"/>
              </a:rPr>
              <a:t>For reference, according to the actual</a:t>
            </a:r>
            <a:r>
              <a:rPr lang="en-US" altLang="zh-CN" sz="1400" b="1" dirty="0">
                <a:solidFill>
                  <a:srgbClr val="0000FF"/>
                </a:solidFill>
                <a:latin typeface="Microsoft JhengHei" panose="020B0604030504040204" pitchFamily="34" charset="-120"/>
                <a:ea typeface="Microsoft JhengHei" panose="020B0604030504040204" pitchFamily="34" charset="-120"/>
              </a:rPr>
              <a:t>)</a:t>
            </a:r>
          </a:p>
        </p:txBody>
      </p:sp>
      <p:grpSp>
        <p:nvGrpSpPr>
          <p:cNvPr id="6" name="组合 5"/>
          <p:cNvGrpSpPr/>
          <p:nvPr/>
        </p:nvGrpSpPr>
        <p:grpSpPr>
          <a:xfrm>
            <a:off x="1410970" y="2671445"/>
            <a:ext cx="9382125" cy="788670"/>
            <a:chOff x="2538" y="4207"/>
            <a:chExt cx="14775" cy="1242"/>
          </a:xfrm>
        </p:grpSpPr>
        <p:sp>
          <p:nvSpPr>
            <p:cNvPr id="30724" name="TextBox 216"/>
            <p:cNvSpPr txBox="1">
              <a:spLocks noChangeArrowheads="1"/>
            </p:cNvSpPr>
            <p:nvPr/>
          </p:nvSpPr>
          <p:spPr bwMode="auto">
            <a:xfrm>
              <a:off x="2912" y="4766"/>
              <a:ext cx="978"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cxnSp>
          <p:nvCxnSpPr>
            <p:cNvPr id="194" name="直接连接符 193"/>
            <p:cNvCxnSpPr/>
            <p:nvPr/>
          </p:nvCxnSpPr>
          <p:spPr>
            <a:xfrm flipV="1">
              <a:off x="2538" y="4221"/>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5" name="直接连接符 194"/>
            <p:cNvCxnSpPr/>
            <p:nvPr/>
          </p:nvCxnSpPr>
          <p:spPr>
            <a:xfrm flipV="1">
              <a:off x="3976" y="4225"/>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6" name="直接连接符 195"/>
            <p:cNvCxnSpPr/>
            <p:nvPr/>
          </p:nvCxnSpPr>
          <p:spPr>
            <a:xfrm flipV="1">
              <a:off x="5429" y="4248"/>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7" name="直接连接符 196"/>
            <p:cNvCxnSpPr/>
            <p:nvPr/>
          </p:nvCxnSpPr>
          <p:spPr>
            <a:xfrm flipV="1">
              <a:off x="6746" y="4212"/>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8" name="直接连接符 197"/>
            <p:cNvCxnSpPr/>
            <p:nvPr/>
          </p:nvCxnSpPr>
          <p:spPr>
            <a:xfrm flipV="1">
              <a:off x="8066" y="4211"/>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9" name="直接连接符 198"/>
            <p:cNvCxnSpPr/>
            <p:nvPr/>
          </p:nvCxnSpPr>
          <p:spPr>
            <a:xfrm flipV="1">
              <a:off x="9519" y="4227"/>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0" name="直接连接符 199"/>
            <p:cNvCxnSpPr/>
            <p:nvPr/>
          </p:nvCxnSpPr>
          <p:spPr>
            <a:xfrm flipV="1">
              <a:off x="10328" y="4255"/>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1" name="直接连接符 200"/>
            <p:cNvCxnSpPr/>
            <p:nvPr/>
          </p:nvCxnSpPr>
          <p:spPr>
            <a:xfrm flipV="1">
              <a:off x="11764" y="4225"/>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2" name="直接箭头连接符 211"/>
            <p:cNvCxnSpPr/>
            <p:nvPr/>
          </p:nvCxnSpPr>
          <p:spPr>
            <a:xfrm>
              <a:off x="2538" y="5307"/>
              <a:ext cx="143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3" name="直接箭头连接符 212"/>
            <p:cNvCxnSpPr/>
            <p:nvPr/>
          </p:nvCxnSpPr>
          <p:spPr>
            <a:xfrm>
              <a:off x="3976" y="5321"/>
              <a:ext cx="1468"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4" name="直接箭头连接符 213"/>
            <p:cNvCxnSpPr/>
            <p:nvPr/>
          </p:nvCxnSpPr>
          <p:spPr>
            <a:xfrm flipV="1">
              <a:off x="5443" y="5321"/>
              <a:ext cx="1303" cy="1"/>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5" name="直接箭头连接符 214"/>
            <p:cNvCxnSpPr/>
            <p:nvPr/>
          </p:nvCxnSpPr>
          <p:spPr>
            <a:xfrm>
              <a:off x="6746" y="5316"/>
              <a:ext cx="1320"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6" name="直接箭头连接符 215"/>
            <p:cNvCxnSpPr/>
            <p:nvPr/>
          </p:nvCxnSpPr>
          <p:spPr>
            <a:xfrm>
              <a:off x="8066" y="5310"/>
              <a:ext cx="1453"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7" name="直接箭头连接符 216"/>
            <p:cNvCxnSpPr/>
            <p:nvPr/>
          </p:nvCxnSpPr>
          <p:spPr>
            <a:xfrm>
              <a:off x="9519" y="5312"/>
              <a:ext cx="809"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8" name="直接箭头连接符 217"/>
            <p:cNvCxnSpPr/>
            <p:nvPr/>
          </p:nvCxnSpPr>
          <p:spPr>
            <a:xfrm>
              <a:off x="10328" y="5316"/>
              <a:ext cx="1436"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756" name="TextBox 216"/>
            <p:cNvSpPr txBox="1">
              <a:spLocks noChangeArrowheads="1"/>
            </p:cNvSpPr>
            <p:nvPr/>
          </p:nvSpPr>
          <p:spPr bwMode="auto">
            <a:xfrm>
              <a:off x="4362" y="4788"/>
              <a:ext cx="978"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smtClean="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sp>
          <p:nvSpPr>
            <p:cNvPr id="30757" name="TextBox 216"/>
            <p:cNvSpPr txBox="1">
              <a:spLocks noChangeArrowheads="1"/>
            </p:cNvSpPr>
            <p:nvPr/>
          </p:nvSpPr>
          <p:spPr bwMode="auto">
            <a:xfrm>
              <a:off x="5738" y="4790"/>
              <a:ext cx="978"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smtClean="0">
                  <a:latin typeface="宋体" panose="02010600030101010101" pitchFamily="2" charset="-122"/>
                  <a:ea typeface="宋体" panose="02010600030101010101" pitchFamily="2" charset="-122"/>
                </a:rPr>
                <a:t>800</a:t>
              </a:r>
              <a:endParaRPr lang="zh-CN" altLang="en-US" sz="1300" b="1">
                <a:latin typeface="宋体" panose="02010600030101010101" pitchFamily="2" charset="-122"/>
                <a:ea typeface="宋体" panose="02010600030101010101" pitchFamily="2" charset="-122"/>
              </a:endParaRPr>
            </a:p>
          </p:txBody>
        </p:sp>
        <p:sp>
          <p:nvSpPr>
            <p:cNvPr id="30758" name="TextBox 216"/>
            <p:cNvSpPr txBox="1">
              <a:spLocks noChangeArrowheads="1"/>
            </p:cNvSpPr>
            <p:nvPr/>
          </p:nvSpPr>
          <p:spPr bwMode="auto">
            <a:xfrm>
              <a:off x="7034" y="4785"/>
              <a:ext cx="708"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smtClean="0">
                  <a:latin typeface="宋体" panose="02010600030101010101" pitchFamily="2" charset="-122"/>
                  <a:ea typeface="宋体" panose="02010600030101010101" pitchFamily="2" charset="-122"/>
                </a:rPr>
                <a:t>840</a:t>
              </a:r>
              <a:endParaRPr lang="zh-CN" altLang="en-US" sz="1300" b="1" dirty="0">
                <a:latin typeface="宋体" panose="02010600030101010101" pitchFamily="2" charset="-122"/>
                <a:ea typeface="宋体" panose="02010600030101010101" pitchFamily="2" charset="-122"/>
              </a:endParaRPr>
            </a:p>
          </p:txBody>
        </p:sp>
        <p:sp>
          <p:nvSpPr>
            <p:cNvPr id="30759" name="TextBox 216"/>
            <p:cNvSpPr txBox="1">
              <a:spLocks noChangeArrowheads="1"/>
            </p:cNvSpPr>
            <p:nvPr/>
          </p:nvSpPr>
          <p:spPr bwMode="auto">
            <a:xfrm>
              <a:off x="8435" y="4797"/>
              <a:ext cx="978"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smtClean="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sp>
          <p:nvSpPr>
            <p:cNvPr id="30760" name="TextBox 216"/>
            <p:cNvSpPr txBox="1">
              <a:spLocks noChangeArrowheads="1"/>
            </p:cNvSpPr>
            <p:nvPr/>
          </p:nvSpPr>
          <p:spPr bwMode="auto">
            <a:xfrm>
              <a:off x="9585" y="4773"/>
              <a:ext cx="977"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6</a:t>
              </a:r>
              <a:r>
                <a:rPr lang="en-US" altLang="zh-CN" sz="1300" b="1" dirty="0" smtClean="0">
                  <a:latin typeface="宋体" panose="02010600030101010101" pitchFamily="2" charset="-122"/>
                  <a:ea typeface="宋体" panose="02010600030101010101" pitchFamily="2" charset="-122"/>
                </a:rPr>
                <a:t>00</a:t>
              </a:r>
              <a:endParaRPr lang="zh-CN" altLang="en-US" sz="1300" b="1" dirty="0">
                <a:latin typeface="宋体" panose="02010600030101010101" pitchFamily="2" charset="-122"/>
                <a:ea typeface="宋体" panose="02010600030101010101" pitchFamily="2" charset="-122"/>
              </a:endParaRPr>
            </a:p>
          </p:txBody>
        </p:sp>
        <p:sp>
          <p:nvSpPr>
            <p:cNvPr id="30761" name="TextBox 216"/>
            <p:cNvSpPr txBox="1">
              <a:spLocks noChangeArrowheads="1"/>
            </p:cNvSpPr>
            <p:nvPr/>
          </p:nvSpPr>
          <p:spPr bwMode="auto">
            <a:xfrm>
              <a:off x="10745" y="4803"/>
              <a:ext cx="978"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cxnSp>
          <p:nvCxnSpPr>
            <p:cNvPr id="246" name="直接箭头连接符 245"/>
            <p:cNvCxnSpPr/>
            <p:nvPr/>
          </p:nvCxnSpPr>
          <p:spPr>
            <a:xfrm>
              <a:off x="14557" y="5312"/>
              <a:ext cx="129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773" name="TextBox 216"/>
            <p:cNvSpPr txBox="1">
              <a:spLocks noChangeArrowheads="1"/>
            </p:cNvSpPr>
            <p:nvPr/>
          </p:nvSpPr>
          <p:spPr bwMode="auto">
            <a:xfrm>
              <a:off x="14857" y="4790"/>
              <a:ext cx="977"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smtClean="0">
                  <a:latin typeface="宋体" panose="02010600030101010101" pitchFamily="2" charset="-122"/>
                  <a:ea typeface="宋体" panose="02010600030101010101" pitchFamily="2" charset="-122"/>
                </a:rPr>
                <a:t>840</a:t>
              </a:r>
              <a:endParaRPr lang="zh-CN" altLang="en-US" sz="1300" b="1" dirty="0">
                <a:latin typeface="宋体" panose="02010600030101010101" pitchFamily="2" charset="-122"/>
                <a:ea typeface="宋体" panose="02010600030101010101" pitchFamily="2" charset="-122"/>
              </a:endParaRPr>
            </a:p>
          </p:txBody>
        </p:sp>
        <p:cxnSp>
          <p:nvCxnSpPr>
            <p:cNvPr id="7" name="直接连接符 6"/>
            <p:cNvCxnSpPr/>
            <p:nvPr/>
          </p:nvCxnSpPr>
          <p:spPr>
            <a:xfrm flipV="1">
              <a:off x="13224" y="4207"/>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14550" y="4212"/>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15860" y="4212"/>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13233" y="5310"/>
              <a:ext cx="131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216"/>
            <p:cNvSpPr txBox="1">
              <a:spLocks noChangeArrowheads="1"/>
            </p:cNvSpPr>
            <p:nvPr/>
          </p:nvSpPr>
          <p:spPr bwMode="auto">
            <a:xfrm>
              <a:off x="13546" y="4790"/>
              <a:ext cx="977"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smtClean="0">
                  <a:latin typeface="宋体" panose="02010600030101010101" pitchFamily="2" charset="-122"/>
                  <a:ea typeface="宋体" panose="02010600030101010101" pitchFamily="2" charset="-122"/>
                </a:rPr>
                <a:t>800</a:t>
              </a:r>
              <a:endParaRPr lang="zh-CN" altLang="en-US" sz="1300" b="1" dirty="0">
                <a:latin typeface="宋体" panose="02010600030101010101" pitchFamily="2" charset="-122"/>
                <a:ea typeface="宋体" panose="02010600030101010101" pitchFamily="2" charset="-122"/>
              </a:endParaRPr>
            </a:p>
          </p:txBody>
        </p:sp>
        <p:cxnSp>
          <p:nvCxnSpPr>
            <p:cNvPr id="12" name="直接箭头连接符 11"/>
            <p:cNvCxnSpPr/>
            <p:nvPr/>
          </p:nvCxnSpPr>
          <p:spPr>
            <a:xfrm>
              <a:off x="11764" y="5316"/>
              <a:ext cx="1460"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216"/>
            <p:cNvSpPr txBox="1">
              <a:spLocks noChangeArrowheads="1"/>
            </p:cNvSpPr>
            <p:nvPr/>
          </p:nvSpPr>
          <p:spPr bwMode="auto">
            <a:xfrm>
              <a:off x="12138" y="4805"/>
              <a:ext cx="977"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smtClean="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cxnSp>
          <p:nvCxnSpPr>
            <p:cNvPr id="71" name="直接箭头连接符 70"/>
            <p:cNvCxnSpPr/>
            <p:nvPr/>
          </p:nvCxnSpPr>
          <p:spPr>
            <a:xfrm>
              <a:off x="15844" y="5317"/>
              <a:ext cx="1469"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2" name="TextBox 216"/>
            <p:cNvSpPr txBox="1">
              <a:spLocks noChangeArrowheads="1"/>
            </p:cNvSpPr>
            <p:nvPr/>
          </p:nvSpPr>
          <p:spPr bwMode="auto">
            <a:xfrm>
              <a:off x="16297" y="4796"/>
              <a:ext cx="977"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smtClean="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cxnSp>
          <p:nvCxnSpPr>
            <p:cNvPr id="73" name="直接连接符 72"/>
            <p:cNvCxnSpPr/>
            <p:nvPr/>
          </p:nvCxnSpPr>
          <p:spPr>
            <a:xfrm flipV="1">
              <a:off x="17313" y="4219"/>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579245" y="1043940"/>
            <a:ext cx="8785225" cy="497205"/>
            <a:chOff x="2803" y="1644"/>
            <a:chExt cx="13835" cy="783"/>
          </a:xfrm>
        </p:grpSpPr>
        <p:pic>
          <p:nvPicPr>
            <p:cNvPr id="30920" name="图片 35"/>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470" y="1644"/>
              <a:ext cx="250" cy="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24" name="图片 43"/>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2244" y="1685"/>
              <a:ext cx="250" cy="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36" name="图片 53"/>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315" y="1797"/>
              <a:ext cx="282"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37" name="图片 2"/>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8768" y="1687"/>
              <a:ext cx="558" cy="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图片 22"/>
            <p:cNvPicPr>
              <a:picLocks noChangeAspect="1"/>
            </p:cNvPicPr>
            <p:nvPr/>
          </p:nvPicPr>
          <p:blipFill rotWithShape="1">
            <a:blip r:embed="rId9"/>
            <a:srcRect l="24249" t="21012" r="16655" b="13838"/>
            <a:stretch>
              <a:fillRect/>
            </a:stretch>
          </p:blipFill>
          <p:spPr>
            <a:xfrm>
              <a:off x="16282" y="1929"/>
              <a:ext cx="356" cy="288"/>
            </a:xfrm>
            <a:prstGeom prst="rect">
              <a:avLst/>
            </a:prstGeom>
          </p:spPr>
        </p:pic>
        <p:pic>
          <p:nvPicPr>
            <p:cNvPr id="24" name="图片 23"/>
            <p:cNvPicPr>
              <a:picLocks noChangeAspect="1"/>
            </p:cNvPicPr>
            <p:nvPr/>
          </p:nvPicPr>
          <p:blipFill>
            <a:blip r:embed="rId10"/>
            <a:stretch>
              <a:fillRect/>
            </a:stretch>
          </p:blipFill>
          <p:spPr>
            <a:xfrm>
              <a:off x="5395" y="1771"/>
              <a:ext cx="1353" cy="547"/>
            </a:xfrm>
            <a:prstGeom prst="rect">
              <a:avLst/>
            </a:prstGeom>
          </p:spPr>
        </p:pic>
        <p:pic>
          <p:nvPicPr>
            <p:cNvPr id="25" name="图片 24"/>
            <p:cNvPicPr>
              <a:picLocks noChangeAspect="1"/>
            </p:cNvPicPr>
            <p:nvPr/>
          </p:nvPicPr>
          <p:blipFill>
            <a:blip r:embed="rId11"/>
            <a:stretch>
              <a:fillRect/>
            </a:stretch>
          </p:blipFill>
          <p:spPr>
            <a:xfrm>
              <a:off x="13224" y="1763"/>
              <a:ext cx="1298" cy="598"/>
            </a:xfrm>
            <a:prstGeom prst="rect">
              <a:avLst/>
            </a:prstGeom>
          </p:spPr>
        </p:pic>
        <p:pic>
          <p:nvPicPr>
            <p:cNvPr id="26" name="图片 25"/>
            <p:cNvPicPr>
              <a:picLocks noChangeAspect="1"/>
            </p:cNvPicPr>
            <p:nvPr/>
          </p:nvPicPr>
          <p:blipFill>
            <a:blip r:embed="rId12"/>
            <a:stretch>
              <a:fillRect/>
            </a:stretch>
          </p:blipFill>
          <p:spPr>
            <a:xfrm>
              <a:off x="2803" y="1687"/>
              <a:ext cx="768" cy="656"/>
            </a:xfrm>
            <a:prstGeom prst="rect">
              <a:avLst/>
            </a:prstGeom>
          </p:spPr>
        </p:pic>
        <p:pic>
          <p:nvPicPr>
            <p:cNvPr id="14" name="图片 13"/>
            <p:cNvPicPr>
              <a:picLocks noChangeAspect="1"/>
            </p:cNvPicPr>
            <p:nvPr/>
          </p:nvPicPr>
          <p:blipFill>
            <a:blip r:embed="rId13"/>
            <a:stretch>
              <a:fillRect/>
            </a:stretch>
          </p:blipFill>
          <p:spPr>
            <a:xfrm>
              <a:off x="10711" y="1761"/>
              <a:ext cx="550" cy="583"/>
            </a:xfrm>
            <a:prstGeom prst="rect">
              <a:avLst/>
            </a:prstGeom>
          </p:spPr>
        </p:pic>
      </p:grpSp>
      <p:grpSp>
        <p:nvGrpSpPr>
          <p:cNvPr id="21" name="组合 20"/>
          <p:cNvGrpSpPr/>
          <p:nvPr/>
        </p:nvGrpSpPr>
        <p:grpSpPr>
          <a:xfrm>
            <a:off x="5684520" y="6004560"/>
            <a:ext cx="1674495" cy="245110"/>
            <a:chOff x="9325" y="9456"/>
            <a:chExt cx="2637" cy="386"/>
          </a:xfrm>
        </p:grpSpPr>
        <p:sp>
          <p:nvSpPr>
            <p:cNvPr id="19" name="Rectangle 17"/>
            <p:cNvSpPr>
              <a:spLocks noChangeArrowheads="1"/>
            </p:cNvSpPr>
            <p:nvPr/>
          </p:nvSpPr>
          <p:spPr bwMode="auto">
            <a:xfrm>
              <a:off x="9325" y="9525"/>
              <a:ext cx="401" cy="290"/>
            </a:xfrm>
            <a:prstGeom prst="rect">
              <a:avLst/>
            </a:prstGeom>
            <a:solidFill>
              <a:schemeClr val="accent4">
                <a:lumMod val="40000"/>
                <a:lumOff val="60000"/>
              </a:schemeClr>
            </a:solidFill>
            <a:ln w="9525">
              <a:solidFill>
                <a:schemeClr val="tx1"/>
              </a:solidFill>
              <a:miter lim="800000"/>
            </a:ln>
          </p:spPr>
          <p:txBody>
            <a:bodyPr anchor="ctr"/>
            <a:lstStyle/>
            <a:p>
              <a:pPr algn="ctr"/>
              <a:endParaRPr lang="en-US" altLang="zh-CN" sz="1000"/>
            </a:p>
          </p:txBody>
        </p:sp>
        <p:sp>
          <p:nvSpPr>
            <p:cNvPr id="20" name="TextBox 121"/>
            <p:cNvSpPr txBox="1">
              <a:spLocks noChangeArrowheads="1"/>
            </p:cNvSpPr>
            <p:nvPr/>
          </p:nvSpPr>
          <p:spPr bwMode="auto">
            <a:xfrm>
              <a:off x="9821" y="9456"/>
              <a:ext cx="2141"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gn="l">
                <a:buClrTx/>
                <a:buSzTx/>
                <a:buFontTx/>
              </a:pPr>
              <a:r>
                <a:rPr lang="zh-CN" altLang="en-US" sz="1000" b="1" dirty="0">
                  <a:latin typeface="Microsoft JhengHei" panose="020B0604030504040204" pitchFamily="34" charset="-120"/>
                  <a:ea typeface="Microsoft JhengHei" panose="020B0604030504040204" pitchFamily="34" charset="-120"/>
                  <a:sym typeface="+mn-ea"/>
                </a:rPr>
                <a:t>Auto machine</a:t>
              </a:r>
              <a:r>
                <a:rPr lang="zh-CN" altLang="en-US" sz="1000" b="1" dirty="0">
                  <a:latin typeface="Microsoft JhengHei" panose="020B0604030504040204" pitchFamily="34" charset="-120"/>
                  <a:ea typeface="Microsoft JhengHei" panose="020B0604030504040204" pitchFamily="34" charset="-120"/>
                </a:rPr>
                <a:t>(new)</a:t>
              </a:r>
            </a:p>
          </p:txBody>
        </p:sp>
      </p:grpSp>
      <p:grpSp>
        <p:nvGrpSpPr>
          <p:cNvPr id="27" name="组合 26"/>
          <p:cNvGrpSpPr/>
          <p:nvPr/>
        </p:nvGrpSpPr>
        <p:grpSpPr>
          <a:xfrm>
            <a:off x="7640320" y="6004560"/>
            <a:ext cx="1736725" cy="245110"/>
            <a:chOff x="12405" y="9456"/>
            <a:chExt cx="2735" cy="386"/>
          </a:xfrm>
        </p:grpSpPr>
        <p:sp>
          <p:nvSpPr>
            <p:cNvPr id="22" name="Rectangle 17"/>
            <p:cNvSpPr>
              <a:spLocks noChangeArrowheads="1"/>
            </p:cNvSpPr>
            <p:nvPr/>
          </p:nvSpPr>
          <p:spPr bwMode="auto">
            <a:xfrm>
              <a:off x="12405" y="9525"/>
              <a:ext cx="565" cy="290"/>
            </a:xfrm>
            <a:prstGeom prst="rect">
              <a:avLst/>
            </a:prstGeom>
            <a:solidFill>
              <a:schemeClr val="accent6">
                <a:lumMod val="60000"/>
                <a:lumOff val="40000"/>
              </a:schemeClr>
            </a:solidFill>
            <a:ln w="9525">
              <a:solidFill>
                <a:schemeClr val="tx1"/>
              </a:solidFill>
              <a:miter lim="800000"/>
            </a:ln>
          </p:spPr>
          <p:txBody>
            <a:bodyPr anchor="ct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pPr algn="ctr">
                <a:defRPr/>
              </a:pPr>
              <a:endParaRPr lang="en-US" altLang="zh-CN" sz="1000"/>
            </a:p>
          </p:txBody>
        </p:sp>
        <p:sp>
          <p:nvSpPr>
            <p:cNvPr id="29" name="TextBox 121"/>
            <p:cNvSpPr txBox="1">
              <a:spLocks noChangeArrowheads="1"/>
            </p:cNvSpPr>
            <p:nvPr/>
          </p:nvSpPr>
          <p:spPr bwMode="auto">
            <a:xfrm>
              <a:off x="13012" y="9456"/>
              <a:ext cx="2128"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gn="l">
                <a:buClrTx/>
                <a:buSzTx/>
                <a:buFontTx/>
              </a:pPr>
              <a:r>
                <a:rPr lang="zh-CN" altLang="en-US" sz="1000" b="1" dirty="0">
                  <a:latin typeface="Microsoft JhengHei" panose="020B0604030504040204" pitchFamily="34" charset="-120"/>
                  <a:ea typeface="Microsoft JhengHei" panose="020B0604030504040204" pitchFamily="34" charset="-120"/>
                  <a:sym typeface="+mn-ea"/>
                </a:rPr>
                <a:t>Auto machine(old)</a:t>
              </a:r>
              <a:endParaRPr lang="zh-CN" altLang="en-US" sz="1000" b="1" dirty="0">
                <a:latin typeface="Microsoft JhengHei" panose="020B0604030504040204" pitchFamily="34" charset="-120"/>
                <a:ea typeface="Microsoft JhengHei" panose="020B0604030504040204" pitchFamily="34" charset="-120"/>
              </a:endParaRPr>
            </a:p>
          </p:txBody>
        </p:sp>
      </p:grpSp>
      <p:grpSp>
        <p:nvGrpSpPr>
          <p:cNvPr id="30" name="组合 29"/>
          <p:cNvGrpSpPr/>
          <p:nvPr/>
        </p:nvGrpSpPr>
        <p:grpSpPr>
          <a:xfrm>
            <a:off x="9481995" y="6015355"/>
            <a:ext cx="2473150" cy="245110"/>
            <a:chOff x="16637" y="9987"/>
            <a:chExt cx="3895" cy="386"/>
          </a:xfrm>
        </p:grpSpPr>
        <p:sp>
          <p:nvSpPr>
            <p:cNvPr id="31" name="Rectangle 17"/>
            <p:cNvSpPr>
              <a:spLocks noChangeArrowheads="1"/>
            </p:cNvSpPr>
            <p:nvPr/>
          </p:nvSpPr>
          <p:spPr bwMode="auto">
            <a:xfrm>
              <a:off x="16637" y="10011"/>
              <a:ext cx="565" cy="290"/>
            </a:xfrm>
            <a:prstGeom prst="rect">
              <a:avLst/>
            </a:prstGeom>
            <a:solidFill>
              <a:schemeClr val="accent5">
                <a:lumMod val="60000"/>
                <a:lumOff val="40000"/>
              </a:schemeClr>
            </a:solidFill>
            <a:ln w="9525">
              <a:solidFill>
                <a:schemeClr val="tx1"/>
              </a:solidFill>
              <a:miter lim="800000"/>
            </a:ln>
          </p:spPr>
          <p:txBody>
            <a:bodyPr anchor="ct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pPr algn="ctr">
                <a:defRPr/>
              </a:pPr>
              <a:endParaRPr lang="en-US" altLang="zh-CN" sz="1000"/>
            </a:p>
          </p:txBody>
        </p:sp>
        <p:sp>
          <p:nvSpPr>
            <p:cNvPr id="34" name="TextBox 121"/>
            <p:cNvSpPr txBox="1">
              <a:spLocks noChangeArrowheads="1"/>
            </p:cNvSpPr>
            <p:nvPr/>
          </p:nvSpPr>
          <p:spPr bwMode="auto">
            <a:xfrm>
              <a:off x="17202" y="9987"/>
              <a:ext cx="3330"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gn="l">
                <a:buClrTx/>
                <a:buSzTx/>
                <a:buFontTx/>
              </a:pPr>
              <a:r>
                <a:rPr lang="zh-CN" altLang="en-US" sz="1000" b="1" dirty="0">
                  <a:latin typeface="Microsoft JhengHei" panose="020B0604030504040204" pitchFamily="34" charset="-120"/>
                  <a:ea typeface="Microsoft JhengHei" panose="020B0604030504040204" pitchFamily="34" charset="-120"/>
                  <a:sym typeface="+mn-ea"/>
                </a:rPr>
                <a:t>Auto</a:t>
              </a:r>
              <a:r>
                <a:rPr lang="zh-CN" altLang="en-US" sz="1000" b="1" dirty="0">
                  <a:latin typeface="Microsoft JhengHei" panose="020B0604030504040204" pitchFamily="34" charset="-120"/>
                  <a:ea typeface="Microsoft JhengHei" panose="020B0604030504040204" pitchFamily="34" charset="-120"/>
                </a:rPr>
                <a:t> machine（</a:t>
              </a:r>
              <a:r>
                <a:rPr lang="zh-CN" altLang="en-US" sz="1000" b="1" dirty="0">
                  <a:latin typeface="Microsoft JhengHei" panose="020B0604030504040204" pitchFamily="34" charset="-120"/>
                  <a:ea typeface="Microsoft JhengHei" panose="020B0604030504040204" pitchFamily="34" charset="-120"/>
                  <a:sym typeface="+mn-ea"/>
                </a:rPr>
                <a:t>Guest supply</a:t>
              </a:r>
              <a:r>
                <a:rPr lang="zh-CN" altLang="en-US" sz="1000" b="1" dirty="0">
                  <a:latin typeface="Microsoft JhengHei" panose="020B0604030504040204" pitchFamily="34" charset="-120"/>
                  <a:ea typeface="Microsoft JhengHei" panose="020B0604030504040204" pitchFamily="34" charset="-120"/>
                </a:rPr>
                <a:t>）</a:t>
              </a:r>
            </a:p>
          </p:txBody>
        </p:sp>
      </p:grpSp>
      <p:sp>
        <p:nvSpPr>
          <p:cNvPr id="38" name="椭圆 37"/>
          <p:cNvSpPr/>
          <p:nvPr>
            <p:custDataLst>
              <p:tags r:id="rId3"/>
            </p:custDataLst>
          </p:nvPr>
        </p:nvSpPr>
        <p:spPr>
          <a:xfrm>
            <a:off x="8042275" y="927735"/>
            <a:ext cx="1191260" cy="4883785"/>
          </a:xfrm>
          <a:prstGeom prst="ellipse">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defTabSz="1218565" fontAlgn="base">
              <a:spcBef>
                <a:spcPct val="0"/>
              </a:spcBef>
              <a:spcAft>
                <a:spcPct val="0"/>
              </a:spcAft>
              <a:defRPr kumimoji="1" sz="3200" b="1">
                <a:solidFill>
                  <a:srgbClr val="0070C0"/>
                </a:solidFill>
                <a:latin typeface="Calibri" panose="020F0502020204030204"/>
                <a:ea typeface="Microsoft JhengHei" panose="020B0604030504040204" pitchFamily="34" charset="-120"/>
                <a:cs typeface="Arial" panose="020B0604020202020204" pitchFamily="34" charset="0"/>
              </a:defRPr>
            </a:lvl1pPr>
          </a:lstStyle>
          <a:p>
            <a:pPr marL="0" marR="0" lvl="0" indent="0" algn="l" defTabSz="1218565" rtl="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dirty="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rPr>
              <a:t>Contents</a:t>
            </a:r>
            <a:endParaRPr kumimoji="1" lang="zh-TW" altLang="en-US" sz="3000" b="1" i="0" u="none" strike="noStrike" kern="0" cap="none" spc="0" normalizeH="0" baseline="0" noProof="0" dirty="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sym typeface="Gill Sans"/>
            </a:endParaRP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3</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3"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graphicFrame>
        <p:nvGraphicFramePr>
          <p:cNvPr id="6" name="表格 5"/>
          <p:cNvGraphicFramePr>
            <a:graphicFrameLocks noGrp="1"/>
          </p:cNvGraphicFramePr>
          <p:nvPr>
            <p:custDataLst>
              <p:tags r:id="rId2"/>
            </p:custDataLst>
          </p:nvPr>
        </p:nvGraphicFramePr>
        <p:xfrm>
          <a:off x="335361" y="1254647"/>
          <a:ext cx="11523749" cy="4320361"/>
        </p:xfrm>
        <a:graphic>
          <a:graphicData uri="http://schemas.openxmlformats.org/drawingml/2006/table">
            <a:tbl>
              <a:tblPr/>
              <a:tblGrid>
                <a:gridCol w="1875600">
                  <a:extLst>
                    <a:ext uri="{9D8B030D-6E8A-4147-A177-3AD203B41FA5}">
                      <a16:colId xmlns:a16="http://schemas.microsoft.com/office/drawing/2014/main" val="20000"/>
                    </a:ext>
                  </a:extLst>
                </a:gridCol>
                <a:gridCol w="5160010">
                  <a:extLst>
                    <a:ext uri="{9D8B030D-6E8A-4147-A177-3AD203B41FA5}">
                      <a16:colId xmlns:a16="http://schemas.microsoft.com/office/drawing/2014/main" val="20001"/>
                    </a:ext>
                  </a:extLst>
                </a:gridCol>
                <a:gridCol w="4488139">
                  <a:extLst>
                    <a:ext uri="{9D8B030D-6E8A-4147-A177-3AD203B41FA5}">
                      <a16:colId xmlns:a16="http://schemas.microsoft.com/office/drawing/2014/main" val="20002"/>
                    </a:ext>
                  </a:extLst>
                </a:gridCol>
              </a:tblGrid>
              <a:tr h="53761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sz="2400" u="none" strike="noStrike" dirty="0">
                          <a:solidFill>
                            <a:schemeClr val="bg1"/>
                          </a:solidFill>
                          <a:effectLst/>
                        </a:rPr>
                        <a:t>Item</a:t>
                      </a:r>
                      <a:endParaRPr lang="en-US" sz="2400" b="0" i="0" u="none" strike="noStrike" dirty="0">
                        <a:solidFill>
                          <a:schemeClr val="bg1"/>
                        </a:solidFill>
                        <a:effectLst/>
                        <a:latin typeface="等线" panose="02010600030101010101" charset="-122"/>
                        <a:ea typeface="等线" panose="02010600030101010101" charset="-122"/>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buClrTx/>
                        <a:buSzTx/>
                        <a:buFontTx/>
                      </a:pPr>
                      <a:r>
                        <a:rPr lang="en-US" sz="2400" dirty="0">
                          <a:solidFill>
                            <a:schemeClr val="bg1"/>
                          </a:solidFill>
                          <a:effectLst/>
                          <a:sym typeface="+mn-ea"/>
                        </a:rPr>
                        <a:t>Description</a:t>
                      </a: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sz="2400" u="none" strike="noStrike" dirty="0">
                          <a:solidFill>
                            <a:schemeClr val="bg1"/>
                          </a:solidFill>
                          <a:effectLst/>
                        </a:rPr>
                        <a:t>DRI</a:t>
                      </a:r>
                      <a:endParaRPr lang="en-US" sz="2400" b="0" i="0" u="none" strike="noStrike" dirty="0">
                        <a:solidFill>
                          <a:schemeClr val="bg1"/>
                        </a:solidFill>
                        <a:effectLst/>
                        <a:latin typeface="等线" panose="02010600030101010101" charset="-122"/>
                        <a:ea typeface="等线" panose="02010600030101010101" charset="-122"/>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39172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altLang="zh-CN" sz="2000" u="none" strike="noStrike" dirty="0">
                          <a:solidFill>
                            <a:schemeClr val="tx1"/>
                          </a:solidFill>
                          <a:effectLst/>
                          <a:latin typeface="+mn-lt"/>
                        </a:rPr>
                        <a:t>1</a:t>
                      </a:r>
                      <a:endParaRPr lang="en-US" altLang="zh-CN" sz="2000" b="0" i="0" u="none" strike="noStrike" dirty="0">
                        <a:solidFill>
                          <a:schemeClr val="tx1"/>
                        </a:solidFill>
                        <a:effectLst/>
                        <a:latin typeface="+mn-lt"/>
                        <a:ea typeface="等线" panose="02010600030101010101" charset="-122"/>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buClrTx/>
                        <a:buSzTx/>
                        <a:buFontTx/>
                      </a:pPr>
                      <a:r>
                        <a:rPr lang="en-US" altLang="zh-CN" sz="2000" kern="1200" baseline="0" dirty="0">
                          <a:solidFill>
                            <a:schemeClr val="dk1"/>
                          </a:solidFill>
                          <a:effectLst/>
                          <a:latin typeface="Calibri" panose="020F0502020204030204" charset="0"/>
                          <a:ea typeface="+mn-ea"/>
                        </a:rPr>
                        <a:t>Historical Versions</a:t>
                      </a:r>
                      <a:endParaRPr lang="zh-CN" altLang="en-US" sz="2000" kern="1200" baseline="0" dirty="0">
                        <a:solidFill>
                          <a:schemeClr val="dk1"/>
                        </a:solidFill>
                        <a:effectLst/>
                        <a:latin typeface="Calibri" panose="020F0502020204030204" charset="0"/>
                        <a:ea typeface="+mn-ea"/>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2000" noProof="0" dirty="0">
                          <a:ln>
                            <a:noFill/>
                          </a:ln>
                          <a:solidFill>
                            <a:srgbClr val="000000"/>
                          </a:solidFill>
                          <a:effectLst/>
                          <a:uLnTx/>
                          <a:uFillTx/>
                          <a:latin typeface="Arial" panose="020B0604020202020204"/>
                          <a:ea typeface="等线" panose="02010600030101010101" charset="-122"/>
                          <a:sym typeface="+mn-ea"/>
                        </a:rPr>
                        <a:t>Wang </a:t>
                      </a:r>
                      <a:r>
                        <a:rPr lang="en-US" altLang="zh-CN" sz="2000" noProof="0" dirty="0" err="1">
                          <a:ln>
                            <a:noFill/>
                          </a:ln>
                          <a:solidFill>
                            <a:srgbClr val="000000"/>
                          </a:solidFill>
                          <a:effectLst/>
                          <a:uLnTx/>
                          <a:uFillTx/>
                          <a:latin typeface="Arial" panose="020B0604020202020204"/>
                          <a:ea typeface="等线" panose="02010600030101010101" charset="-122"/>
                          <a:sym typeface="+mn-ea"/>
                        </a:rPr>
                        <a:t>hao</a:t>
                      </a:r>
                      <a:endParaRPr lang="en-US" sz="2000" dirty="0">
                        <a:solidFill>
                          <a:srgbClr val="000000"/>
                        </a:solidFill>
                        <a:effectLst/>
                        <a:ea typeface="等线" panose="02010600030101010101" charset="-122"/>
                        <a:sym typeface="+mn-ea"/>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1"/>
                  </a:ext>
                </a:extLst>
              </a:tr>
              <a:tr h="46409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2000" u="none" strike="noStrike" dirty="0">
                          <a:solidFill>
                            <a:schemeClr val="tx1"/>
                          </a:solidFill>
                          <a:effectLst/>
                          <a:latin typeface="+mn-lt"/>
                        </a:rPr>
                        <a:t>2</a:t>
                      </a:r>
                      <a:endParaRPr lang="en-US" altLang="zh-CN" sz="2000" b="0" i="0" u="none" strike="noStrike" dirty="0">
                        <a:solidFill>
                          <a:schemeClr val="tx1"/>
                        </a:solidFill>
                        <a:effectLst/>
                        <a:latin typeface="+mn-lt"/>
                        <a:ea typeface="等线" panose="02010600030101010101" charset="-122"/>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lvl="0" algn="l" fontAlgn="b">
                        <a:buClrTx/>
                        <a:buSzTx/>
                        <a:buFontTx/>
                      </a:pPr>
                      <a:r>
                        <a:rPr lang="en-US" altLang="zh-CN" sz="2000" kern="1200" baseline="0" dirty="0">
                          <a:solidFill>
                            <a:schemeClr val="dk1"/>
                          </a:solidFill>
                          <a:effectLst/>
                          <a:latin typeface="Calibri" panose="020F0502020204030204" charset="0"/>
                          <a:ea typeface="+mn-ea"/>
                          <a:sym typeface="+mn-ea"/>
                        </a:rPr>
                        <a:t>Machine performance design</a:t>
                      </a:r>
                      <a:endParaRPr lang="zh-CN" altLang="en-US" sz="2000" kern="1200" baseline="0" dirty="0">
                        <a:solidFill>
                          <a:schemeClr val="dk1"/>
                        </a:solidFill>
                        <a:effectLst/>
                        <a:latin typeface="Calibri" panose="020F0502020204030204" charset="0"/>
                        <a:ea typeface="+mn-ea"/>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2000" noProof="0" dirty="0">
                          <a:ln>
                            <a:noFill/>
                          </a:ln>
                          <a:solidFill>
                            <a:srgbClr val="000000"/>
                          </a:solidFill>
                          <a:effectLst/>
                          <a:uLnTx/>
                          <a:uFillTx/>
                          <a:latin typeface="Arial" panose="020B0604020202020204"/>
                          <a:ea typeface="等线" panose="02010600030101010101" charset="-122"/>
                          <a:sym typeface="+mn-ea"/>
                        </a:rPr>
                        <a:t>Wang </a:t>
                      </a:r>
                      <a:r>
                        <a:rPr lang="en-US" altLang="zh-CN" sz="2000" noProof="0" dirty="0" err="1">
                          <a:ln>
                            <a:noFill/>
                          </a:ln>
                          <a:solidFill>
                            <a:srgbClr val="000000"/>
                          </a:solidFill>
                          <a:effectLst/>
                          <a:uLnTx/>
                          <a:uFillTx/>
                          <a:latin typeface="Arial" panose="020B0604020202020204"/>
                          <a:ea typeface="等线" panose="02010600030101010101" charset="-122"/>
                          <a:sym typeface="+mn-ea"/>
                        </a:rPr>
                        <a:t>hao</a:t>
                      </a:r>
                      <a:endParaRPr lang="en-US" altLang="zh-CN" sz="2000" dirty="0">
                        <a:solidFill>
                          <a:srgbClr val="000000"/>
                        </a:solidFill>
                        <a:effectLst/>
                        <a:ea typeface="等线" panose="02010600030101010101" charset="-122"/>
                        <a:sym typeface="+mn-ea"/>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lumMod val="20000"/>
                        <a:lumOff val="80000"/>
                      </a:srgbClr>
                    </a:solidFill>
                  </a:tcPr>
                </a:tc>
                <a:extLst>
                  <a:ext uri="{0D108BD9-81ED-4DB2-BD59-A6C34878D82A}">
                    <a16:rowId xmlns:a16="http://schemas.microsoft.com/office/drawing/2014/main" val="10002"/>
                  </a:ext>
                </a:extLst>
              </a:tr>
              <a:tr h="46409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2000" u="none" strike="noStrike" dirty="0">
                          <a:solidFill>
                            <a:schemeClr val="tx1"/>
                          </a:solidFill>
                          <a:effectLst/>
                          <a:latin typeface="+mn-lt"/>
                        </a:rPr>
                        <a:t>3</a:t>
                      </a:r>
                      <a:endParaRPr lang="en-US" altLang="zh-CN" sz="2000" b="0" i="0" u="none" strike="noStrike" dirty="0">
                        <a:solidFill>
                          <a:schemeClr val="tx1"/>
                        </a:solidFill>
                        <a:effectLst/>
                        <a:latin typeface="+mn-lt"/>
                        <a:ea typeface="等线" panose="02010600030101010101" charset="-122"/>
                      </a:endParaRPr>
                    </a:p>
                  </a:txBody>
                  <a:tcPr marL="12700" marR="12700" marT="12700"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l" defTabSz="914400" rtl="0" eaLnBrk="1" fontAlgn="b" latinLnBrk="0" hangingPunct="1">
                        <a:lnSpc>
                          <a:spcPct val="100000"/>
                        </a:lnSpc>
                        <a:spcBef>
                          <a:spcPts val="0"/>
                        </a:spcBef>
                        <a:buClrTx/>
                        <a:buSzTx/>
                        <a:buFontTx/>
                        <a:buNone/>
                      </a:pPr>
                      <a:r>
                        <a:rPr lang="en-US" altLang="zh-CN" sz="2000" kern="1200" baseline="0" dirty="0">
                          <a:solidFill>
                            <a:schemeClr val="dk1"/>
                          </a:solidFill>
                          <a:effectLst/>
                          <a:latin typeface="Calibri" panose="020F0502020204030204" charset="0"/>
                          <a:ea typeface="+mn-ea"/>
                          <a:cs typeface="Calibri" panose="020F0502020204030204" charset="0"/>
                          <a:sym typeface="+mn-ea"/>
                        </a:rPr>
                        <a:t>Product Change</a:t>
                      </a:r>
                    </a:p>
                  </a:txBody>
                  <a:tcPr marL="12700" marR="12700" marT="12700"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Arial" panose="020B0604020202020204"/>
                          <a:ea typeface="等线" panose="02010600030101010101" charset="-122"/>
                          <a:cs typeface="+mn-cs"/>
                          <a:sym typeface="+mn-ea"/>
                        </a:rPr>
                        <a:t>Wang </a:t>
                      </a:r>
                      <a:r>
                        <a:rPr kumimoji="0" lang="en-US" altLang="zh-CN" sz="2000" b="0" i="0" u="none" strike="noStrike" kern="1200" cap="none" spc="0" normalizeH="0" baseline="0" noProof="0" dirty="0" err="1">
                          <a:ln>
                            <a:noFill/>
                          </a:ln>
                          <a:solidFill>
                            <a:srgbClr val="000000"/>
                          </a:solidFill>
                          <a:effectLst/>
                          <a:uLnTx/>
                          <a:uFillTx/>
                          <a:latin typeface="Arial" panose="020B0604020202020204"/>
                          <a:ea typeface="等线" panose="02010600030101010101" charset="-122"/>
                          <a:cs typeface="+mn-cs"/>
                          <a:sym typeface="+mn-ea"/>
                        </a:rPr>
                        <a:t>hao</a:t>
                      </a:r>
                      <a:endParaRPr kumimoji="0" lang="en-US" altLang="zh-CN" sz="2000" b="0" i="0" u="none" strike="noStrike" kern="1200" cap="none" spc="0" normalizeH="0" baseline="0" noProof="0" dirty="0">
                        <a:ln>
                          <a:noFill/>
                        </a:ln>
                        <a:solidFill>
                          <a:srgbClr val="000000"/>
                        </a:solidFill>
                        <a:effectLst/>
                        <a:uLnTx/>
                        <a:uFillTx/>
                        <a:latin typeface="Arial" panose="020B0604020202020204"/>
                        <a:ea typeface="等线" panose="02010600030101010101" charset="-122"/>
                        <a:cs typeface="+mn-cs"/>
                        <a:sym typeface="+mn-ea"/>
                      </a:endParaRPr>
                    </a:p>
                  </a:txBody>
                  <a:tcPr marL="12700" marR="12700" marT="12700"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3"/>
                  </a:ext>
                </a:extLst>
              </a:tr>
              <a:tr h="50609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2000" u="none" strike="noStrike" dirty="0">
                          <a:solidFill>
                            <a:schemeClr val="tx1"/>
                          </a:solidFill>
                          <a:effectLst/>
                          <a:latin typeface="+mn-lt"/>
                        </a:rPr>
                        <a:t>4</a:t>
                      </a:r>
                      <a:endParaRPr lang="en-US" altLang="zh-CN" sz="2000" b="0" i="0" u="none" strike="noStrike" dirty="0">
                        <a:solidFill>
                          <a:schemeClr val="tx1"/>
                        </a:solidFill>
                        <a:effectLst/>
                        <a:latin typeface="+mn-lt"/>
                        <a:ea typeface="等线" panose="02010600030101010101" charset="-122"/>
                      </a:endParaRPr>
                    </a:p>
                  </a:txBody>
                  <a:tcPr marL="12700" marR="12700" marT="12700"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l" defTabSz="914400" rtl="0" eaLnBrk="1" fontAlgn="b" latinLnBrk="0" hangingPunct="1">
                        <a:lnSpc>
                          <a:spcPct val="100000"/>
                        </a:lnSpc>
                        <a:spcBef>
                          <a:spcPts val="0"/>
                        </a:spcBef>
                        <a:buClrTx/>
                        <a:buSzTx/>
                        <a:buFontTx/>
                        <a:buNone/>
                      </a:pPr>
                      <a:r>
                        <a:rPr lang="en-US" altLang="zh-CN" sz="2000" dirty="0">
                          <a:effectLst/>
                          <a:latin typeface="Calibri" panose="020F0502020204030204" charset="0"/>
                          <a:cs typeface="Calibri" panose="020F0502020204030204" charset="0"/>
                          <a:sym typeface="+mn-ea"/>
                        </a:rPr>
                        <a:t>Equipment Layout</a:t>
                      </a:r>
                      <a:endParaRPr lang="en-US" altLang="zh-CN" sz="2000" kern="1200" baseline="0" dirty="0">
                        <a:solidFill>
                          <a:schemeClr val="dk1"/>
                        </a:solidFill>
                        <a:effectLst/>
                        <a:latin typeface="Calibri" panose="020F0502020204030204" charset="0"/>
                        <a:ea typeface="+mn-ea"/>
                        <a:cs typeface="Calibri" panose="020F0502020204030204" charset="0"/>
                        <a:sym typeface="+mn-ea"/>
                      </a:endParaRPr>
                    </a:p>
                  </a:txBody>
                  <a:tcPr marL="12700" marR="12700" marT="12700"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2000" noProof="0" dirty="0">
                          <a:ln>
                            <a:noFill/>
                          </a:ln>
                          <a:solidFill>
                            <a:srgbClr val="000000"/>
                          </a:solidFill>
                          <a:effectLst/>
                          <a:uLnTx/>
                          <a:uFillTx/>
                          <a:latin typeface="Arial" panose="020B0604020202020204"/>
                          <a:ea typeface="等线" panose="02010600030101010101" charset="-122"/>
                          <a:sym typeface="+mn-ea"/>
                        </a:rPr>
                        <a:t>Wang </a:t>
                      </a:r>
                      <a:r>
                        <a:rPr lang="en-US" altLang="zh-CN" sz="2000" noProof="0" dirty="0" err="1">
                          <a:ln>
                            <a:noFill/>
                          </a:ln>
                          <a:solidFill>
                            <a:srgbClr val="000000"/>
                          </a:solidFill>
                          <a:effectLst/>
                          <a:uLnTx/>
                          <a:uFillTx/>
                          <a:latin typeface="Arial" panose="020B0604020202020204"/>
                          <a:ea typeface="等线" panose="02010600030101010101" charset="-122"/>
                          <a:sym typeface="+mn-ea"/>
                        </a:rPr>
                        <a:t>hao</a:t>
                      </a:r>
                      <a:endParaRPr lang="en-US" altLang="zh-CN" sz="2000" dirty="0">
                        <a:solidFill>
                          <a:srgbClr val="000000"/>
                        </a:solidFill>
                        <a:effectLst/>
                        <a:ea typeface="等线" panose="02010600030101010101" charset="-122"/>
                        <a:sym typeface="+mn-ea"/>
                      </a:endParaRPr>
                    </a:p>
                  </a:txBody>
                  <a:tcPr marL="12700" marR="12700" marT="12700"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lumMod val="20000"/>
                        <a:lumOff val="80000"/>
                      </a:srgbClr>
                    </a:solidFill>
                  </a:tcPr>
                </a:tc>
                <a:extLst>
                  <a:ext uri="{0D108BD9-81ED-4DB2-BD59-A6C34878D82A}">
                    <a16:rowId xmlns:a16="http://schemas.microsoft.com/office/drawing/2014/main" val="10004"/>
                  </a:ext>
                </a:extLst>
              </a:tr>
              <a:tr h="516584">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2000" u="none" strike="noStrike" dirty="0">
                          <a:solidFill>
                            <a:schemeClr val="tx1"/>
                          </a:solidFill>
                          <a:effectLst/>
                          <a:latin typeface="+mn-lt"/>
                        </a:rPr>
                        <a:t>5</a:t>
                      </a:r>
                      <a:endParaRPr lang="en-US" altLang="zh-CN" sz="2000" b="0" i="0" u="none" strike="noStrike" dirty="0">
                        <a:solidFill>
                          <a:schemeClr val="tx1"/>
                        </a:solidFill>
                        <a:effectLst/>
                        <a:latin typeface="+mn-lt"/>
                        <a:ea typeface="等线" panose="02010600030101010101" charset="-122"/>
                      </a:endParaRPr>
                    </a:p>
                  </a:txBody>
                  <a:tcPr marL="12700" marR="12700" marT="12700"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l" defTabSz="914400" rtl="0" eaLnBrk="1" fontAlgn="b" latinLnBrk="0" hangingPunct="1">
                        <a:lnSpc>
                          <a:spcPct val="100000"/>
                        </a:lnSpc>
                        <a:spcBef>
                          <a:spcPts val="0"/>
                        </a:spcBef>
                        <a:buClrTx/>
                        <a:buSzTx/>
                        <a:buFontTx/>
                        <a:buNone/>
                      </a:pPr>
                      <a:r>
                        <a:rPr lang="en-US" altLang="zh-CN" sz="2000" dirty="0">
                          <a:effectLst/>
                          <a:latin typeface="Calibri" panose="020F0502020204030204" charset="0"/>
                          <a:cs typeface="Calibri" panose="020F0502020204030204" charset="0"/>
                          <a:sym typeface="+mn-ea"/>
                        </a:rPr>
                        <a:t>The key components</a:t>
                      </a:r>
                    </a:p>
                  </a:txBody>
                  <a:tcPr marL="12700" marR="12700" marT="12700"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2000" noProof="0" dirty="0">
                          <a:ln>
                            <a:noFill/>
                          </a:ln>
                          <a:solidFill>
                            <a:srgbClr val="000000"/>
                          </a:solidFill>
                          <a:effectLst/>
                          <a:uLnTx/>
                          <a:uFillTx/>
                          <a:latin typeface="Arial" panose="020B0604020202020204"/>
                          <a:ea typeface="等线" panose="02010600030101010101" charset="-122"/>
                          <a:sym typeface="+mn-ea"/>
                        </a:rPr>
                        <a:t>Wang </a:t>
                      </a:r>
                      <a:r>
                        <a:rPr lang="en-US" altLang="zh-CN" sz="2000" noProof="0" dirty="0" err="1">
                          <a:ln>
                            <a:noFill/>
                          </a:ln>
                          <a:solidFill>
                            <a:srgbClr val="000000"/>
                          </a:solidFill>
                          <a:effectLst/>
                          <a:uLnTx/>
                          <a:uFillTx/>
                          <a:latin typeface="Arial" panose="020B0604020202020204"/>
                          <a:ea typeface="等线" panose="02010600030101010101" charset="-122"/>
                          <a:sym typeface="+mn-ea"/>
                        </a:rPr>
                        <a:t>hao</a:t>
                      </a:r>
                      <a:endParaRPr lang="en-US" sz="2000" dirty="0">
                        <a:solidFill>
                          <a:srgbClr val="000000"/>
                        </a:solidFill>
                        <a:effectLst/>
                        <a:ea typeface="等线" panose="02010600030101010101" charset="-122"/>
                        <a:sym typeface="+mn-ea"/>
                      </a:endParaRPr>
                    </a:p>
                  </a:txBody>
                  <a:tcPr marL="12700" marR="12700" marT="12700"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5"/>
                  </a:ext>
                </a:extLst>
              </a:tr>
              <a:tr h="480053">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altLang="zh-CN" sz="2000" u="none" strike="noStrike">
                          <a:solidFill>
                            <a:schemeClr val="tx1"/>
                          </a:solidFill>
                          <a:effectLst/>
                          <a:latin typeface="+mn-lt"/>
                        </a:rPr>
                        <a:t>6</a:t>
                      </a:r>
                      <a:endParaRPr lang="en-US" altLang="zh-CN" sz="2000" b="0" i="0" u="none" strike="noStrike" dirty="0">
                        <a:solidFill>
                          <a:schemeClr val="tx1"/>
                        </a:solidFill>
                        <a:effectLst/>
                        <a:latin typeface="+mn-lt"/>
                        <a:ea typeface="等线" panose="02010600030101010101" charset="-122"/>
                      </a:endParaRPr>
                    </a:p>
                  </a:txBody>
                  <a:tcPr marL="12700" marR="12700" marT="12700"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l" defTabSz="914400" rtl="0" eaLnBrk="1" fontAlgn="b" latinLnBrk="0" hangingPunct="1">
                        <a:lnSpc>
                          <a:spcPct val="100000"/>
                        </a:lnSpc>
                        <a:spcBef>
                          <a:spcPts val="0"/>
                        </a:spcBef>
                        <a:buClrTx/>
                        <a:buSzTx/>
                        <a:buFontTx/>
                        <a:buNone/>
                      </a:pPr>
                      <a:r>
                        <a:rPr lang="en-US" altLang="zh-CN" sz="2000" dirty="0">
                          <a:effectLst/>
                          <a:latin typeface="Calibri" panose="020F0502020204030204" charset="0"/>
                          <a:cs typeface="Calibri" panose="020F0502020204030204" charset="0"/>
                          <a:sym typeface="+mn-ea"/>
                        </a:rPr>
                        <a:t>Key Fixture Design</a:t>
                      </a:r>
                      <a:endParaRPr lang="en-US" altLang="zh-CN" sz="2000" kern="1200" baseline="0" dirty="0">
                        <a:solidFill>
                          <a:schemeClr val="dk1"/>
                        </a:solidFill>
                        <a:effectLst/>
                        <a:latin typeface="Calibri" panose="020F0502020204030204" charset="0"/>
                        <a:ea typeface="+mn-ea"/>
                        <a:cs typeface="Calibri" panose="020F0502020204030204" charset="0"/>
                        <a:sym typeface="+mn-ea"/>
                      </a:endParaRPr>
                    </a:p>
                  </a:txBody>
                  <a:tcPr marL="12700" marR="12700" marT="12700"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2000" noProof="0" dirty="0">
                          <a:ln>
                            <a:noFill/>
                          </a:ln>
                          <a:solidFill>
                            <a:srgbClr val="000000"/>
                          </a:solidFill>
                          <a:effectLst/>
                          <a:uLnTx/>
                          <a:uFillTx/>
                          <a:latin typeface="Arial" panose="020B0604020202020204"/>
                          <a:ea typeface="等线" panose="02010600030101010101" charset="-122"/>
                          <a:sym typeface="+mn-ea"/>
                        </a:rPr>
                        <a:t>Wang </a:t>
                      </a:r>
                      <a:r>
                        <a:rPr lang="en-US" altLang="zh-CN" sz="2000" noProof="0" dirty="0" err="1">
                          <a:ln>
                            <a:noFill/>
                          </a:ln>
                          <a:solidFill>
                            <a:srgbClr val="000000"/>
                          </a:solidFill>
                          <a:effectLst/>
                          <a:uLnTx/>
                          <a:uFillTx/>
                          <a:latin typeface="Arial" panose="020B0604020202020204"/>
                          <a:ea typeface="等线" panose="02010600030101010101" charset="-122"/>
                          <a:sym typeface="+mn-ea"/>
                        </a:rPr>
                        <a:t>hao</a:t>
                      </a:r>
                      <a:endParaRPr lang="en-US" altLang="zh-CN" sz="2000" dirty="0">
                        <a:solidFill>
                          <a:srgbClr val="000000"/>
                        </a:solidFill>
                        <a:effectLst/>
                        <a:ea typeface="等线" panose="02010600030101010101" charset="-122"/>
                        <a:sym typeface="+mn-ea"/>
                      </a:endParaRPr>
                    </a:p>
                  </a:txBody>
                  <a:tcPr marL="12700" marR="12700" marT="12700"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lumMod val="20000"/>
                        <a:lumOff val="80000"/>
                      </a:srgbClr>
                    </a:solidFill>
                  </a:tcPr>
                </a:tc>
                <a:extLst>
                  <a:ext uri="{0D108BD9-81ED-4DB2-BD59-A6C34878D82A}">
                    <a16:rowId xmlns:a16="http://schemas.microsoft.com/office/drawing/2014/main" val="10006"/>
                  </a:ext>
                </a:extLst>
              </a:tr>
              <a:tr h="480053">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altLang="zh-CN" sz="2000" u="none" strike="noStrike" dirty="0">
                          <a:solidFill>
                            <a:schemeClr val="tx1"/>
                          </a:solidFill>
                          <a:effectLst/>
                          <a:latin typeface="+mn-lt"/>
                        </a:rPr>
                        <a:t>7</a:t>
                      </a:r>
                      <a:endParaRPr lang="en-US" altLang="zh-CN" sz="2000" b="0" i="0" u="none" strike="noStrike" dirty="0">
                        <a:solidFill>
                          <a:schemeClr val="tx1"/>
                        </a:solidFill>
                        <a:effectLst/>
                        <a:latin typeface="+mn-lt"/>
                        <a:ea typeface="等线" panose="02010600030101010101" charset="-122"/>
                      </a:endParaRPr>
                    </a:p>
                  </a:txBody>
                  <a:tcPr marL="12700" marR="12700" marT="12700"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l" defTabSz="914400" rtl="0" eaLnBrk="1" fontAlgn="b" latinLnBrk="0" hangingPunct="1">
                        <a:lnSpc>
                          <a:spcPct val="100000"/>
                        </a:lnSpc>
                        <a:spcBef>
                          <a:spcPts val="0"/>
                        </a:spcBef>
                        <a:buClrTx/>
                        <a:buSzTx/>
                        <a:buFontTx/>
                        <a:buNone/>
                      </a:pPr>
                      <a:r>
                        <a:rPr lang="en-US" altLang="zh-CN" sz="2000" dirty="0">
                          <a:solidFill>
                            <a:prstClr val="black"/>
                          </a:solidFill>
                          <a:latin typeface="Calibri" panose="020F0502020204030204" charset="0"/>
                          <a:cs typeface="Calibri" panose="020F0502020204030204" charset="0"/>
                          <a:sym typeface="+mn-ea"/>
                        </a:rPr>
                        <a:t>Action flow design</a:t>
                      </a:r>
                      <a:endParaRPr lang="en-US" altLang="zh-CN" sz="2000" u="none" strike="noStrike" baseline="0" dirty="0">
                        <a:solidFill>
                          <a:prstClr val="black"/>
                        </a:solidFill>
                        <a:effectLst/>
                        <a:latin typeface="Calibri" panose="020F0502020204030204" charset="0"/>
                        <a:cs typeface="Calibri" panose="020F0502020204030204" charset="0"/>
                        <a:sym typeface="+mn-ea"/>
                      </a:endParaRPr>
                    </a:p>
                  </a:txBody>
                  <a:tcPr marL="12700" marR="12700" marT="12700"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2000" noProof="0" dirty="0">
                          <a:ln>
                            <a:noFill/>
                          </a:ln>
                          <a:solidFill>
                            <a:srgbClr val="000000"/>
                          </a:solidFill>
                          <a:effectLst/>
                          <a:uLnTx/>
                          <a:uFillTx/>
                          <a:latin typeface="Arial" panose="020B0604020202020204"/>
                          <a:ea typeface="等线" panose="02010600030101010101" charset="-122"/>
                          <a:sym typeface="+mn-ea"/>
                        </a:rPr>
                        <a:t>Wang </a:t>
                      </a:r>
                      <a:r>
                        <a:rPr lang="en-US" altLang="zh-CN" sz="2000" noProof="0" dirty="0" err="1">
                          <a:ln>
                            <a:noFill/>
                          </a:ln>
                          <a:solidFill>
                            <a:srgbClr val="000000"/>
                          </a:solidFill>
                          <a:effectLst/>
                          <a:uLnTx/>
                          <a:uFillTx/>
                          <a:latin typeface="Arial" panose="020B0604020202020204"/>
                          <a:ea typeface="等线" panose="02010600030101010101" charset="-122"/>
                          <a:sym typeface="+mn-ea"/>
                        </a:rPr>
                        <a:t>hao</a:t>
                      </a:r>
                      <a:endParaRPr lang="en-US" sz="2000" dirty="0">
                        <a:solidFill>
                          <a:srgbClr val="000000"/>
                        </a:solidFill>
                        <a:effectLst/>
                        <a:ea typeface="等线" panose="02010600030101010101" charset="-122"/>
                        <a:sym typeface="+mn-ea"/>
                      </a:endParaRPr>
                    </a:p>
                  </a:txBody>
                  <a:tcPr marL="12700" marR="12700" marT="12700"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7"/>
                  </a:ext>
                </a:extLst>
              </a:tr>
              <a:tr h="480053">
                <a:tc>
                  <a:txBody>
                    <a:bodyPr/>
                    <a:lstStyle/>
                    <a:p>
                      <a:pPr algn="ctr" fontAlgn="ctr"/>
                      <a:r>
                        <a:rPr lang="en-US" altLang="zh-CN" sz="2000" b="0" i="0" u="none" strike="noStrike" dirty="0">
                          <a:solidFill>
                            <a:schemeClr val="tx1"/>
                          </a:solidFill>
                          <a:effectLst/>
                          <a:latin typeface="+mn-lt"/>
                          <a:ea typeface="等线" panose="02010600030101010101" charset="-122"/>
                        </a:rPr>
                        <a:t>8</a:t>
                      </a:r>
                    </a:p>
                  </a:txBody>
                  <a:tcPr marL="12700" marR="12700" marT="12700"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lvl="0" algn="l" fontAlgn="b">
                        <a:buClrTx/>
                        <a:buSzTx/>
                        <a:buFontTx/>
                      </a:pPr>
                      <a:r>
                        <a:rPr lang="en-US" altLang="zh-CN" sz="2000" dirty="0">
                          <a:effectLst/>
                          <a:latin typeface="Calibri" panose="020F0502020204030204" charset="0"/>
                          <a:cs typeface="Calibri" panose="020F0502020204030204" charset="0"/>
                          <a:sym typeface="+mn-ea"/>
                        </a:rPr>
                        <a:t>Timing diagram</a:t>
                      </a:r>
                      <a:endParaRPr lang="en-US" altLang="zh-CN" sz="2000" u="none" strike="noStrike" baseline="0" dirty="0">
                        <a:effectLst/>
                        <a:latin typeface="Calibri" panose="020F0502020204030204" charset="0"/>
                        <a:cs typeface="Calibri" panose="020F0502020204030204" charset="0"/>
                        <a:sym typeface="+mn-ea"/>
                      </a:endParaRPr>
                    </a:p>
                  </a:txBody>
                  <a:tcPr marL="12700" marR="12700" marT="1270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2000" noProof="0" dirty="0">
                          <a:ln>
                            <a:noFill/>
                          </a:ln>
                          <a:solidFill>
                            <a:srgbClr val="000000"/>
                          </a:solidFill>
                          <a:effectLst/>
                          <a:uLnTx/>
                          <a:uFillTx/>
                          <a:latin typeface="Arial" panose="020B0604020202020204"/>
                          <a:ea typeface="等线" panose="02010600030101010101" charset="-122"/>
                          <a:sym typeface="+mn-ea"/>
                        </a:rPr>
                        <a:t>Wang </a:t>
                      </a:r>
                      <a:r>
                        <a:rPr lang="en-US" altLang="zh-CN" sz="2000" noProof="0" dirty="0" err="1">
                          <a:ln>
                            <a:noFill/>
                          </a:ln>
                          <a:solidFill>
                            <a:srgbClr val="000000"/>
                          </a:solidFill>
                          <a:effectLst/>
                          <a:uLnTx/>
                          <a:uFillTx/>
                          <a:latin typeface="Arial" panose="020B0604020202020204"/>
                          <a:ea typeface="等线" panose="02010600030101010101" charset="-122"/>
                          <a:sym typeface="+mn-ea"/>
                        </a:rPr>
                        <a:t>hao</a:t>
                      </a:r>
                      <a:endParaRPr lang="en-US" altLang="zh-CN" sz="2000" kern="1200" dirty="0">
                        <a:solidFill>
                          <a:srgbClr val="000000"/>
                        </a:solidFill>
                        <a:effectLst/>
                        <a:latin typeface="Calibri" panose="020F0502020204030204"/>
                        <a:ea typeface="等线" panose="02010600030101010101" charset="-122"/>
                        <a:cs typeface="+mn-cs"/>
                        <a:sym typeface="+mn-ea"/>
                      </a:endParaRPr>
                    </a:p>
                  </a:txBody>
                  <a:tcPr marL="12700" marR="12700" marT="12700"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custDataLst>
              <p:tags r:id="rId1"/>
            </p:custDataLst>
          </p:nvPr>
        </p:nvGraphicFramePr>
        <p:xfrm>
          <a:off x="739833" y="1151412"/>
          <a:ext cx="11016000" cy="2303780"/>
        </p:xfrm>
        <a:graphic>
          <a:graphicData uri="http://schemas.openxmlformats.org/drawingml/2006/table">
            <a:tbl>
              <a:tblPr>
                <a:tableStyleId>{8799B23B-EC83-4686-B30A-512413B5E67A}</a:tableStyleId>
              </a:tblPr>
              <a:tblGrid>
                <a:gridCol w="1404000">
                  <a:extLst>
                    <a:ext uri="{9D8B030D-6E8A-4147-A177-3AD203B41FA5}">
                      <a16:colId xmlns:a16="http://schemas.microsoft.com/office/drawing/2014/main" val="20000"/>
                    </a:ext>
                  </a:extLst>
                </a:gridCol>
                <a:gridCol w="4860000">
                  <a:extLst>
                    <a:ext uri="{9D8B030D-6E8A-4147-A177-3AD203B41FA5}">
                      <a16:colId xmlns:a16="http://schemas.microsoft.com/office/drawing/2014/main" val="20001"/>
                    </a:ext>
                  </a:extLst>
                </a:gridCol>
                <a:gridCol w="1404000">
                  <a:extLst>
                    <a:ext uri="{9D8B030D-6E8A-4147-A177-3AD203B41FA5}">
                      <a16:colId xmlns:a16="http://schemas.microsoft.com/office/drawing/2014/main" val="20002"/>
                    </a:ext>
                  </a:extLst>
                </a:gridCol>
                <a:gridCol w="1404000">
                  <a:extLst>
                    <a:ext uri="{9D8B030D-6E8A-4147-A177-3AD203B41FA5}">
                      <a16:colId xmlns:a16="http://schemas.microsoft.com/office/drawing/2014/main" val="20003"/>
                    </a:ext>
                  </a:extLst>
                </a:gridCol>
                <a:gridCol w="1944000">
                  <a:extLst>
                    <a:ext uri="{9D8B030D-6E8A-4147-A177-3AD203B41FA5}">
                      <a16:colId xmlns:a16="http://schemas.microsoft.com/office/drawing/2014/main" val="20004"/>
                    </a:ext>
                  </a:extLst>
                </a:gridCol>
              </a:tblGrid>
              <a:tr h="575945">
                <a:tc>
                  <a:txBody>
                    <a:bodyPr/>
                    <a:lstStyle/>
                    <a:p>
                      <a:pPr algn="ctr" fontAlgn="b"/>
                      <a:r>
                        <a:rPr lang="en-US" sz="2000" u="none" strike="noStrike" dirty="0">
                          <a:effectLst/>
                        </a:rPr>
                        <a:t>Version</a:t>
                      </a:r>
                      <a:endParaRPr lang="en-US" sz="2000" b="1" i="0" u="none" strike="noStrike" dirty="0">
                        <a:solidFill>
                          <a:srgbClr val="000000"/>
                        </a:solidFill>
                        <a:effectLst/>
                        <a:latin typeface="+mn-lt"/>
                      </a:endParaRPr>
                    </a:p>
                  </a:txBody>
                  <a:tcPr marL="9525" marR="9525" marT="9525" marB="0" anchor="ctr">
                    <a:solidFill>
                      <a:schemeClr val="accent1">
                        <a:lumMod val="60000"/>
                        <a:lumOff val="40000"/>
                      </a:schemeClr>
                    </a:solidFill>
                  </a:tcPr>
                </a:tc>
                <a:tc>
                  <a:txBody>
                    <a:bodyPr/>
                    <a:lstStyle/>
                    <a:p>
                      <a:pPr algn="ctr" fontAlgn="b"/>
                      <a:r>
                        <a:rPr lang="en-US" sz="2000" u="none" strike="noStrike" dirty="0">
                          <a:effectLst/>
                        </a:rPr>
                        <a:t>Description</a:t>
                      </a:r>
                      <a:endParaRPr lang="en-US" sz="2000" b="1" i="0" u="none" strike="noStrike" dirty="0">
                        <a:solidFill>
                          <a:srgbClr val="000000"/>
                        </a:solidFill>
                        <a:effectLst/>
                        <a:latin typeface="+mn-lt"/>
                      </a:endParaRPr>
                    </a:p>
                  </a:txBody>
                  <a:tcPr marL="9525" marR="9525" marT="9525" marB="0" anchor="ctr">
                    <a:solidFill>
                      <a:schemeClr val="accent1">
                        <a:lumMod val="60000"/>
                        <a:lumOff val="40000"/>
                      </a:schemeClr>
                    </a:solidFill>
                  </a:tcPr>
                </a:tc>
                <a:tc>
                  <a:txBody>
                    <a:bodyPr/>
                    <a:lstStyle/>
                    <a:p>
                      <a:pPr algn="ctr" fontAlgn="b"/>
                      <a:r>
                        <a:rPr lang="en-US" sz="2000" u="none" strike="noStrike" dirty="0">
                          <a:effectLst/>
                        </a:rPr>
                        <a:t>Date</a:t>
                      </a:r>
                      <a:endParaRPr lang="en-US" sz="2000" b="1" i="0" u="none" strike="noStrike" dirty="0">
                        <a:solidFill>
                          <a:srgbClr val="000000"/>
                        </a:solidFill>
                        <a:effectLst/>
                        <a:latin typeface="+mn-lt"/>
                      </a:endParaRPr>
                    </a:p>
                  </a:txBody>
                  <a:tcPr marL="9525" marR="9525" marT="9525" marB="0" anchor="ctr">
                    <a:solidFill>
                      <a:schemeClr val="accent1">
                        <a:lumMod val="60000"/>
                        <a:lumOff val="40000"/>
                      </a:schemeClr>
                    </a:solidFill>
                  </a:tcPr>
                </a:tc>
                <a:tc>
                  <a:txBody>
                    <a:bodyPr/>
                    <a:lstStyle/>
                    <a:p>
                      <a:pPr algn="ctr" fontAlgn="b"/>
                      <a:r>
                        <a:rPr lang="en-US" sz="2000" u="none" strike="noStrike" dirty="0">
                          <a:effectLst/>
                        </a:rPr>
                        <a:t>DRI</a:t>
                      </a:r>
                      <a:endParaRPr lang="en-US" sz="2000" b="1" i="0" u="none" strike="noStrike" dirty="0">
                        <a:solidFill>
                          <a:srgbClr val="000000"/>
                        </a:solidFill>
                        <a:effectLst/>
                        <a:latin typeface="+mn-lt"/>
                      </a:endParaRPr>
                    </a:p>
                  </a:txBody>
                  <a:tcPr marL="9525" marR="9525" marT="9525" marB="0" anchor="ctr">
                    <a:solidFill>
                      <a:schemeClr val="accent1">
                        <a:lumMod val="60000"/>
                        <a:lumOff val="40000"/>
                      </a:schemeClr>
                    </a:solidFill>
                  </a:tcPr>
                </a:tc>
                <a:tc>
                  <a:txBody>
                    <a:bodyPr/>
                    <a:lstStyle/>
                    <a:p>
                      <a:pPr algn="ctr" fontAlgn="b"/>
                      <a:r>
                        <a:rPr lang="en-US" sz="2000" u="none" strike="noStrike" dirty="0">
                          <a:effectLst/>
                        </a:rPr>
                        <a:t>Remark</a:t>
                      </a:r>
                      <a:endParaRPr lang="en-US" sz="2000" b="1" i="0" u="none" strike="noStrike" dirty="0">
                        <a:solidFill>
                          <a:srgbClr val="000000"/>
                        </a:solidFill>
                        <a:effectLst/>
                        <a:latin typeface="+mn-lt"/>
                      </a:endParaRPr>
                    </a:p>
                  </a:txBody>
                  <a:tcPr marL="9525" marR="9525" marT="9525" marB="0" anchor="ctr">
                    <a:solidFill>
                      <a:schemeClr val="accent1">
                        <a:lumMod val="60000"/>
                        <a:lumOff val="40000"/>
                      </a:schemeClr>
                    </a:solidFill>
                  </a:tcPr>
                </a:tc>
                <a:extLst>
                  <a:ext uri="{0D108BD9-81ED-4DB2-BD59-A6C34878D82A}">
                    <a16:rowId xmlns:a16="http://schemas.microsoft.com/office/drawing/2014/main" val="10000"/>
                  </a:ext>
                </a:extLst>
              </a:tr>
              <a:tr h="575945">
                <a:tc>
                  <a:txBody>
                    <a:bodyPr/>
                    <a:lstStyle/>
                    <a:p>
                      <a:pPr algn="ctr" fontAlgn="b"/>
                      <a:r>
                        <a:rPr lang="en-US" sz="1600" u="none" strike="noStrike" dirty="0">
                          <a:effectLst/>
                          <a:latin typeface="+mn-lt"/>
                        </a:rPr>
                        <a:t>V01</a:t>
                      </a:r>
                      <a:endParaRPr lang="en-US" sz="1600" b="0" i="0" u="none" strike="noStrike" dirty="0">
                        <a:solidFill>
                          <a:srgbClr val="000000"/>
                        </a:solidFill>
                        <a:effectLst/>
                        <a:latin typeface="+mn-lt"/>
                      </a:endParaRPr>
                    </a:p>
                  </a:txBody>
                  <a:tcPr marL="9525" marR="9525" marT="9525" marB="0" anchor="ctr"/>
                </a:tc>
                <a:tc>
                  <a:txBody>
                    <a:bodyPr/>
                    <a:lstStyle/>
                    <a:p>
                      <a:pPr algn="l" fontAlgn="b"/>
                      <a:r>
                        <a:rPr lang="en-US" altLang="zh-CN" sz="1600" b="0" i="0" u="none" strike="noStrike" dirty="0">
                          <a:solidFill>
                            <a:srgbClr val="000000"/>
                          </a:solidFill>
                          <a:effectLst/>
                          <a:latin typeface="+mn-lt"/>
                        </a:rPr>
                        <a:t>Initial design version</a:t>
                      </a:r>
                      <a:endParaRPr lang="zh-CN" altLang="zh-CN" sz="1600" b="0" i="0" u="none" strike="noStrike" dirty="0">
                        <a:solidFill>
                          <a:srgbClr val="000000"/>
                        </a:solidFill>
                        <a:effectLst/>
                        <a:latin typeface="+mn-lt"/>
                      </a:endParaRPr>
                    </a:p>
                  </a:txBody>
                  <a:tcPr marL="9525" marR="9525" marT="9525" marB="0" anchor="ctr"/>
                </a:tc>
                <a:tc>
                  <a:txBody>
                    <a:bodyPr/>
                    <a:lstStyle/>
                    <a:p>
                      <a:pPr algn="ctr" fontAlgn="b"/>
                      <a:r>
                        <a:rPr lang="en-US" altLang="zh-CN" sz="1200" u="none" strike="noStrike" dirty="0">
                          <a:effectLst/>
                          <a:latin typeface="Arial" panose="020B0604020202020204" pitchFamily="34" charset="0"/>
                          <a:cs typeface="Arial" panose="020B0604020202020204" pitchFamily="34" charset="0"/>
                        </a:rPr>
                        <a:t>2026/01/23</a:t>
                      </a:r>
                      <a:endParaRPr lang="zh-CN" alt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600" noProof="0" dirty="0">
                          <a:ln>
                            <a:noFill/>
                          </a:ln>
                          <a:solidFill>
                            <a:srgbClr val="000000"/>
                          </a:solidFill>
                          <a:effectLst/>
                          <a:uLnTx/>
                          <a:uFillTx/>
                          <a:latin typeface="Arial" panose="020B0604020202020204"/>
                          <a:ea typeface="等线" panose="02010600030101010101" charset="-122"/>
                          <a:sym typeface="+mn-ea"/>
                        </a:rPr>
                        <a:t>Wang </a:t>
                      </a:r>
                      <a:r>
                        <a:rPr lang="en-US" altLang="zh-CN" sz="1600" noProof="0" dirty="0" err="1">
                          <a:ln>
                            <a:noFill/>
                          </a:ln>
                          <a:solidFill>
                            <a:srgbClr val="000000"/>
                          </a:solidFill>
                          <a:effectLst/>
                          <a:uLnTx/>
                          <a:uFillTx/>
                          <a:latin typeface="Arial" panose="020B0604020202020204"/>
                          <a:ea typeface="等线" panose="02010600030101010101" charset="-122"/>
                          <a:sym typeface="+mn-ea"/>
                        </a:rPr>
                        <a:t>hao</a:t>
                      </a:r>
                      <a:endParaRPr lang="en-US" altLang="zh-CN" sz="1600" dirty="0">
                        <a:solidFill>
                          <a:srgbClr val="000000"/>
                        </a:solidFill>
                        <a:effectLst/>
                        <a:ea typeface="等线" panose="02010600030101010101" charset="-122"/>
                        <a:sym typeface="+mn-ea"/>
                      </a:endParaRPr>
                    </a:p>
                  </a:txBody>
                  <a:tcPr marL="9525" marR="9525" marT="9525" marB="0" anchor="ctr"/>
                </a:tc>
                <a:tc>
                  <a:txBody>
                    <a:bodyPr/>
                    <a:lstStyle/>
                    <a:p>
                      <a:pPr algn="ctr" fontAlgn="b"/>
                      <a:r>
                        <a:rPr lang="zh-CN" altLang="en-US" sz="1600" u="none" strike="noStrike" dirty="0">
                          <a:effectLst/>
                          <a:latin typeface="+mn-lt"/>
                        </a:rPr>
                        <a:t>　</a:t>
                      </a:r>
                      <a:endParaRPr lang="zh-CN" altLang="en-US" sz="1600" b="0"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10001"/>
                  </a:ext>
                </a:extLst>
              </a:tr>
              <a:tr h="575945">
                <a:tc>
                  <a:txBody>
                    <a:bodyPr/>
                    <a:lstStyle/>
                    <a:p>
                      <a:pPr marL="0" algn="ctr" defTabSz="914400" rtl="0" eaLnBrk="1" fontAlgn="b" latinLnBrk="0" hangingPunct="1"/>
                      <a:endParaRPr lang="en-US" sz="1600" u="none" strike="noStrike" kern="1200" dirty="0">
                        <a:solidFill>
                          <a:srgbClr val="000000"/>
                        </a:solidFill>
                        <a:effectLst/>
                        <a:latin typeface="Calibri" panose="020F0502020204030204" charset="0"/>
                        <a:ea typeface="+mn-ea"/>
                      </a:endParaRPr>
                    </a:p>
                  </a:txBody>
                  <a:tcPr marL="9525" marR="9525" marT="9525" marB="0" anchor="ctr"/>
                </a:tc>
                <a:tc>
                  <a:txBody>
                    <a:bodyPr/>
                    <a:lstStyle/>
                    <a:p>
                      <a:pPr marL="0" algn="l" defTabSz="914400" rtl="0" eaLnBrk="1" fontAlgn="b" latinLnBrk="0" hangingPunct="1"/>
                      <a:endParaRPr lang="zh-CN" altLang="zh-CN" sz="1600" u="none" strike="noStrike" kern="1200" dirty="0">
                        <a:solidFill>
                          <a:srgbClr val="000000"/>
                        </a:solidFill>
                        <a:effectLst/>
                        <a:latin typeface="Calibri" panose="020F0502020204030204" charset="0"/>
                        <a:ea typeface="+mn-ea"/>
                      </a:endParaRPr>
                    </a:p>
                  </a:txBody>
                  <a:tcPr marL="9525" marR="9525" marT="9525" marB="0" anchor="ctr"/>
                </a:tc>
                <a:tc>
                  <a:txBody>
                    <a:bodyPr/>
                    <a:lstStyle/>
                    <a:p>
                      <a:pPr marL="0" algn="ctr" defTabSz="914400" rtl="0" eaLnBrk="1" fontAlgn="b" latinLnBrk="0" hangingPunct="1"/>
                      <a:endParaRPr lang="zh-CN" altLang="en-US" sz="1600" u="none" strike="noStrike" kern="1200" dirty="0">
                        <a:solidFill>
                          <a:srgbClr val="000000"/>
                        </a:solidFill>
                        <a:effectLst/>
                        <a:latin typeface="Calibri" panose="020F050202020403020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defRPr/>
                      </a:pPr>
                      <a:endParaRPr lang="en-US" altLang="zh-CN" sz="1600" u="none" strike="noStrike" kern="1200" dirty="0">
                        <a:solidFill>
                          <a:srgbClr val="000000"/>
                        </a:solidFill>
                        <a:effectLst/>
                        <a:latin typeface="Calibri" panose="020F0502020204030204" charset="0"/>
                        <a:ea typeface="+mn-ea"/>
                        <a:sym typeface="+mn-ea"/>
                      </a:endParaRPr>
                    </a:p>
                  </a:txBody>
                  <a:tcPr marL="9525" marR="9525" marT="9525" marB="0" anchor="ctr"/>
                </a:tc>
                <a:tc>
                  <a:txBody>
                    <a:bodyPr/>
                    <a:lstStyle/>
                    <a:p>
                      <a:pPr algn="ctr" fontAlgn="b">
                        <a:buNone/>
                      </a:pPr>
                      <a:endParaRPr lang="zh-CN" altLang="en-US" sz="1600" u="none" strike="noStrike" kern="1200" dirty="0">
                        <a:solidFill>
                          <a:srgbClr val="000000"/>
                        </a:solidFill>
                        <a:effectLst/>
                        <a:latin typeface="Calibri" panose="020F0502020204030204" charset="0"/>
                        <a:ea typeface="+mn-ea"/>
                        <a:cs typeface="+mn-cs"/>
                      </a:endParaRPr>
                    </a:p>
                  </a:txBody>
                  <a:tcPr marL="9525" marR="9525" marT="9525" marB="0" anchor="ctr"/>
                </a:tc>
                <a:extLst>
                  <a:ext uri="{0D108BD9-81ED-4DB2-BD59-A6C34878D82A}">
                    <a16:rowId xmlns:a16="http://schemas.microsoft.com/office/drawing/2014/main" val="10002"/>
                  </a:ext>
                </a:extLst>
              </a:tr>
              <a:tr h="575945">
                <a:tc>
                  <a:txBody>
                    <a:bodyPr/>
                    <a:lstStyle/>
                    <a:p>
                      <a:pPr marL="0" algn="ctr" defTabSz="914400" rtl="0" eaLnBrk="1" fontAlgn="b" latinLnBrk="0" hangingPunct="1"/>
                      <a:endParaRPr lang="en-US" sz="1600" u="none" strike="noStrike" kern="1200" dirty="0">
                        <a:solidFill>
                          <a:srgbClr val="000000"/>
                        </a:solidFill>
                        <a:effectLst/>
                        <a:latin typeface="Calibri" panose="020F0502020204030204" charset="0"/>
                        <a:ea typeface="+mn-ea"/>
                      </a:endParaRPr>
                    </a:p>
                  </a:txBody>
                  <a:tcPr marL="9525" marR="9525" marT="9525" marB="0" anchor="ctr"/>
                </a:tc>
                <a:tc>
                  <a:txBody>
                    <a:bodyPr/>
                    <a:lstStyle/>
                    <a:p>
                      <a:pPr marL="0" algn="l" defTabSz="914400" rtl="0" eaLnBrk="1" fontAlgn="b" latinLnBrk="0" hangingPunct="1"/>
                      <a:endParaRPr lang="zh-CN" altLang="zh-CN" sz="1600" u="none" strike="noStrike" kern="1200" dirty="0">
                        <a:solidFill>
                          <a:srgbClr val="000000"/>
                        </a:solidFill>
                        <a:effectLst/>
                        <a:latin typeface="Calibri" panose="020F0502020204030204" charset="0"/>
                        <a:ea typeface="+mn-ea"/>
                      </a:endParaRPr>
                    </a:p>
                  </a:txBody>
                  <a:tcPr marL="9525" marR="9525" marT="9525" marB="0" anchor="ctr"/>
                </a:tc>
                <a:tc>
                  <a:txBody>
                    <a:bodyPr/>
                    <a:lstStyle/>
                    <a:p>
                      <a:pPr marL="0" algn="ctr" defTabSz="914400" rtl="0" eaLnBrk="1" fontAlgn="b" latinLnBrk="0" hangingPunct="1"/>
                      <a:endParaRPr lang="zh-CN" altLang="en-US" sz="1600" u="none" strike="noStrike" kern="1200" dirty="0">
                        <a:solidFill>
                          <a:srgbClr val="000000"/>
                        </a:solidFill>
                        <a:effectLst/>
                        <a:latin typeface="Calibri" panose="020F050202020403020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defRPr/>
                      </a:pPr>
                      <a:endParaRPr lang="en-US" altLang="zh-CN" sz="1600" u="none" strike="noStrike" kern="1200" dirty="0">
                        <a:solidFill>
                          <a:srgbClr val="000000"/>
                        </a:solidFill>
                        <a:effectLst/>
                        <a:latin typeface="Calibri" panose="020F0502020204030204" charset="0"/>
                        <a:ea typeface="+mn-ea"/>
                        <a:sym typeface="+mn-ea"/>
                      </a:endParaRPr>
                    </a:p>
                  </a:txBody>
                  <a:tcPr marL="9525" marR="9525" marT="9525" marB="0" anchor="ctr"/>
                </a:tc>
                <a:tc>
                  <a:txBody>
                    <a:bodyPr/>
                    <a:lstStyle/>
                    <a:p>
                      <a:pPr marL="0" algn="ctr" defTabSz="914400" rtl="0" eaLnBrk="1" fontAlgn="b" latinLnBrk="0" hangingPunct="1">
                        <a:buNone/>
                      </a:pPr>
                      <a:endParaRPr lang="zh-CN" altLang="en-US" sz="1600" u="none" strike="noStrike" kern="1200" dirty="0">
                        <a:solidFill>
                          <a:srgbClr val="000000"/>
                        </a:solidFill>
                        <a:effectLst/>
                        <a:latin typeface="Calibri" panose="020F0502020204030204" charset="0"/>
                        <a:ea typeface="+mn-ea"/>
                      </a:endParaRPr>
                    </a:p>
                  </a:txBody>
                  <a:tcPr marL="9525" marR="9525" marT="9525" marB="0" anchor="ctr"/>
                </a:tc>
                <a:extLst>
                  <a:ext uri="{0D108BD9-81ED-4DB2-BD59-A6C34878D82A}">
                    <a16:rowId xmlns:a16="http://schemas.microsoft.com/office/drawing/2014/main" val="10003"/>
                  </a:ext>
                </a:extLst>
              </a:tr>
            </a:tbl>
          </a:graphicData>
        </a:graphic>
      </p:graphicFrame>
      <p:sp>
        <p:nvSpPr>
          <p:cNvPr id="3" name="標題 1"/>
          <p:cNvSpPr txBox="1"/>
          <p:nvPr/>
        </p:nvSpPr>
        <p:spPr>
          <a:xfrm>
            <a:off x="740083"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1. Historical Versions</a:t>
            </a:r>
            <a:endParaRPr lang="en-US" altLang="zh-CN" dirty="0"/>
          </a:p>
        </p:txBody>
      </p:sp>
      <p:sp>
        <p:nvSpPr>
          <p:cNvPr id="12291" name="灯片编号占位符 3"/>
          <p:cNvSpPr>
            <a:spLocks noGrp="1" noChangeArrowheads="1"/>
          </p:cNvSpPr>
          <p:nvPr>
            <p:custDataLst>
              <p:tags r:id="rId2"/>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4</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2"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5"/>
          <a:stretch>
            <a:fillRect/>
          </a:stretch>
        </p:blipFill>
        <p:spPr>
          <a:xfrm>
            <a:off x="8228330" y="1039495"/>
            <a:ext cx="2584450" cy="1842770"/>
          </a:xfrm>
          <a:prstGeom prst="rect">
            <a:avLst/>
          </a:prstGeom>
        </p:spPr>
      </p:pic>
      <p:sp>
        <p:nvSpPr>
          <p:cNvPr id="5"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2. Machine performance design</a:t>
            </a:r>
            <a:endParaRPr lang="en-US" altLang="zh-CN" dirty="0">
              <a:latin typeface="+mn-lt"/>
            </a:endParaRPr>
          </a:p>
        </p:txBody>
      </p:sp>
      <p:cxnSp>
        <p:nvCxnSpPr>
          <p:cNvPr id="2" name="直接连接符 1"/>
          <p:cNvCxnSpPr/>
          <p:nvPr/>
        </p:nvCxnSpPr>
        <p:spPr>
          <a:xfrm flipV="1">
            <a:off x="776658" y="3444061"/>
            <a:ext cx="9918236" cy="10106"/>
          </a:xfrm>
          <a:prstGeom prst="line">
            <a:avLst/>
          </a:prstGeom>
          <a:ln w="28575">
            <a:solidFill>
              <a:srgbClr val="005C4F"/>
            </a:solidFill>
            <a:prstDash val="sysDot"/>
          </a:ln>
        </p:spPr>
        <p:style>
          <a:lnRef idx="1">
            <a:schemeClr val="accent1"/>
          </a:lnRef>
          <a:fillRef idx="0">
            <a:schemeClr val="accent1"/>
          </a:fillRef>
          <a:effectRef idx="0">
            <a:schemeClr val="accent1"/>
          </a:effectRef>
          <a:fontRef idx="minor">
            <a:schemeClr val="tx1"/>
          </a:fontRef>
        </p:style>
      </p:cxnSp>
      <p:sp>
        <p:nvSpPr>
          <p:cNvPr id="8" name="Arrow: Right 7"/>
          <p:cNvSpPr/>
          <p:nvPr/>
        </p:nvSpPr>
        <p:spPr>
          <a:xfrm>
            <a:off x="7426794" y="1923180"/>
            <a:ext cx="471216" cy="412983"/>
          </a:xfrm>
          <a:prstGeom prst="rightArrow">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文本框 10"/>
          <p:cNvSpPr txBox="1"/>
          <p:nvPr/>
        </p:nvSpPr>
        <p:spPr>
          <a:xfrm>
            <a:off x="419907" y="891560"/>
            <a:ext cx="2182438" cy="322580"/>
          </a:xfrm>
          <a:prstGeom prst="rect">
            <a:avLst/>
          </a:prstGeom>
          <a:noFill/>
        </p:spPr>
        <p:txBody>
          <a:bodyPr wrap="square" lIns="0" tIns="0" rtlCol="0">
            <a:spAutoFit/>
          </a:bodyPr>
          <a:lstStyle/>
          <a:p>
            <a:r>
              <a:rPr lang="en-US" altLang="zh-CN" dirty="0">
                <a:latin typeface="Arial" panose="020B0604020202020204" pitchFamily="34" charset="0"/>
                <a:ea typeface="微软雅黑" panose="020B0503020204020204" pitchFamily="34" charset="-122"/>
                <a:cs typeface="Arial" panose="020B0604020202020204" pitchFamily="34" charset="0"/>
              </a:rPr>
              <a:t>Function </a:t>
            </a:r>
            <a:r>
              <a:rPr lang="zh-CN" altLang="en-US" dirty="0">
                <a:latin typeface="Arial" panose="020B0604020202020204" pitchFamily="34" charset="0"/>
                <a:ea typeface="微软雅黑" panose="020B0503020204020204" pitchFamily="34" charset="-122"/>
                <a:cs typeface="Arial" panose="020B0604020202020204" pitchFamily="34" charset="0"/>
              </a:rPr>
              <a:t>：</a:t>
            </a:r>
          </a:p>
        </p:txBody>
      </p:sp>
      <p:sp>
        <p:nvSpPr>
          <p:cNvPr id="16" name="文本框 15"/>
          <p:cNvSpPr txBox="1"/>
          <p:nvPr/>
        </p:nvSpPr>
        <p:spPr>
          <a:xfrm>
            <a:off x="1880756" y="3079910"/>
            <a:ext cx="1191619" cy="275590"/>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PCBA board</a:t>
            </a:r>
            <a:endParaRPr lang="zh-CN" altLang="en-US" sz="1200" dirty="0">
              <a:latin typeface="Arial" panose="020B0604020202020204" pitchFamily="34" charset="0"/>
              <a:cs typeface="Arial" panose="020B0604020202020204" pitchFamily="34" charset="0"/>
            </a:endParaRPr>
          </a:p>
        </p:txBody>
      </p:sp>
      <p:sp>
        <p:nvSpPr>
          <p:cNvPr id="14" name="文本框 13"/>
          <p:cNvSpPr txBox="1"/>
          <p:nvPr/>
        </p:nvSpPr>
        <p:spPr>
          <a:xfrm>
            <a:off x="4896167" y="2990036"/>
            <a:ext cx="2399665" cy="275590"/>
          </a:xfrm>
          <a:prstGeom prst="rect">
            <a:avLst/>
          </a:prstGeom>
          <a:noFill/>
        </p:spPr>
        <p:txBody>
          <a:bodyPr wrap="square" rtlCol="0">
            <a:spAutoFit/>
          </a:bodyPr>
          <a:lstStyle/>
          <a:p>
            <a:pPr algn="ctr"/>
            <a:r>
              <a:rPr lang="en-US" altLang="zh-CN" sz="1200" dirty="0">
                <a:solidFill>
                  <a:srgbClr val="000000"/>
                </a:solidFill>
                <a:effectLst/>
                <a:sym typeface="+mn-ea"/>
              </a:rPr>
              <a:t>Heat sinks*12</a:t>
            </a:r>
            <a:endParaRPr lang="zh-CN" altLang="en-US" sz="1200" dirty="0">
              <a:solidFill>
                <a:srgbClr val="000000"/>
              </a:solidFill>
              <a:effectLst/>
              <a:sym typeface="+mn-ea"/>
            </a:endParaRP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5</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7"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19" name="十字形 18"/>
          <p:cNvSpPr/>
          <p:nvPr/>
        </p:nvSpPr>
        <p:spPr>
          <a:xfrm>
            <a:off x="4320057" y="1878782"/>
            <a:ext cx="471216" cy="440671"/>
          </a:xfrm>
          <a:prstGeom prst="plus">
            <a:avLst>
              <a:gd name="adj" fmla="val 38918"/>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8566997" y="2986396"/>
            <a:ext cx="2399665" cy="461665"/>
          </a:xfrm>
          <a:prstGeom prst="rect">
            <a:avLst/>
          </a:prstGeom>
          <a:noFill/>
        </p:spPr>
        <p:txBody>
          <a:bodyPr wrap="square" rtlCol="0">
            <a:spAutoFit/>
          </a:bodyPr>
          <a:lstStyle/>
          <a:p>
            <a:pPr algn="ctr"/>
            <a:r>
              <a:rPr lang="en-US" altLang="zh-CN" sz="1200" dirty="0">
                <a:solidFill>
                  <a:srgbClr val="000000"/>
                </a:solidFill>
                <a:effectLst/>
                <a:sym typeface="+mn-ea"/>
              </a:rPr>
              <a:t>Attach the heat dissipation sheet*12 to the PCBA board</a:t>
            </a:r>
            <a:endParaRPr lang="zh-CN" altLang="en-US" sz="1200" dirty="0">
              <a:solidFill>
                <a:srgbClr val="000000"/>
              </a:solidFill>
              <a:effectLst/>
              <a:sym typeface="+mn-ea"/>
            </a:endParaRPr>
          </a:p>
        </p:txBody>
      </p:sp>
      <p:graphicFrame>
        <p:nvGraphicFramePr>
          <p:cNvPr id="17" name="Content Placeholder 4"/>
          <p:cNvGraphicFramePr>
            <a:graphicFrameLocks noGrp="1"/>
          </p:cNvGraphicFramePr>
          <p:nvPr>
            <p:custDataLst>
              <p:tags r:id="rId2"/>
            </p:custDataLst>
          </p:nvPr>
        </p:nvGraphicFramePr>
        <p:xfrm>
          <a:off x="658435" y="4016098"/>
          <a:ext cx="10154396" cy="1219200"/>
        </p:xfrm>
        <a:graphic>
          <a:graphicData uri="http://schemas.openxmlformats.org/drawingml/2006/table">
            <a:tbl>
              <a:tblPr firstRow="1" bandRow="1">
                <a:tableStyleId>{2D5ABB26-0587-4C30-8999-92F81FD0307C}</a:tableStyleId>
              </a:tblPr>
              <a:tblGrid>
                <a:gridCol w="1866265">
                  <a:extLst>
                    <a:ext uri="{9D8B030D-6E8A-4147-A177-3AD203B41FA5}">
                      <a16:colId xmlns:a16="http://schemas.microsoft.com/office/drawing/2014/main" val="20000"/>
                    </a:ext>
                  </a:extLst>
                </a:gridCol>
                <a:gridCol w="8288131">
                  <a:extLst>
                    <a:ext uri="{9D8B030D-6E8A-4147-A177-3AD203B41FA5}">
                      <a16:colId xmlns:a16="http://schemas.microsoft.com/office/drawing/2014/main" val="20001"/>
                    </a:ext>
                  </a:extLst>
                </a:gridCol>
              </a:tblGrid>
              <a:tr h="243840">
                <a:tc>
                  <a:txBody>
                    <a:bodyPr/>
                    <a:lstStyle/>
                    <a:p>
                      <a:r>
                        <a:rPr lang="en-US" altLang="zh-CN" sz="1000" b="0" dirty="0">
                          <a:latin typeface="Arial" panose="020B0604020202020204" pitchFamily="34" charset="0"/>
                          <a:cs typeface="Arial" panose="020B0604020202020204" pitchFamily="34" charset="0"/>
                        </a:rPr>
                        <a:t>purpose</a:t>
                      </a:r>
                      <a:endParaRPr lang="zh-CN" altLang="en-US" sz="1000" b="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00" dirty="0">
                          <a:latin typeface="微软雅黑" panose="020B0503020204020204" pitchFamily="34" charset="-122"/>
                          <a:ea typeface="微软雅黑" panose="020B0503020204020204" pitchFamily="34" charset="-122"/>
                        </a:rPr>
                        <a:t>Remove the heat dissipator*12 from the label dispenser and attach it to the PCBA board</a:t>
                      </a:r>
                      <a:endParaRPr lang="zh-CN" altLang="en-US" sz="10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840">
                <a:tc>
                  <a:txBody>
                    <a:bodyPr/>
                    <a:lstStyle/>
                    <a:p>
                      <a:pPr algn="l"/>
                      <a:r>
                        <a:rPr lang="en-US" altLang="zh-CN" sz="1000" dirty="0">
                          <a:latin typeface="Arial" panose="020B0604020202020204" pitchFamily="34" charset="0"/>
                          <a:cs typeface="Arial" panose="020B0604020202020204" pitchFamily="34" charset="0"/>
                        </a:rPr>
                        <a:t>PCBA board</a:t>
                      </a:r>
                      <a:endParaRPr lang="zh-CN" altLang="en-US" sz="1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algn="l" defTabSz="914400" rtl="0" eaLnBrk="1" fontAlgn="auto" latinLnBrk="0" hangingPunct="1">
                        <a:lnSpc>
                          <a:spcPct val="100000"/>
                        </a:lnSpc>
                        <a:spcBef>
                          <a:spcPts val="0"/>
                        </a:spcBef>
                        <a:spcAft>
                          <a:spcPts val="0"/>
                        </a:spcAft>
                        <a:buClrTx/>
                        <a:buSzTx/>
                        <a:buFontTx/>
                        <a:buNone/>
                        <a:defRPr/>
                      </a:pPr>
                      <a:r>
                        <a:rPr sz="1000" dirty="0">
                          <a:latin typeface="Calibri" panose="020F0502020204030204" charset="0"/>
                          <a:ea typeface="微软雅黑" panose="020B0503020204020204" pitchFamily="34" charset="-122"/>
                          <a:cs typeface="Calibri" panose="020F0502020204030204" charset="0"/>
                          <a:sym typeface="+mn-ea"/>
                        </a:rPr>
                        <a:t>137.6*199.8mm</a:t>
                      </a:r>
                      <a:endParaRPr lang="en-US" altLang="zh-CN" sz="10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43840">
                <a:tc>
                  <a:txBody>
                    <a:bodyPr/>
                    <a:lstStyle/>
                    <a:p>
                      <a:r>
                        <a:rPr lang="en-US" altLang="zh-CN" sz="1000" dirty="0">
                          <a:latin typeface="Arial" panose="020B0604020202020204" pitchFamily="34" charset="0"/>
                          <a:cs typeface="Arial" panose="020B0604020202020204" pitchFamily="34" charset="0"/>
                        </a:rPr>
                        <a:t>tool</a:t>
                      </a:r>
                      <a:endParaRPr lang="zh-CN" altLang="en-US" sz="1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00" dirty="0">
                          <a:latin typeface="Arial" panose="020B0604020202020204" pitchFamily="34" charset="0"/>
                          <a:cs typeface="Arial" panose="020B0604020202020204" pitchFamily="34" charset="0"/>
                          <a:sym typeface="+mn-ea"/>
                        </a:rPr>
                        <a:t>TABLE Transfer components</a:t>
                      </a:r>
                      <a:r>
                        <a:rPr lang="zh-CN" altLang="en-US" sz="1000" dirty="0">
                          <a:latin typeface="Arial" panose="020B0604020202020204" pitchFamily="34" charset="0"/>
                          <a:cs typeface="Arial" panose="020B0604020202020204" pitchFamily="34" charset="0"/>
                          <a:sym typeface="+mn-ea"/>
                        </a:rPr>
                        <a:t>，</a:t>
                      </a:r>
                      <a:r>
                        <a:rPr lang="en-US" altLang="zh-CN" sz="1000" dirty="0">
                          <a:latin typeface="Arial" panose="020B0604020202020204" pitchFamily="34" charset="0"/>
                          <a:cs typeface="Arial" panose="020B0604020202020204" pitchFamily="34" charset="0"/>
                          <a:sym typeface="+mn-ea"/>
                        </a:rPr>
                        <a:t>Nozzle</a:t>
                      </a:r>
                      <a:r>
                        <a:rPr lang="zh-CN" altLang="en-US" sz="1000" dirty="0">
                          <a:latin typeface="Arial" panose="020B0604020202020204" pitchFamily="34" charset="0"/>
                          <a:cs typeface="Arial" panose="020B0604020202020204" pitchFamily="34" charset="0"/>
                          <a:sym typeface="+mn-ea"/>
                        </a:rPr>
                        <a:t>，</a:t>
                      </a:r>
                      <a:r>
                        <a:rPr lang="en-US" altLang="zh-CN" sz="1000" dirty="0">
                          <a:latin typeface="Arial" panose="020B0604020202020204" pitchFamily="34" charset="0"/>
                          <a:cs typeface="Arial" panose="020B0604020202020204" pitchFamily="34" charset="0"/>
                          <a:sym typeface="+mn-ea"/>
                        </a:rPr>
                        <a:t>CCD</a:t>
                      </a:r>
                      <a:r>
                        <a:rPr lang="zh-CN" altLang="en-US" sz="1000" dirty="0">
                          <a:latin typeface="Arial" panose="020B0604020202020204" pitchFamily="34" charset="0"/>
                          <a:cs typeface="Arial" panose="020B0604020202020204" pitchFamily="34" charset="0"/>
                          <a:sym typeface="+mn-ea"/>
                        </a:rPr>
                        <a:t>，</a:t>
                      </a:r>
                      <a:r>
                        <a:rPr lang="en-US" altLang="zh-CN" sz="1000" dirty="0">
                          <a:latin typeface="Arial" panose="020B0604020202020204" pitchFamily="34" charset="0"/>
                          <a:cs typeface="Arial" panose="020B0604020202020204" pitchFamily="34" charset="0"/>
                          <a:sym typeface="+mn-ea"/>
                        </a:rPr>
                        <a:t>Bid dispenser</a:t>
                      </a:r>
                      <a:r>
                        <a:rPr lang="zh-CN" altLang="en-US" sz="1000" dirty="0">
                          <a:latin typeface="Arial" panose="020B0604020202020204" pitchFamily="34" charset="0"/>
                          <a:cs typeface="Arial" panose="020B0604020202020204" pitchFamily="34" charset="0"/>
                          <a:sym typeface="+mn-ea"/>
                        </a:rPr>
                        <a:t>，</a:t>
                      </a:r>
                      <a:r>
                        <a:rPr lang="en-US" altLang="zh-CN" sz="1000" dirty="0">
                          <a:latin typeface="Arial" panose="020B0604020202020204" pitchFamily="34" charset="0"/>
                          <a:cs typeface="Arial" panose="020B0604020202020204" pitchFamily="34" charset="0"/>
                          <a:sym typeface="+mn-ea"/>
                        </a:rPr>
                        <a:t>Actuators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43840">
                <a:tc>
                  <a:txBody>
                    <a:bodyPr/>
                    <a:lstStyle/>
                    <a:p>
                      <a:r>
                        <a:rPr lang="en-US" altLang="zh-CN" sz="1000" dirty="0">
                          <a:latin typeface="Arial" panose="020B0604020202020204" pitchFamily="34" charset="0"/>
                          <a:cs typeface="Arial" panose="020B0604020202020204" pitchFamily="34" charset="0"/>
                        </a:rPr>
                        <a:t>process</a:t>
                      </a:r>
                      <a:endParaRPr lang="zh-CN" altLang="en-US" sz="1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a:latin typeface="Arial" panose="020B0604020202020204" pitchFamily="34" charset="0"/>
                          <a:cs typeface="Arial" panose="020B0604020202020204" pitchFamily="34" charset="0"/>
                        </a:rPr>
                        <a:t>CCD </a:t>
                      </a:r>
                      <a:r>
                        <a:rPr lang="en-US" altLang="zh-CN" sz="1000" dirty="0">
                          <a:latin typeface="Arial" panose="020B0604020202020204" pitchFamily="34" charset="0"/>
                          <a:cs typeface="Arial" panose="020B0604020202020204" pitchFamily="34" charset="0"/>
                        </a:rPr>
                        <a:t>calibration</a:t>
                      </a:r>
                      <a:endParaRPr lang="zh-CN" altLang="en-US" sz="1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r>
                        <a:rPr lang="en-US" sz="1000" dirty="0">
                          <a:latin typeface="Arial" panose="020B0604020202020204" pitchFamily="34" charset="0"/>
                          <a:cs typeface="Arial" panose="020B0604020202020204" pitchFamily="34" charset="0"/>
                        </a:rPr>
                        <a:t>UPH requirements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US" sz="1000" baseline="0" dirty="0">
                          <a:solidFill>
                            <a:schemeClr val="tx1"/>
                          </a:solidFill>
                          <a:latin typeface="Arial" panose="020B0604020202020204" pitchFamily="34" charset="0"/>
                          <a:cs typeface="Arial" panose="020B0604020202020204" pitchFamily="34" charset="0"/>
                        </a:rPr>
                        <a:t>900PCS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6" name="图片 5"/>
          <p:cNvPicPr>
            <a:picLocks noChangeAspect="1"/>
          </p:cNvPicPr>
          <p:nvPr/>
        </p:nvPicPr>
        <p:blipFill>
          <a:blip r:embed="rId6"/>
          <a:stretch>
            <a:fillRect/>
          </a:stretch>
        </p:blipFill>
        <p:spPr>
          <a:xfrm>
            <a:off x="4954270" y="1754505"/>
            <a:ext cx="2309495" cy="876300"/>
          </a:xfrm>
          <a:prstGeom prst="rect">
            <a:avLst/>
          </a:prstGeom>
        </p:spPr>
      </p:pic>
      <p:pic>
        <p:nvPicPr>
          <p:cNvPr id="9" name="图片 8"/>
          <p:cNvPicPr>
            <a:picLocks noChangeAspect="1"/>
          </p:cNvPicPr>
          <p:nvPr/>
        </p:nvPicPr>
        <p:blipFill>
          <a:blip r:embed="rId7"/>
          <a:stretch>
            <a:fillRect/>
          </a:stretch>
        </p:blipFill>
        <p:spPr>
          <a:xfrm>
            <a:off x="1201420" y="1156335"/>
            <a:ext cx="2549525" cy="179895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3.</a:t>
            </a:r>
            <a:r>
              <a:rPr lang="en-US" altLang="zh-CN" dirty="0">
                <a:sym typeface="+mn-ea"/>
              </a:rPr>
              <a:t>Product</a:t>
            </a:r>
            <a:r>
              <a:rPr lang="zh-CN" altLang="en-US" dirty="0">
                <a:sym typeface="+mn-ea"/>
              </a:rPr>
              <a:t> </a:t>
            </a:r>
            <a:r>
              <a:rPr lang="en-US" altLang="zh-CN" dirty="0">
                <a:sym typeface="+mn-ea"/>
              </a:rPr>
              <a:t>Change</a:t>
            </a:r>
            <a:endParaRPr lang="en-US" altLang="zh-CN" dirty="0">
              <a:latin typeface="+mn-lt"/>
            </a:endParaRPr>
          </a:p>
        </p:txBody>
      </p:sp>
      <p:sp>
        <p:nvSpPr>
          <p:cNvPr id="11" name="文本框 10"/>
          <p:cNvSpPr txBox="1"/>
          <p:nvPr/>
        </p:nvSpPr>
        <p:spPr>
          <a:xfrm>
            <a:off x="954405" y="938530"/>
            <a:ext cx="922655" cy="350520"/>
          </a:xfrm>
          <a:prstGeom prst="rect">
            <a:avLst/>
          </a:prstGeom>
          <a:noFill/>
        </p:spPr>
        <p:txBody>
          <a:bodyPr wrap="square" lIns="0" tIns="0" rtlCol="0">
            <a:noAutofit/>
          </a:bodyPr>
          <a:lstStyle/>
          <a:p>
            <a:r>
              <a:rPr lang="en-US" altLang="zh-CN" dirty="0">
                <a:latin typeface="Arial" panose="020B0604020202020204" pitchFamily="34" charset="0"/>
                <a:ea typeface="微软雅黑" panose="020B0503020204020204" pitchFamily="34" charset="-122"/>
                <a:cs typeface="Arial" panose="020B0604020202020204" pitchFamily="34" charset="0"/>
              </a:rPr>
              <a:t>PCBA</a:t>
            </a:r>
            <a:r>
              <a:rPr lang="zh-CN" altLang="en-US" dirty="0">
                <a:latin typeface="Arial" panose="020B0604020202020204" pitchFamily="34" charset="0"/>
                <a:ea typeface="微软雅黑" panose="020B0503020204020204" pitchFamily="34" charset="-122"/>
                <a:cs typeface="Arial" panose="020B0604020202020204" pitchFamily="34" charset="0"/>
              </a:rPr>
              <a:t>：</a:t>
            </a: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6</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7"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8" name="Arrow: Right 7"/>
          <p:cNvSpPr/>
          <p:nvPr/>
        </p:nvSpPr>
        <p:spPr>
          <a:xfrm>
            <a:off x="5986206" y="3402620"/>
            <a:ext cx="460318" cy="365539"/>
          </a:xfrm>
          <a:prstGeom prst="rightArrow">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组合 12"/>
          <p:cNvGrpSpPr/>
          <p:nvPr/>
        </p:nvGrpSpPr>
        <p:grpSpPr>
          <a:xfrm>
            <a:off x="6832600" y="2062480"/>
            <a:ext cx="5083810" cy="3022777"/>
            <a:chOff x="10411" y="1642"/>
            <a:chExt cx="7244" cy="4134"/>
          </a:xfrm>
        </p:grpSpPr>
        <p:pic>
          <p:nvPicPr>
            <p:cNvPr id="4" name="图片 3"/>
            <p:cNvPicPr>
              <a:picLocks noChangeAspect="1"/>
            </p:cNvPicPr>
            <p:nvPr>
              <p:custDataLst>
                <p:tags r:id="rId3"/>
              </p:custDataLst>
            </p:nvPr>
          </p:nvPicPr>
          <p:blipFill>
            <a:blip r:embed="rId6"/>
            <a:stretch>
              <a:fillRect/>
            </a:stretch>
          </p:blipFill>
          <p:spPr>
            <a:xfrm>
              <a:off x="10411" y="1642"/>
              <a:ext cx="5537" cy="3851"/>
            </a:xfrm>
            <a:prstGeom prst="rect">
              <a:avLst/>
            </a:prstGeom>
          </p:spPr>
        </p:pic>
        <p:grpSp>
          <p:nvGrpSpPr>
            <p:cNvPr id="24" name="组合 23"/>
            <p:cNvGrpSpPr/>
            <p:nvPr/>
          </p:nvGrpSpPr>
          <p:grpSpPr>
            <a:xfrm rot="16200000">
              <a:off x="12868" y="3277"/>
              <a:ext cx="506" cy="4492"/>
              <a:chOff x="6014777" y="3267157"/>
              <a:chExt cx="852721" cy="852713"/>
            </a:xfrm>
          </p:grpSpPr>
          <p:cxnSp>
            <p:nvCxnSpPr>
              <p:cNvPr id="25" name="直接连接符 24"/>
              <p:cNvCxnSpPr/>
              <p:nvPr/>
            </p:nvCxnSpPr>
            <p:spPr>
              <a:xfrm flipH="1">
                <a:off x="6024505" y="3269241"/>
                <a:ext cx="699881" cy="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6014777" y="4119870"/>
                <a:ext cx="699881" cy="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rot="10800000" flipV="1">
                <a:off x="6213180" y="3267157"/>
                <a:ext cx="8" cy="845146"/>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8" name="TextBox 45"/>
              <p:cNvSpPr txBox="1"/>
              <p:nvPr/>
            </p:nvSpPr>
            <p:spPr>
              <a:xfrm rot="5400000">
                <a:off x="6246063" y="3464823"/>
                <a:ext cx="536293" cy="706576"/>
              </a:xfrm>
              <a:prstGeom prst="rect">
                <a:avLst/>
              </a:prstGeom>
              <a:noFill/>
            </p:spPr>
            <p:txBody>
              <a:bodyPr wrap="square" rtlCol="0">
                <a:spAutoFit/>
              </a:bodyPr>
              <a:lstStyle/>
              <a:p>
                <a:r>
                  <a:rPr lang="en-US" altLang="zh-CN" sz="1400" dirty="0"/>
                  <a:t>184mm</a:t>
                </a:r>
              </a:p>
            </p:txBody>
          </p:sp>
        </p:grpSp>
        <p:grpSp>
          <p:nvGrpSpPr>
            <p:cNvPr id="45" name="组合 44"/>
            <p:cNvGrpSpPr/>
            <p:nvPr/>
          </p:nvGrpSpPr>
          <p:grpSpPr>
            <a:xfrm rot="10800000">
              <a:off x="15645" y="1905"/>
              <a:ext cx="2010" cy="3342"/>
              <a:chOff x="5624341" y="3267157"/>
              <a:chExt cx="1100045" cy="852713"/>
            </a:xfrm>
          </p:grpSpPr>
          <p:cxnSp>
            <p:nvCxnSpPr>
              <p:cNvPr id="46" name="直接连接符 45"/>
              <p:cNvCxnSpPr/>
              <p:nvPr/>
            </p:nvCxnSpPr>
            <p:spPr>
              <a:xfrm flipH="1">
                <a:off x="6024505" y="3269241"/>
                <a:ext cx="699881" cy="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6014777" y="4119870"/>
                <a:ext cx="699881" cy="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rot="10800000" flipV="1">
                <a:off x="6213180" y="3267157"/>
                <a:ext cx="8" cy="845146"/>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60" name="TextBox 45"/>
              <p:cNvSpPr txBox="1"/>
              <p:nvPr/>
            </p:nvSpPr>
            <p:spPr>
              <a:xfrm rot="10800000">
                <a:off x="5624341" y="3567496"/>
                <a:ext cx="588839" cy="182151"/>
              </a:xfrm>
              <a:prstGeom prst="rect">
                <a:avLst/>
              </a:prstGeom>
              <a:noFill/>
            </p:spPr>
            <p:txBody>
              <a:bodyPr wrap="square" rtlCol="0">
                <a:spAutoFit/>
              </a:bodyPr>
              <a:lstStyle/>
              <a:p>
                <a:r>
                  <a:rPr lang="en-US" altLang="zh-CN" sz="1400" dirty="0"/>
                  <a:t>137.6mm</a:t>
                </a:r>
              </a:p>
            </p:txBody>
          </p:sp>
        </p:grpSp>
      </p:grpSp>
      <p:grpSp>
        <p:nvGrpSpPr>
          <p:cNvPr id="6" name="组合 5"/>
          <p:cNvGrpSpPr/>
          <p:nvPr/>
        </p:nvGrpSpPr>
        <p:grpSpPr>
          <a:xfrm>
            <a:off x="863600" y="2070735"/>
            <a:ext cx="5074920" cy="3074042"/>
            <a:chOff x="2289" y="1565"/>
            <a:chExt cx="7026" cy="4180"/>
          </a:xfrm>
        </p:grpSpPr>
        <p:pic>
          <p:nvPicPr>
            <p:cNvPr id="3" name="图片 2"/>
            <p:cNvPicPr>
              <a:picLocks noChangeAspect="1"/>
            </p:cNvPicPr>
            <p:nvPr>
              <p:custDataLst>
                <p:tags r:id="rId2"/>
              </p:custDataLst>
            </p:nvPr>
          </p:nvPicPr>
          <p:blipFill>
            <a:blip r:embed="rId7"/>
            <a:stretch>
              <a:fillRect/>
            </a:stretch>
          </p:blipFill>
          <p:spPr>
            <a:xfrm>
              <a:off x="2300" y="1565"/>
              <a:ext cx="4775" cy="3690"/>
            </a:xfrm>
            <a:prstGeom prst="rect">
              <a:avLst/>
            </a:prstGeom>
          </p:spPr>
        </p:pic>
        <p:grpSp>
          <p:nvGrpSpPr>
            <p:cNvPr id="49" name="组合 48"/>
            <p:cNvGrpSpPr/>
            <p:nvPr/>
          </p:nvGrpSpPr>
          <p:grpSpPr>
            <a:xfrm rot="10800000">
              <a:off x="7256" y="2019"/>
              <a:ext cx="2059" cy="3118"/>
              <a:chOff x="5563131" y="3267157"/>
              <a:chExt cx="1021485" cy="854797"/>
            </a:xfrm>
          </p:grpSpPr>
          <p:cxnSp>
            <p:nvCxnSpPr>
              <p:cNvPr id="50" name="直接连接符 49"/>
              <p:cNvCxnSpPr/>
              <p:nvPr/>
            </p:nvCxnSpPr>
            <p:spPr>
              <a:xfrm rot="10800000" flipV="1">
                <a:off x="6024505" y="3267157"/>
                <a:ext cx="500336" cy="2084"/>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rot="10800000">
                <a:off x="6014777" y="4119870"/>
                <a:ext cx="569839" cy="2084"/>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rot="10800000" flipV="1">
                <a:off x="6213188" y="3267157"/>
                <a:ext cx="0" cy="852714"/>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3" name="TextBox 45"/>
              <p:cNvSpPr txBox="1"/>
              <p:nvPr/>
            </p:nvSpPr>
            <p:spPr>
              <a:xfrm rot="10800000">
                <a:off x="5563131" y="3591201"/>
                <a:ext cx="666768" cy="114326"/>
              </a:xfrm>
              <a:prstGeom prst="rect">
                <a:avLst/>
              </a:prstGeom>
              <a:noFill/>
            </p:spPr>
            <p:txBody>
              <a:bodyPr wrap="square" rtlCol="0">
                <a:spAutoFit/>
              </a:bodyPr>
              <a:lstStyle/>
              <a:p>
                <a:r>
                  <a:rPr lang="en-US" altLang="zh-CN" sz="1400" dirty="0"/>
                  <a:t>159mm</a:t>
                </a:r>
              </a:p>
            </p:txBody>
          </p:sp>
        </p:grpSp>
        <p:grpSp>
          <p:nvGrpSpPr>
            <p:cNvPr id="71" name="组合 70"/>
            <p:cNvGrpSpPr/>
            <p:nvPr/>
          </p:nvGrpSpPr>
          <p:grpSpPr>
            <a:xfrm rot="16200000">
              <a:off x="4359" y="3145"/>
              <a:ext cx="530" cy="4670"/>
              <a:chOff x="6014777" y="3267157"/>
              <a:chExt cx="853217" cy="852713"/>
            </a:xfrm>
          </p:grpSpPr>
          <p:cxnSp>
            <p:nvCxnSpPr>
              <p:cNvPr id="72" name="直接连接符 71"/>
              <p:cNvCxnSpPr/>
              <p:nvPr/>
            </p:nvCxnSpPr>
            <p:spPr>
              <a:xfrm flipH="1">
                <a:off x="6024505" y="3269241"/>
                <a:ext cx="699881" cy="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6014777" y="4119870"/>
                <a:ext cx="699881" cy="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p:nvPr/>
            </p:nvCxnSpPr>
            <p:spPr>
              <a:xfrm rot="10800000" flipV="1">
                <a:off x="6213180" y="3267157"/>
                <a:ext cx="8" cy="845146"/>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5" name="TextBox 45"/>
              <p:cNvSpPr txBox="1"/>
              <p:nvPr/>
            </p:nvSpPr>
            <p:spPr>
              <a:xfrm rot="5400000">
                <a:off x="6264008" y="3482418"/>
                <a:ext cx="536293" cy="671678"/>
              </a:xfrm>
              <a:prstGeom prst="rect">
                <a:avLst/>
              </a:prstGeom>
              <a:noFill/>
            </p:spPr>
            <p:txBody>
              <a:bodyPr wrap="square" rtlCol="0">
                <a:spAutoFit/>
              </a:bodyPr>
              <a:lstStyle/>
              <a:p>
                <a:r>
                  <a:rPr lang="en-US" altLang="zh-CN" sz="1400" dirty="0"/>
                  <a:t>187.8mm</a:t>
                </a:r>
              </a:p>
            </p:txBody>
          </p:sp>
        </p:grpSp>
      </p:grpSp>
      <p:sp>
        <p:nvSpPr>
          <p:cNvPr id="15" name="文本框 14"/>
          <p:cNvSpPr txBox="1"/>
          <p:nvPr/>
        </p:nvSpPr>
        <p:spPr>
          <a:xfrm>
            <a:off x="1350645" y="1616710"/>
            <a:ext cx="1650365" cy="322580"/>
          </a:xfrm>
          <a:prstGeom prst="rect">
            <a:avLst/>
          </a:prstGeom>
          <a:noFill/>
        </p:spPr>
        <p:txBody>
          <a:bodyPr wrap="square" lIns="0" tIns="0" rtlCol="0">
            <a:spAutoFit/>
          </a:bodyPr>
          <a:lstStyle/>
          <a:p>
            <a:r>
              <a:rPr lang="en-US" altLang="zh-CN" dirty="0">
                <a:latin typeface="Arial" panose="020B0604020202020204" pitchFamily="34" charset="0"/>
                <a:ea typeface="微软雅黑" panose="020B0503020204020204" pitchFamily="34" charset="-122"/>
                <a:cs typeface="Arial" panose="020B0604020202020204" pitchFamily="34" charset="0"/>
              </a:rPr>
              <a:t>	</a:t>
            </a:r>
            <a:r>
              <a:rPr lang="en-US" dirty="0">
                <a:latin typeface="Arial" panose="020B0604020202020204" pitchFamily="34" charset="0"/>
                <a:ea typeface="微软雅黑" panose="020B0503020204020204" pitchFamily="34" charset="-122"/>
                <a:cs typeface="Arial" panose="020B0604020202020204" pitchFamily="34" charset="0"/>
              </a:rPr>
              <a:t>Cony</a:t>
            </a:r>
          </a:p>
        </p:txBody>
      </p:sp>
      <p:sp>
        <p:nvSpPr>
          <p:cNvPr id="17" name="文本框 16"/>
          <p:cNvSpPr txBox="1"/>
          <p:nvPr/>
        </p:nvSpPr>
        <p:spPr>
          <a:xfrm>
            <a:off x="8517255" y="1616710"/>
            <a:ext cx="796925" cy="322580"/>
          </a:xfrm>
          <a:prstGeom prst="rect">
            <a:avLst/>
          </a:prstGeom>
          <a:noFill/>
        </p:spPr>
        <p:txBody>
          <a:bodyPr wrap="square" lIns="0" tIns="0" rtlCol="0">
            <a:spAutoFit/>
          </a:bodyPr>
          <a:lstStyle/>
          <a:p>
            <a:r>
              <a:rPr lang="en-US" dirty="0">
                <a:latin typeface="Arial" panose="020B0604020202020204" pitchFamily="34" charset="0"/>
                <a:ea typeface="微软雅黑" panose="020B0503020204020204" pitchFamily="34" charset="-122"/>
                <a:cs typeface="Arial" panose="020B0604020202020204" pitchFamily="34" charset="0"/>
              </a:rPr>
              <a:t>Calla</a:t>
            </a:r>
          </a:p>
        </p:txBody>
      </p:sp>
      <p:sp>
        <p:nvSpPr>
          <p:cNvPr id="33" name="Explosion 1 32"/>
          <p:cNvSpPr/>
          <p:nvPr/>
        </p:nvSpPr>
        <p:spPr>
          <a:xfrm>
            <a:off x="6610037" y="2020406"/>
            <a:ext cx="5016137" cy="3001440"/>
          </a:xfrm>
          <a:prstGeom prst="irregularSeal1">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mtClean="0">
                <a:solidFill>
                  <a:srgbClr val="FF0000"/>
                </a:solidFill>
              </a:rPr>
              <a:t>Need to change the image from Calla newest panel design Drw, the W reduce from 184mm to 177 mm</a:t>
            </a:r>
            <a:endParaRPr lang="en-US">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2" name="图片 12291"/>
          <p:cNvPicPr>
            <a:picLocks noChangeAspect="1"/>
          </p:cNvPicPr>
          <p:nvPr/>
        </p:nvPicPr>
        <p:blipFill>
          <a:blip r:embed="rId5"/>
          <a:stretch>
            <a:fillRect/>
          </a:stretch>
        </p:blipFill>
        <p:spPr>
          <a:xfrm>
            <a:off x="7432639" y="1155104"/>
            <a:ext cx="2288753" cy="3590898"/>
          </a:xfrm>
          <a:prstGeom prst="rect">
            <a:avLst/>
          </a:prstGeom>
        </p:spPr>
      </p:pic>
      <p:pic>
        <p:nvPicPr>
          <p:cNvPr id="7" name="图片 6"/>
          <p:cNvPicPr>
            <a:picLocks noChangeAspect="1"/>
          </p:cNvPicPr>
          <p:nvPr/>
        </p:nvPicPr>
        <p:blipFill>
          <a:blip r:embed="rId6"/>
          <a:stretch>
            <a:fillRect/>
          </a:stretch>
        </p:blipFill>
        <p:spPr>
          <a:xfrm>
            <a:off x="1089458" y="788023"/>
            <a:ext cx="1658830" cy="3477779"/>
          </a:xfrm>
          <a:prstGeom prst="rect">
            <a:avLst/>
          </a:prstGeom>
        </p:spPr>
      </p:pic>
      <p:sp>
        <p:nvSpPr>
          <p:cNvPr id="5" name="標題 1"/>
          <p:cNvSpPr txBox="1"/>
          <p:nvPr/>
        </p:nvSpPr>
        <p:spPr>
          <a:xfrm>
            <a:off x="742623" y="144893"/>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4. Machine layout</a:t>
            </a:r>
            <a:endParaRPr lang="en-US" altLang="zh-CN" dirty="0">
              <a:latin typeface="+mn-lt"/>
            </a:endParaRPr>
          </a:p>
        </p:txBody>
      </p:sp>
      <p:graphicFrame>
        <p:nvGraphicFramePr>
          <p:cNvPr id="11" name="表格 10"/>
          <p:cNvGraphicFramePr>
            <a:graphicFrameLocks noGrp="1"/>
          </p:cNvGraphicFramePr>
          <p:nvPr>
            <p:custDataLst>
              <p:tags r:id="rId1"/>
            </p:custDataLst>
          </p:nvPr>
        </p:nvGraphicFramePr>
        <p:xfrm>
          <a:off x="6518523" y="4967258"/>
          <a:ext cx="4235571" cy="984885"/>
        </p:xfrm>
        <a:graphic>
          <a:graphicData uri="http://schemas.openxmlformats.org/drawingml/2006/table">
            <a:tbl>
              <a:tblPr firstRow="1" bandRow="1">
                <a:tableStyleId>{F5AB1C69-6EDB-4FF4-983F-18BD219EF322}</a:tableStyleId>
              </a:tblPr>
              <a:tblGrid>
                <a:gridCol w="1620525">
                  <a:extLst>
                    <a:ext uri="{9D8B030D-6E8A-4147-A177-3AD203B41FA5}">
                      <a16:colId xmlns:a16="http://schemas.microsoft.com/office/drawing/2014/main" val="20000"/>
                    </a:ext>
                  </a:extLst>
                </a:gridCol>
                <a:gridCol w="1376680">
                  <a:extLst>
                    <a:ext uri="{9D8B030D-6E8A-4147-A177-3AD203B41FA5}">
                      <a16:colId xmlns:a16="http://schemas.microsoft.com/office/drawing/2014/main" val="20001"/>
                    </a:ext>
                  </a:extLst>
                </a:gridCol>
                <a:gridCol w="1238366">
                  <a:extLst>
                    <a:ext uri="{9D8B030D-6E8A-4147-A177-3AD203B41FA5}">
                      <a16:colId xmlns:a16="http://schemas.microsoft.com/office/drawing/2014/main" val="20002"/>
                    </a:ext>
                  </a:extLst>
                </a:gridCol>
              </a:tblGrid>
              <a:tr h="365760">
                <a:tc>
                  <a:txBody>
                    <a:bodyPr/>
                    <a:lstStyle/>
                    <a:p>
                      <a:pPr algn="ct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00"/>
                    </a:solidFill>
                  </a:tcPr>
                </a:tc>
                <a:tc>
                  <a:txBody>
                    <a:bodyPr/>
                    <a:lstStyle/>
                    <a:p>
                      <a:pPr algn="ctr"/>
                      <a:r>
                        <a:rPr lang="en-US" altLang="zh-CN" sz="1400" dirty="0">
                          <a:solidFill>
                            <a:schemeClr val="tx1"/>
                          </a:solidFill>
                          <a:latin typeface="Arial" panose="020B0604020202020204" pitchFamily="34" charset="0"/>
                          <a:ea typeface="微软雅黑" panose="020B0503020204020204" pitchFamily="34" charset="-122"/>
                          <a:cs typeface="Arial" panose="020B0604020202020204" pitchFamily="34" charset="0"/>
                        </a:rPr>
                        <a:t>automatic</a:t>
                      </a:r>
                      <a:endParaRPr lang="zh-CN" altLang="en-US" sz="14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00"/>
                    </a:solidFill>
                  </a:tcPr>
                </a:tc>
                <a:tc>
                  <a:txBody>
                    <a:bodyPr/>
                    <a:lstStyle/>
                    <a:p>
                      <a:pPr algn="ctr"/>
                      <a:r>
                        <a:rPr lang="en-US" altLang="zh-CN" sz="1400" dirty="0">
                          <a:solidFill>
                            <a:schemeClr val="tx1"/>
                          </a:solidFill>
                          <a:latin typeface="Arial" panose="020B0604020202020204" pitchFamily="34" charset="0"/>
                          <a:ea typeface="微软雅黑" panose="020B0503020204020204" pitchFamily="34" charset="-122"/>
                          <a:cs typeface="Arial" panose="020B0604020202020204" pitchFamily="34" charset="0"/>
                        </a:rPr>
                        <a:t>manual</a:t>
                      </a:r>
                      <a:endParaRPr lang="zh-CN" sz="14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00"/>
                    </a:solidFill>
                  </a:tcPr>
                </a:tc>
                <a:extLst>
                  <a:ext uri="{0D108BD9-81ED-4DB2-BD59-A6C34878D82A}">
                    <a16:rowId xmlns:a16="http://schemas.microsoft.com/office/drawing/2014/main" val="10000"/>
                  </a:ext>
                </a:extLst>
              </a:tr>
              <a:tr h="344805">
                <a:tc>
                  <a:txBody>
                    <a:bodyPr/>
                    <a:lstStyle/>
                    <a:p>
                      <a:pPr algn="ctr"/>
                      <a:r>
                        <a:rPr lang="en-US" altLang="zh-CN" sz="1200" dirty="0">
                          <a:solidFill>
                            <a:schemeClr val="tx1"/>
                          </a:solidFill>
                          <a:latin typeface="Arial" panose="020B0604020202020204" pitchFamily="34" charset="0"/>
                          <a:cs typeface="Arial" panose="020B0604020202020204" pitchFamily="34" charset="0"/>
                        </a:rPr>
                        <a:t>CT</a:t>
                      </a:r>
                      <a:endParaRPr lang="zh-CN" altLang="en-US" sz="120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Arial" panose="020B0604020202020204" pitchFamily="34" charset="0"/>
                          <a:cs typeface="Arial" panose="020B0604020202020204" pitchFamily="34" charset="0"/>
                        </a:rPr>
                        <a:t>48.0S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Arial" panose="020B0604020202020204" pitchFamily="34" charset="0"/>
                          <a:cs typeface="Arial" panose="020B0604020202020204" pitchFamily="34" charset="0"/>
                        </a:rPr>
                        <a:t>/</a:t>
                      </a:r>
                      <a:endParaRPr lang="zh-CN" altLang="en-US" sz="120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pPr algn="ctr"/>
                      <a:r>
                        <a:rPr lang="en-US" altLang="zh-CN" sz="1200" dirty="0">
                          <a:latin typeface="Arial" panose="020B0604020202020204" pitchFamily="34" charset="0"/>
                          <a:cs typeface="Arial" panose="020B0604020202020204" pitchFamily="34" charset="0"/>
                        </a:rPr>
                        <a:t>UPH</a:t>
                      </a:r>
                      <a:endParaRPr lang="zh-CN" alt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Arial" panose="020B0604020202020204" pitchFamily="34" charset="0"/>
                          <a:cs typeface="Arial" panose="020B0604020202020204" pitchFamily="34" charset="0"/>
                        </a:rPr>
                        <a:t>500PCS</a:t>
                      </a:r>
                      <a:endParaRPr lang="zh-CN" altLang="en-US" sz="120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Arial" panose="020B0604020202020204" pitchFamily="34" charset="0"/>
                          <a:cs typeface="Arial" panose="020B0604020202020204" pitchFamily="34" charset="0"/>
                        </a:rPr>
                        <a:t>/</a:t>
                      </a:r>
                      <a:endParaRPr lang="zh-CN" altLang="en-US" sz="120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12291" name="灯片编号占位符 3"/>
          <p:cNvSpPr>
            <a:spLocks noGrp="1" noChangeArrowheads="1"/>
          </p:cNvSpPr>
          <p:nvPr>
            <p:custDataLst>
              <p:tags r:id="rId2"/>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7</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34" name="文本框 33"/>
          <p:cNvSpPr txBox="1"/>
          <p:nvPr/>
        </p:nvSpPr>
        <p:spPr>
          <a:xfrm>
            <a:off x="149296" y="2411512"/>
            <a:ext cx="880745" cy="275590"/>
          </a:xfrm>
          <a:prstGeom prst="rect">
            <a:avLst/>
          </a:prstGeom>
          <a:solidFill>
            <a:schemeClr val="bg1"/>
          </a:solidFill>
        </p:spPr>
        <p:txBody>
          <a:bodyPr wrap="square" rtlCol="0">
            <a:spAutoFit/>
          </a:bodyPr>
          <a:lstStyle/>
          <a:p>
            <a:pPr algn="ctr"/>
            <a:r>
              <a:rPr lang="en-US" sz="1200" dirty="0">
                <a:latin typeface="微软雅黑" panose="020B0503020204020204" pitchFamily="34" charset="-122"/>
                <a:ea typeface="微软雅黑" panose="020B0503020204020204" pitchFamily="34" charset="-122"/>
              </a:rPr>
              <a:t>1630mm</a:t>
            </a:r>
          </a:p>
        </p:txBody>
      </p:sp>
      <p:grpSp>
        <p:nvGrpSpPr>
          <p:cNvPr id="15" name="组合 14"/>
          <p:cNvGrpSpPr/>
          <p:nvPr/>
        </p:nvGrpSpPr>
        <p:grpSpPr>
          <a:xfrm>
            <a:off x="797675" y="1416846"/>
            <a:ext cx="714883" cy="2831306"/>
            <a:chOff x="3359" y="2181"/>
            <a:chExt cx="888" cy="3746"/>
          </a:xfrm>
        </p:grpSpPr>
        <p:cxnSp>
          <p:nvCxnSpPr>
            <p:cNvPr id="25" name="直接连接符 24"/>
            <p:cNvCxnSpPr/>
            <p:nvPr/>
          </p:nvCxnSpPr>
          <p:spPr>
            <a:xfrm flipH="1">
              <a:off x="3359" y="2182"/>
              <a:ext cx="8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3359" y="5927"/>
              <a:ext cx="8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3529" y="2181"/>
              <a:ext cx="26" cy="3736"/>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nvGrpSpPr>
          <p:cNvPr id="41" name="组合 40"/>
          <p:cNvGrpSpPr/>
          <p:nvPr/>
        </p:nvGrpSpPr>
        <p:grpSpPr>
          <a:xfrm>
            <a:off x="8591489" y="1860604"/>
            <a:ext cx="2364475" cy="277155"/>
            <a:chOff x="13976" y="2447"/>
            <a:chExt cx="3718" cy="492"/>
          </a:xfrm>
        </p:grpSpPr>
        <p:sp>
          <p:nvSpPr>
            <p:cNvPr id="6" name="文本框 5"/>
            <p:cNvSpPr txBox="1"/>
            <p:nvPr/>
          </p:nvSpPr>
          <p:spPr>
            <a:xfrm>
              <a:off x="15866" y="2447"/>
              <a:ext cx="1828" cy="492"/>
            </a:xfrm>
            <a:prstGeom prst="rect">
              <a:avLst/>
            </a:prstGeom>
            <a:noFill/>
            <a:ln>
              <a:noFill/>
            </a:ln>
          </p:spPr>
          <p:txBody>
            <a:bodyPr wrap="square" rtlCol="0">
              <a:spAutoFit/>
            </a:bodyPr>
            <a:lstStyle>
              <a:defPPr>
                <a:defRPr lang="zh-CN"/>
              </a:defPPr>
              <a:lvl1pPr algn="ctr">
                <a:defRPr sz="1200">
                  <a:latin typeface="微软雅黑" panose="020B0503020204020204" pitchFamily="34" charset="-122"/>
                  <a:ea typeface="微软雅黑" panose="020B0503020204020204" pitchFamily="34" charset="-122"/>
                </a:defRPr>
              </a:lvl1pPr>
            </a:lstStyle>
            <a:p>
              <a:r>
                <a:rPr lang="en-US" altLang="zh-CN" dirty="0">
                  <a:ln>
                    <a:noFill/>
                  </a:ln>
                </a:rPr>
                <a:t>Tricolor lamp</a:t>
              </a:r>
            </a:p>
          </p:txBody>
        </p:sp>
        <p:cxnSp>
          <p:nvCxnSpPr>
            <p:cNvPr id="33" name="直接箭头连接符 32"/>
            <p:cNvCxnSpPr>
              <a:stCxn id="6" idx="1"/>
            </p:cNvCxnSpPr>
            <p:nvPr/>
          </p:nvCxnSpPr>
          <p:spPr>
            <a:xfrm flipH="1">
              <a:off x="13976" y="2693"/>
              <a:ext cx="1890" cy="7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grpSp>
      <p:sp>
        <p:nvSpPr>
          <p:cNvPr id="8"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grpSp>
        <p:nvGrpSpPr>
          <p:cNvPr id="42" name="组合 41"/>
          <p:cNvGrpSpPr/>
          <p:nvPr/>
        </p:nvGrpSpPr>
        <p:grpSpPr>
          <a:xfrm>
            <a:off x="5911850" y="1908271"/>
            <a:ext cx="1883410" cy="276860"/>
            <a:chOff x="15866" y="2447"/>
            <a:chExt cx="2966" cy="436"/>
          </a:xfrm>
        </p:grpSpPr>
        <p:sp>
          <p:nvSpPr>
            <p:cNvPr id="43" name="文本框 42"/>
            <p:cNvSpPr txBox="1"/>
            <p:nvPr/>
          </p:nvSpPr>
          <p:spPr>
            <a:xfrm>
              <a:off x="15866" y="2447"/>
              <a:ext cx="1828" cy="436"/>
            </a:xfrm>
            <a:prstGeom prst="rect">
              <a:avLst/>
            </a:prstGeom>
            <a:noFill/>
            <a:ln>
              <a:noFill/>
            </a:ln>
          </p:spPr>
          <p:txBody>
            <a:bodyPr wrap="square" rtlCol="0">
              <a:spAutoFit/>
            </a:bodyPr>
            <a:lstStyle>
              <a:defPPr>
                <a:defRPr lang="zh-CN"/>
              </a:defPPr>
              <a:lvl1pPr algn="ctr">
                <a:defRPr sz="1200">
                  <a:latin typeface="微软雅黑" panose="020B0503020204020204" pitchFamily="34" charset="-122"/>
                  <a:ea typeface="微软雅黑" panose="020B0503020204020204" pitchFamily="34" charset="-122"/>
                </a:defRPr>
              </a:lvl1pPr>
            </a:lstStyle>
            <a:p>
              <a:pPr algn="r"/>
              <a:r>
                <a:rPr lang="en-US" altLang="zh-CN" dirty="0">
                  <a:ln>
                    <a:noFill/>
                  </a:ln>
                </a:rPr>
                <a:t>PC</a:t>
              </a:r>
              <a:endParaRPr lang="zh-CN" altLang="en-US" dirty="0">
                <a:ln>
                  <a:noFill/>
                </a:ln>
              </a:endParaRPr>
            </a:p>
          </p:txBody>
        </p:sp>
        <p:cxnSp>
          <p:nvCxnSpPr>
            <p:cNvPr id="44" name="直接箭头连接符 43"/>
            <p:cNvCxnSpPr>
              <a:stCxn id="43" idx="3"/>
            </p:cNvCxnSpPr>
            <p:nvPr/>
          </p:nvCxnSpPr>
          <p:spPr>
            <a:xfrm flipV="1">
              <a:off x="17694" y="2585"/>
              <a:ext cx="1138" cy="8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grpSp>
      <p:pic>
        <p:nvPicPr>
          <p:cNvPr id="23" name="图片 22"/>
          <p:cNvPicPr>
            <a:picLocks noChangeAspect="1"/>
          </p:cNvPicPr>
          <p:nvPr/>
        </p:nvPicPr>
        <p:blipFill>
          <a:blip r:embed="rId7"/>
          <a:stretch>
            <a:fillRect/>
          </a:stretch>
        </p:blipFill>
        <p:spPr>
          <a:xfrm>
            <a:off x="2974786" y="843506"/>
            <a:ext cx="2463547" cy="3483987"/>
          </a:xfrm>
          <a:prstGeom prst="rect">
            <a:avLst/>
          </a:prstGeom>
        </p:spPr>
      </p:pic>
      <p:grpSp>
        <p:nvGrpSpPr>
          <p:cNvPr id="45" name="组合 44"/>
          <p:cNvGrpSpPr/>
          <p:nvPr/>
        </p:nvGrpSpPr>
        <p:grpSpPr>
          <a:xfrm>
            <a:off x="3305175" y="3855773"/>
            <a:ext cx="1576387" cy="588038"/>
            <a:chOff x="4724" y="9531"/>
            <a:chExt cx="1754" cy="735"/>
          </a:xfrm>
        </p:grpSpPr>
        <p:cxnSp>
          <p:nvCxnSpPr>
            <p:cNvPr id="46" name="直接连接符 45"/>
            <p:cNvCxnSpPr/>
            <p:nvPr/>
          </p:nvCxnSpPr>
          <p:spPr>
            <a:xfrm>
              <a:off x="6478" y="9531"/>
              <a:ext cx="0" cy="735"/>
            </a:xfrm>
            <a:prstGeom prst="line">
              <a:avLst/>
            </a:pr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4724" y="9531"/>
              <a:ext cx="0" cy="735"/>
            </a:xfrm>
            <a:prstGeom prst="line">
              <a:avLst/>
            </a:pr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flipV="1">
              <a:off x="4726" y="10043"/>
              <a:ext cx="1735" cy="5"/>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sp>
        <p:nvSpPr>
          <p:cNvPr id="51" name="文本框 50"/>
          <p:cNvSpPr txBox="1"/>
          <p:nvPr/>
        </p:nvSpPr>
        <p:spPr>
          <a:xfrm>
            <a:off x="3609769" y="4360673"/>
            <a:ext cx="965200" cy="275590"/>
          </a:xfrm>
          <a:prstGeom prst="rect">
            <a:avLst/>
          </a:prstGeom>
          <a:noFill/>
        </p:spPr>
        <p:txBody>
          <a:bodyPr wrap="square" rtlCol="0">
            <a:spAutoFit/>
          </a:bodyPr>
          <a:lstStyle/>
          <a:p>
            <a:pPr algn="ctr"/>
            <a:r>
              <a:rPr lang="en-US" sz="1200" dirty="0">
                <a:latin typeface="微软雅黑" panose="020B0503020204020204" pitchFamily="34" charset="-122"/>
                <a:ea typeface="微软雅黑" panose="020B0503020204020204" pitchFamily="34" charset="-122"/>
              </a:rPr>
              <a:t>500mm</a:t>
            </a:r>
          </a:p>
        </p:txBody>
      </p:sp>
      <p:grpSp>
        <p:nvGrpSpPr>
          <p:cNvPr id="57" name="组合 56"/>
          <p:cNvGrpSpPr/>
          <p:nvPr/>
        </p:nvGrpSpPr>
        <p:grpSpPr>
          <a:xfrm>
            <a:off x="807200" y="816771"/>
            <a:ext cx="1821824" cy="614790"/>
            <a:chOff x="3359" y="2182"/>
            <a:chExt cx="2263" cy="3844"/>
          </a:xfrm>
        </p:grpSpPr>
        <p:cxnSp>
          <p:nvCxnSpPr>
            <p:cNvPr id="58" name="直接连接符 57"/>
            <p:cNvCxnSpPr/>
            <p:nvPr/>
          </p:nvCxnSpPr>
          <p:spPr>
            <a:xfrm flipH="1">
              <a:off x="3359" y="2182"/>
              <a:ext cx="22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a:off x="3515" y="2182"/>
              <a:ext cx="0" cy="3844"/>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sp>
        <p:nvSpPr>
          <p:cNvPr id="62" name="文本框 61"/>
          <p:cNvSpPr txBox="1"/>
          <p:nvPr/>
        </p:nvSpPr>
        <p:spPr>
          <a:xfrm>
            <a:off x="141716" y="986371"/>
            <a:ext cx="880745" cy="275590"/>
          </a:xfrm>
          <a:prstGeom prst="rect">
            <a:avLst/>
          </a:prstGeom>
          <a:noFill/>
        </p:spPr>
        <p:txBody>
          <a:bodyPr wrap="square" rtlCol="0">
            <a:spAutoFit/>
          </a:bodyPr>
          <a:lstStyle/>
          <a:p>
            <a:pPr algn="ctr"/>
            <a:r>
              <a:rPr lang="en-US" sz="1200" dirty="0">
                <a:latin typeface="微软雅黑" panose="020B0503020204020204" pitchFamily="34" charset="-122"/>
                <a:ea typeface="微软雅黑" panose="020B0503020204020204" pitchFamily="34" charset="-122"/>
              </a:rPr>
              <a:t>335mm</a:t>
            </a:r>
          </a:p>
        </p:txBody>
      </p:sp>
      <p:pic>
        <p:nvPicPr>
          <p:cNvPr id="12289" name="图片 12288"/>
          <p:cNvPicPr>
            <a:picLocks noChangeAspect="1"/>
          </p:cNvPicPr>
          <p:nvPr/>
        </p:nvPicPr>
        <p:blipFill>
          <a:blip r:embed="rId8"/>
          <a:stretch>
            <a:fillRect/>
          </a:stretch>
        </p:blipFill>
        <p:spPr>
          <a:xfrm>
            <a:off x="2983839" y="4678331"/>
            <a:ext cx="2525887" cy="1702916"/>
          </a:xfrm>
          <a:prstGeom prst="rect">
            <a:avLst/>
          </a:prstGeom>
        </p:spPr>
      </p:pic>
      <p:grpSp>
        <p:nvGrpSpPr>
          <p:cNvPr id="71" name="组合 70"/>
          <p:cNvGrpSpPr/>
          <p:nvPr/>
        </p:nvGrpSpPr>
        <p:grpSpPr>
          <a:xfrm>
            <a:off x="4921052" y="5471160"/>
            <a:ext cx="517282" cy="814013"/>
            <a:chOff x="4724" y="9531"/>
            <a:chExt cx="1754" cy="735"/>
          </a:xfrm>
        </p:grpSpPr>
        <p:cxnSp>
          <p:nvCxnSpPr>
            <p:cNvPr id="72" name="直接连接符 71"/>
            <p:cNvCxnSpPr/>
            <p:nvPr/>
          </p:nvCxnSpPr>
          <p:spPr>
            <a:xfrm>
              <a:off x="6478" y="9531"/>
              <a:ext cx="0" cy="735"/>
            </a:xfrm>
            <a:prstGeom prst="line">
              <a:avLst/>
            </a:pr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4724" y="9531"/>
              <a:ext cx="0" cy="735"/>
            </a:xfrm>
            <a:prstGeom prst="line">
              <a:avLst/>
            </a:pr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p:nvPr/>
          </p:nvCxnSpPr>
          <p:spPr>
            <a:xfrm flipV="1">
              <a:off x="4726" y="10171"/>
              <a:ext cx="1735" cy="5"/>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nvGrpSpPr>
          <p:cNvPr id="79" name="组合 78"/>
          <p:cNvGrpSpPr/>
          <p:nvPr/>
        </p:nvGrpSpPr>
        <p:grpSpPr>
          <a:xfrm>
            <a:off x="3028953" y="5464005"/>
            <a:ext cx="291838" cy="814013"/>
            <a:chOff x="4724" y="9531"/>
            <a:chExt cx="1754" cy="735"/>
          </a:xfrm>
        </p:grpSpPr>
        <p:cxnSp>
          <p:nvCxnSpPr>
            <p:cNvPr id="80" name="直接连接符 79"/>
            <p:cNvCxnSpPr/>
            <p:nvPr/>
          </p:nvCxnSpPr>
          <p:spPr>
            <a:xfrm>
              <a:off x="6478" y="9531"/>
              <a:ext cx="0" cy="735"/>
            </a:xfrm>
            <a:prstGeom prst="line">
              <a:avLst/>
            </a:pr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a:off x="4724" y="9531"/>
              <a:ext cx="0" cy="735"/>
            </a:xfrm>
            <a:prstGeom prst="line">
              <a:avLst/>
            </a:pr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p:nvPr/>
          </p:nvCxnSpPr>
          <p:spPr>
            <a:xfrm flipV="1">
              <a:off x="4726" y="10179"/>
              <a:ext cx="1735" cy="5"/>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sp>
        <p:nvSpPr>
          <p:cNvPr id="83" name="文本框 82"/>
          <p:cNvSpPr txBox="1"/>
          <p:nvPr/>
        </p:nvSpPr>
        <p:spPr>
          <a:xfrm>
            <a:off x="2691024" y="6295830"/>
            <a:ext cx="965200" cy="275590"/>
          </a:xfrm>
          <a:prstGeom prst="rect">
            <a:avLst/>
          </a:prstGeom>
          <a:noFill/>
        </p:spPr>
        <p:txBody>
          <a:bodyPr wrap="square" rtlCol="0">
            <a:spAutoFit/>
          </a:bodyPr>
          <a:lstStyle/>
          <a:p>
            <a:pPr algn="ctr"/>
            <a:r>
              <a:rPr lang="en-US" sz="1200" dirty="0">
                <a:latin typeface="微软雅黑" panose="020B0503020204020204" pitchFamily="34" charset="-122"/>
                <a:ea typeface="微软雅黑" panose="020B0503020204020204" pitchFamily="34" charset="-122"/>
              </a:rPr>
              <a:t>165.5mm</a:t>
            </a:r>
          </a:p>
        </p:txBody>
      </p:sp>
      <p:sp>
        <p:nvSpPr>
          <p:cNvPr id="84" name="文本框 83"/>
          <p:cNvSpPr txBox="1"/>
          <p:nvPr/>
        </p:nvSpPr>
        <p:spPr>
          <a:xfrm>
            <a:off x="4665021" y="6295830"/>
            <a:ext cx="965200" cy="275590"/>
          </a:xfrm>
          <a:prstGeom prst="rect">
            <a:avLst/>
          </a:prstGeom>
          <a:noFill/>
        </p:spPr>
        <p:txBody>
          <a:bodyPr wrap="square" rtlCol="0">
            <a:spAutoFit/>
          </a:bodyPr>
          <a:lstStyle/>
          <a:p>
            <a:pPr algn="ctr"/>
            <a:r>
              <a:rPr lang="en-US" sz="1200" dirty="0">
                <a:latin typeface="微软雅黑" panose="020B0503020204020204" pitchFamily="34" charset="-122"/>
                <a:ea typeface="微软雅黑" panose="020B0503020204020204" pitchFamily="34" charset="-122"/>
              </a:rPr>
              <a:t>287.5mm</a:t>
            </a:r>
          </a:p>
        </p:txBody>
      </p:sp>
      <p:grpSp>
        <p:nvGrpSpPr>
          <p:cNvPr id="12295" name="组合 12294"/>
          <p:cNvGrpSpPr/>
          <p:nvPr/>
        </p:nvGrpSpPr>
        <p:grpSpPr>
          <a:xfrm>
            <a:off x="5985303" y="2521954"/>
            <a:ext cx="2212376" cy="340203"/>
            <a:chOff x="5890475" y="3501934"/>
            <a:chExt cx="2212376" cy="340203"/>
          </a:xfrm>
        </p:grpSpPr>
        <p:sp>
          <p:nvSpPr>
            <p:cNvPr id="87" name="文本框 86"/>
            <p:cNvSpPr txBox="1"/>
            <p:nvPr/>
          </p:nvSpPr>
          <p:spPr>
            <a:xfrm>
              <a:off x="5890475" y="3565138"/>
              <a:ext cx="1161415" cy="276999"/>
            </a:xfrm>
            <a:prstGeom prst="rect">
              <a:avLst/>
            </a:prstGeom>
            <a:noFill/>
            <a:ln>
              <a:noFill/>
            </a:ln>
          </p:spPr>
          <p:txBody>
            <a:bodyPr wrap="square" rtlCol="0">
              <a:spAutoFit/>
            </a:bodyPr>
            <a:lstStyle>
              <a:defPPr>
                <a:defRPr lang="zh-CN"/>
              </a:defPPr>
              <a:lvl1pPr algn="ctr">
                <a:defRPr sz="1200">
                  <a:latin typeface="微软雅黑" panose="020B0503020204020204" pitchFamily="34" charset="-122"/>
                  <a:ea typeface="微软雅黑" panose="020B0503020204020204" pitchFamily="34" charset="-122"/>
                </a:defRPr>
              </a:lvl1pPr>
            </a:lstStyle>
            <a:p>
              <a:r>
                <a:rPr lang="en-US" altLang="zh-CN" dirty="0">
                  <a:ln>
                    <a:noFill/>
                  </a:ln>
                </a:rPr>
                <a:t>Touch screen</a:t>
              </a:r>
            </a:p>
          </p:txBody>
        </p:sp>
        <p:cxnSp>
          <p:nvCxnSpPr>
            <p:cNvPr id="88" name="直接箭头连接符 87"/>
            <p:cNvCxnSpPr>
              <a:stCxn id="87" idx="3"/>
            </p:cNvCxnSpPr>
            <p:nvPr/>
          </p:nvCxnSpPr>
          <p:spPr>
            <a:xfrm flipV="1">
              <a:off x="7051890" y="3501934"/>
              <a:ext cx="1050961" cy="201704"/>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8"/>
          <a:srcRect r="3776"/>
          <a:stretch>
            <a:fillRect/>
          </a:stretch>
        </p:blipFill>
        <p:spPr>
          <a:xfrm rot="16200000">
            <a:off x="-115570" y="1680845"/>
            <a:ext cx="5073015" cy="3359150"/>
          </a:xfrm>
          <a:prstGeom prst="rect">
            <a:avLst/>
          </a:prstGeom>
        </p:spPr>
      </p:pic>
      <p:sp>
        <p:nvSpPr>
          <p:cNvPr id="5"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4. Machine layout</a:t>
            </a:r>
            <a:endParaRPr lang="en-US" altLang="zh-CN" dirty="0">
              <a:latin typeface="+mn-lt"/>
            </a:endParaRP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8</a:t>
            </a:fld>
            <a:endParaRPr lang="zh-TW" altLang="en-US" sz="1400" dirty="0">
              <a:solidFill>
                <a:srgbClr val="898989"/>
              </a:solidFill>
              <a:latin typeface="Arial" panose="020B0604020202020204" pitchFamily="34" charset="0"/>
              <a:ea typeface="微软雅黑" panose="020B0503020204020204" pitchFamily="34" charset="-122"/>
            </a:endParaRPr>
          </a:p>
        </p:txBody>
      </p:sp>
      <p:cxnSp>
        <p:nvCxnSpPr>
          <p:cNvPr id="156" name="直接箭头连接符 155"/>
          <p:cNvCxnSpPr>
            <a:stCxn id="60" idx="2"/>
          </p:cNvCxnSpPr>
          <p:nvPr>
            <p:custDataLst>
              <p:tags r:id="rId2"/>
            </p:custDataLst>
          </p:nvPr>
        </p:nvCxnSpPr>
        <p:spPr>
          <a:xfrm flipH="1">
            <a:off x="2586354" y="4107500"/>
            <a:ext cx="2014958" cy="159655"/>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grpSp>
        <p:nvGrpSpPr>
          <p:cNvPr id="188" name="组合 187"/>
          <p:cNvGrpSpPr/>
          <p:nvPr>
            <p:custDataLst>
              <p:tags r:id="rId3"/>
            </p:custDataLst>
          </p:nvPr>
        </p:nvGrpSpPr>
        <p:grpSpPr>
          <a:xfrm>
            <a:off x="4608616" y="4898296"/>
            <a:ext cx="1935480" cy="188595"/>
            <a:chOff x="435" y="4323"/>
            <a:chExt cx="3048" cy="297"/>
          </a:xfrm>
        </p:grpSpPr>
        <p:sp>
          <p:nvSpPr>
            <p:cNvPr id="170" name="椭圆 169"/>
            <p:cNvSpPr/>
            <p:nvPr>
              <p:custDataLst>
                <p:tags r:id="rId34"/>
              </p:custDataLst>
            </p:nvPr>
          </p:nvSpPr>
          <p:spPr>
            <a:xfrm>
              <a:off x="435" y="4323"/>
              <a:ext cx="300" cy="297"/>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2</a:t>
              </a:r>
            </a:p>
          </p:txBody>
        </p:sp>
        <p:sp>
          <p:nvSpPr>
            <p:cNvPr id="171" name="圆角矩形 12"/>
            <p:cNvSpPr/>
            <p:nvPr>
              <p:custDataLst>
                <p:tags r:id="rId35"/>
              </p:custDataLst>
            </p:nvPr>
          </p:nvSpPr>
          <p:spPr>
            <a:xfrm>
              <a:off x="642" y="4349"/>
              <a:ext cx="2841" cy="271"/>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r>
                <a:rPr lang="en-US" altLang="zh-CN" sz="1300" dirty="0">
                  <a:solidFill>
                    <a:schemeClr val="tx1"/>
                  </a:solidFill>
                  <a:latin typeface="微软雅黑" panose="020B0503020204020204" pitchFamily="34" charset="-122"/>
                  <a:ea typeface="微软雅黑" panose="020B0503020204020204" pitchFamily="34" charset="-122"/>
                  <a:sym typeface="+mn-ea"/>
                </a:rPr>
                <a:t>Infeed conveyor line</a:t>
              </a:r>
            </a:p>
          </p:txBody>
        </p:sp>
      </p:grpSp>
      <p:cxnSp>
        <p:nvCxnSpPr>
          <p:cNvPr id="9" name="直接箭头连接符 8"/>
          <p:cNvCxnSpPr>
            <a:stCxn id="170" idx="2"/>
          </p:cNvCxnSpPr>
          <p:nvPr>
            <p:custDataLst>
              <p:tags r:id="rId4"/>
            </p:custDataLst>
          </p:nvPr>
        </p:nvCxnSpPr>
        <p:spPr>
          <a:xfrm flipH="1" flipV="1">
            <a:off x="3045355" y="4898296"/>
            <a:ext cx="1563261" cy="94298"/>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custDataLst>
              <p:tags r:id="rId5"/>
            </p:custDataLst>
          </p:nvPr>
        </p:nvCxnSpPr>
        <p:spPr>
          <a:xfrm flipV="1">
            <a:off x="1745929" y="6004758"/>
            <a:ext cx="1680845" cy="6350"/>
          </a:xfrm>
          <a:prstGeom prst="straightConnector1">
            <a:avLst/>
          </a:prstGeom>
          <a:ln w="76200">
            <a:solidFill>
              <a:srgbClr val="16F63B"/>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grpSp>
        <p:nvGrpSpPr>
          <p:cNvPr id="59" name="组合 58"/>
          <p:cNvGrpSpPr/>
          <p:nvPr>
            <p:custDataLst>
              <p:tags r:id="rId6"/>
            </p:custDataLst>
          </p:nvPr>
        </p:nvGrpSpPr>
        <p:grpSpPr>
          <a:xfrm>
            <a:off x="4601312" y="4013202"/>
            <a:ext cx="2988413" cy="188595"/>
            <a:chOff x="487" y="3814"/>
            <a:chExt cx="3433" cy="297"/>
          </a:xfrm>
        </p:grpSpPr>
        <p:sp>
          <p:nvSpPr>
            <p:cNvPr id="60" name="椭圆 59"/>
            <p:cNvSpPr/>
            <p:nvPr>
              <p:custDataLst>
                <p:tags r:id="rId32"/>
              </p:custDataLst>
            </p:nvPr>
          </p:nvSpPr>
          <p:spPr>
            <a:xfrm>
              <a:off x="487" y="3814"/>
              <a:ext cx="300" cy="297"/>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3</a:t>
              </a:r>
            </a:p>
          </p:txBody>
        </p:sp>
        <p:sp>
          <p:nvSpPr>
            <p:cNvPr id="61" name="圆角矩形 12"/>
            <p:cNvSpPr/>
            <p:nvPr>
              <p:custDataLst>
                <p:tags r:id="rId33"/>
              </p:custDataLst>
            </p:nvPr>
          </p:nvSpPr>
          <p:spPr>
            <a:xfrm>
              <a:off x="714" y="3820"/>
              <a:ext cx="3206" cy="29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r>
                <a:rPr lang="en-US" altLang="zh-CN" sz="1300" dirty="0">
                  <a:solidFill>
                    <a:schemeClr val="tx1"/>
                  </a:solidFill>
                  <a:latin typeface="微软雅黑" panose="020B0503020204020204" pitchFamily="34" charset="-122"/>
                  <a:ea typeface="微软雅黑" panose="020B0503020204020204" pitchFamily="34" charset="-122"/>
                  <a:sym typeface="+mn-ea"/>
                </a:rPr>
                <a:t>Position the component(Clamp the PCBA board)</a:t>
              </a:r>
              <a:endParaRPr lang="zh-CN" altLang="en-US" sz="1300" dirty="0">
                <a:solidFill>
                  <a:schemeClr val="tx1"/>
                </a:solidFill>
                <a:latin typeface="微软雅黑" panose="020B0503020204020204" pitchFamily="34" charset="-122"/>
                <a:ea typeface="微软雅黑" panose="020B0503020204020204" pitchFamily="34" charset="-122"/>
                <a:sym typeface="+mn-ea"/>
              </a:endParaRPr>
            </a:p>
          </p:txBody>
        </p:sp>
      </p:grpSp>
      <p:grpSp>
        <p:nvGrpSpPr>
          <p:cNvPr id="21" name="组合 20"/>
          <p:cNvGrpSpPr/>
          <p:nvPr>
            <p:custDataLst>
              <p:tags r:id="rId7"/>
            </p:custDataLst>
          </p:nvPr>
        </p:nvGrpSpPr>
        <p:grpSpPr>
          <a:xfrm>
            <a:off x="4597462" y="2082716"/>
            <a:ext cx="1935480" cy="188595"/>
            <a:chOff x="435" y="4323"/>
            <a:chExt cx="3048" cy="297"/>
          </a:xfrm>
        </p:grpSpPr>
        <p:sp>
          <p:nvSpPr>
            <p:cNvPr id="22" name="椭圆 21"/>
            <p:cNvSpPr/>
            <p:nvPr>
              <p:custDataLst>
                <p:tags r:id="rId30"/>
              </p:custDataLst>
            </p:nvPr>
          </p:nvSpPr>
          <p:spPr>
            <a:xfrm>
              <a:off x="435" y="4323"/>
              <a:ext cx="300" cy="297"/>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5</a:t>
              </a:r>
            </a:p>
          </p:txBody>
        </p:sp>
        <p:sp>
          <p:nvSpPr>
            <p:cNvPr id="23" name="圆角矩形 12"/>
            <p:cNvSpPr/>
            <p:nvPr>
              <p:custDataLst>
                <p:tags r:id="rId31"/>
              </p:custDataLst>
            </p:nvPr>
          </p:nvSpPr>
          <p:spPr>
            <a:xfrm>
              <a:off x="642" y="4349"/>
              <a:ext cx="2841" cy="271"/>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r>
                <a:rPr lang="en-US" altLang="zh-CN" sz="1300" dirty="0">
                  <a:solidFill>
                    <a:schemeClr val="tx1"/>
                  </a:solidFill>
                  <a:latin typeface="微软雅黑" panose="020B0503020204020204" pitchFamily="34" charset="-122"/>
                  <a:ea typeface="微软雅黑" panose="020B0503020204020204" pitchFamily="34" charset="-122"/>
                  <a:sym typeface="+mn-ea"/>
                </a:rPr>
                <a:t>Bidding machine (feeding)</a:t>
              </a:r>
              <a:endParaRPr lang="zh-CN" altLang="en-US" sz="1300" dirty="0">
                <a:solidFill>
                  <a:schemeClr val="tx1"/>
                </a:solidFill>
                <a:latin typeface="微软雅黑" panose="020B0503020204020204" pitchFamily="34" charset="-122"/>
                <a:ea typeface="微软雅黑" panose="020B0503020204020204" pitchFamily="34" charset="-122"/>
                <a:sym typeface="+mn-ea"/>
              </a:endParaRPr>
            </a:p>
          </p:txBody>
        </p:sp>
      </p:grpSp>
      <p:cxnSp>
        <p:nvCxnSpPr>
          <p:cNvPr id="24" name="直接箭头连接符 23"/>
          <p:cNvCxnSpPr>
            <a:stCxn id="22" idx="2"/>
          </p:cNvCxnSpPr>
          <p:nvPr>
            <p:custDataLst>
              <p:tags r:id="rId8"/>
            </p:custDataLst>
          </p:nvPr>
        </p:nvCxnSpPr>
        <p:spPr>
          <a:xfrm flipH="1" flipV="1">
            <a:off x="2461957" y="1580749"/>
            <a:ext cx="2135505" cy="596265"/>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grpSp>
        <p:nvGrpSpPr>
          <p:cNvPr id="27" name="组合 26"/>
          <p:cNvGrpSpPr/>
          <p:nvPr>
            <p:custDataLst>
              <p:tags r:id="rId9"/>
            </p:custDataLst>
          </p:nvPr>
        </p:nvGrpSpPr>
        <p:grpSpPr>
          <a:xfrm>
            <a:off x="4595095" y="3523665"/>
            <a:ext cx="2946828" cy="188595"/>
            <a:chOff x="435" y="4323"/>
            <a:chExt cx="3541" cy="297"/>
          </a:xfrm>
        </p:grpSpPr>
        <p:sp>
          <p:nvSpPr>
            <p:cNvPr id="28" name="椭圆 27"/>
            <p:cNvSpPr/>
            <p:nvPr>
              <p:custDataLst>
                <p:tags r:id="rId28"/>
              </p:custDataLst>
            </p:nvPr>
          </p:nvSpPr>
          <p:spPr>
            <a:xfrm>
              <a:off x="435" y="4323"/>
              <a:ext cx="300" cy="297"/>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7</a:t>
              </a:r>
            </a:p>
          </p:txBody>
        </p:sp>
        <p:sp>
          <p:nvSpPr>
            <p:cNvPr id="29" name="圆角矩形 12"/>
            <p:cNvSpPr/>
            <p:nvPr>
              <p:custDataLst>
                <p:tags r:id="rId29"/>
              </p:custDataLst>
            </p:nvPr>
          </p:nvSpPr>
          <p:spPr>
            <a:xfrm>
              <a:off x="642" y="4361"/>
              <a:ext cx="3334" cy="259"/>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r>
                <a:rPr lang="en-US" altLang="zh-CN" sz="1300" dirty="0">
                  <a:solidFill>
                    <a:schemeClr val="tx1"/>
                  </a:solidFill>
                  <a:latin typeface="微软雅黑" panose="020B0503020204020204" pitchFamily="34" charset="-122"/>
                  <a:ea typeface="微软雅黑" panose="020B0503020204020204" pitchFamily="34" charset="-122"/>
                  <a:sym typeface="+mn-ea"/>
                </a:rPr>
                <a:t>Upper CCD &amp; Reclaiming Assembly(Product positioning </a:t>
              </a:r>
              <a:r>
                <a:rPr lang="zh-CN" altLang="en-US" sz="1300" dirty="0">
                  <a:solidFill>
                    <a:schemeClr val="tx1"/>
                  </a:solidFill>
                  <a:latin typeface="微软雅黑" panose="020B0503020204020204" pitchFamily="34" charset="-122"/>
                  <a:ea typeface="微软雅黑" panose="020B0503020204020204" pitchFamily="34" charset="-122"/>
                  <a:sym typeface="+mn-ea"/>
                </a:rPr>
                <a:t>）</a:t>
              </a:r>
            </a:p>
          </p:txBody>
        </p:sp>
      </p:grpSp>
      <p:cxnSp>
        <p:nvCxnSpPr>
          <p:cNvPr id="30" name="直接箭头连接符 29"/>
          <p:cNvCxnSpPr>
            <a:stCxn id="28" idx="2"/>
          </p:cNvCxnSpPr>
          <p:nvPr>
            <p:custDataLst>
              <p:tags r:id="rId10"/>
            </p:custDataLst>
          </p:nvPr>
        </p:nvCxnSpPr>
        <p:spPr>
          <a:xfrm flipH="1">
            <a:off x="3875005" y="3617963"/>
            <a:ext cx="720090" cy="9652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grpSp>
        <p:nvGrpSpPr>
          <p:cNvPr id="32" name="组合 31"/>
          <p:cNvGrpSpPr/>
          <p:nvPr>
            <p:custDataLst>
              <p:tags r:id="rId11"/>
            </p:custDataLst>
          </p:nvPr>
        </p:nvGrpSpPr>
        <p:grpSpPr>
          <a:xfrm>
            <a:off x="4595393" y="3037987"/>
            <a:ext cx="3101340" cy="200660"/>
            <a:chOff x="435" y="4323"/>
            <a:chExt cx="4884" cy="316"/>
          </a:xfrm>
        </p:grpSpPr>
        <p:sp>
          <p:nvSpPr>
            <p:cNvPr id="33" name="椭圆 32"/>
            <p:cNvSpPr/>
            <p:nvPr>
              <p:custDataLst>
                <p:tags r:id="rId26"/>
              </p:custDataLst>
            </p:nvPr>
          </p:nvSpPr>
          <p:spPr>
            <a:xfrm>
              <a:off x="435" y="4323"/>
              <a:ext cx="300" cy="297"/>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6</a:t>
              </a:r>
            </a:p>
          </p:txBody>
        </p:sp>
        <p:sp>
          <p:nvSpPr>
            <p:cNvPr id="34" name="圆角矩形 12"/>
            <p:cNvSpPr/>
            <p:nvPr>
              <p:custDataLst>
                <p:tags r:id="rId27"/>
              </p:custDataLst>
            </p:nvPr>
          </p:nvSpPr>
          <p:spPr>
            <a:xfrm>
              <a:off x="642" y="4349"/>
              <a:ext cx="4677" cy="29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r>
                <a:rPr lang="en-US" altLang="zh-CN" sz="1300" dirty="0">
                  <a:solidFill>
                    <a:schemeClr val="tx1"/>
                  </a:solidFill>
                  <a:latin typeface="微软雅黑" panose="020B0503020204020204" pitchFamily="34" charset="-122"/>
                  <a:ea typeface="微软雅黑" panose="020B0503020204020204" pitchFamily="34" charset="-122"/>
                  <a:sym typeface="+mn-ea"/>
                </a:rPr>
                <a:t>under CCD components(Label fills </a:t>
              </a:r>
              <a:r>
                <a:rPr lang="zh-CN" altLang="en-US" sz="1300" dirty="0">
                  <a:solidFill>
                    <a:schemeClr val="tx1"/>
                  </a:solidFill>
                  <a:latin typeface="微软雅黑" panose="020B0503020204020204" pitchFamily="34" charset="-122"/>
                  <a:ea typeface="微软雅黑" panose="020B0503020204020204" pitchFamily="34" charset="-122"/>
                  <a:sym typeface="+mn-ea"/>
                </a:rPr>
                <a:t>）</a:t>
              </a:r>
            </a:p>
          </p:txBody>
        </p:sp>
      </p:grpSp>
      <p:cxnSp>
        <p:nvCxnSpPr>
          <p:cNvPr id="36" name="直接箭头连接符 35"/>
          <p:cNvCxnSpPr/>
          <p:nvPr>
            <p:custDataLst>
              <p:tags r:id="rId12"/>
            </p:custDataLst>
          </p:nvPr>
        </p:nvCxnSpPr>
        <p:spPr>
          <a:xfrm flipH="1">
            <a:off x="3317773" y="3132285"/>
            <a:ext cx="1277620" cy="194945"/>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grpSp>
        <p:nvGrpSpPr>
          <p:cNvPr id="38" name="组合 37"/>
          <p:cNvGrpSpPr/>
          <p:nvPr>
            <p:custDataLst>
              <p:tags r:id="rId13"/>
            </p:custDataLst>
          </p:nvPr>
        </p:nvGrpSpPr>
        <p:grpSpPr>
          <a:xfrm>
            <a:off x="4595096" y="2556547"/>
            <a:ext cx="2859405" cy="188595"/>
            <a:chOff x="435" y="4323"/>
            <a:chExt cx="4503" cy="297"/>
          </a:xfrm>
        </p:grpSpPr>
        <p:sp>
          <p:nvSpPr>
            <p:cNvPr id="39" name="椭圆 38"/>
            <p:cNvSpPr/>
            <p:nvPr>
              <p:custDataLst>
                <p:tags r:id="rId24"/>
              </p:custDataLst>
            </p:nvPr>
          </p:nvSpPr>
          <p:spPr>
            <a:xfrm>
              <a:off x="435" y="4323"/>
              <a:ext cx="300" cy="297"/>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4</a:t>
              </a:r>
            </a:p>
          </p:txBody>
        </p:sp>
        <p:sp>
          <p:nvSpPr>
            <p:cNvPr id="40" name="圆角矩形 12"/>
            <p:cNvSpPr/>
            <p:nvPr>
              <p:custDataLst>
                <p:tags r:id="rId25"/>
              </p:custDataLst>
            </p:nvPr>
          </p:nvSpPr>
          <p:spPr>
            <a:xfrm>
              <a:off x="642" y="4422"/>
              <a:ext cx="4296" cy="198"/>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r>
                <a:rPr lang="en-US" altLang="zh-CN" sz="1300" dirty="0">
                  <a:solidFill>
                    <a:schemeClr val="tx1"/>
                  </a:solidFill>
                  <a:latin typeface="微软雅黑" panose="020B0503020204020204" pitchFamily="34" charset="-122"/>
                  <a:ea typeface="微软雅黑" panose="020B0503020204020204" pitchFamily="34" charset="-122"/>
                  <a:sym typeface="Gill Sans"/>
                </a:rPr>
                <a:t>Robot</a:t>
              </a:r>
            </a:p>
          </p:txBody>
        </p:sp>
      </p:grpSp>
      <p:cxnSp>
        <p:nvCxnSpPr>
          <p:cNvPr id="41" name="直接箭头连接符 40"/>
          <p:cNvCxnSpPr>
            <a:stCxn id="39" idx="2"/>
          </p:cNvCxnSpPr>
          <p:nvPr>
            <p:custDataLst>
              <p:tags r:id="rId14"/>
            </p:custDataLst>
          </p:nvPr>
        </p:nvCxnSpPr>
        <p:spPr>
          <a:xfrm flipH="1">
            <a:off x="1885551" y="2650845"/>
            <a:ext cx="2709545" cy="103505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grpSp>
        <p:nvGrpSpPr>
          <p:cNvPr id="44" name="组合 43"/>
          <p:cNvGrpSpPr/>
          <p:nvPr>
            <p:custDataLst>
              <p:tags r:id="rId15"/>
            </p:custDataLst>
          </p:nvPr>
        </p:nvGrpSpPr>
        <p:grpSpPr>
          <a:xfrm>
            <a:off x="4616216" y="4455749"/>
            <a:ext cx="2926080" cy="188595"/>
            <a:chOff x="435" y="4323"/>
            <a:chExt cx="4608" cy="297"/>
          </a:xfrm>
        </p:grpSpPr>
        <p:sp>
          <p:nvSpPr>
            <p:cNvPr id="45" name="椭圆 44"/>
            <p:cNvSpPr/>
            <p:nvPr>
              <p:custDataLst>
                <p:tags r:id="rId22"/>
              </p:custDataLst>
            </p:nvPr>
          </p:nvSpPr>
          <p:spPr>
            <a:xfrm>
              <a:off x="435" y="4323"/>
              <a:ext cx="300" cy="297"/>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8</a:t>
              </a:r>
            </a:p>
          </p:txBody>
        </p:sp>
        <p:sp>
          <p:nvSpPr>
            <p:cNvPr id="46" name="圆角矩形 12"/>
            <p:cNvSpPr/>
            <p:nvPr>
              <p:custDataLst>
                <p:tags r:id="rId23"/>
              </p:custDataLst>
            </p:nvPr>
          </p:nvSpPr>
          <p:spPr>
            <a:xfrm>
              <a:off x="642" y="4349"/>
              <a:ext cx="4401" cy="271"/>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r>
                <a:rPr lang="en-US" altLang="zh-CN" sz="1300" dirty="0">
                  <a:solidFill>
                    <a:schemeClr val="tx1"/>
                  </a:solidFill>
                  <a:latin typeface="微软雅黑" panose="020B0503020204020204" pitchFamily="34" charset="-122"/>
                  <a:ea typeface="微软雅黑" panose="020B0503020204020204" pitchFamily="34" charset="-122"/>
                  <a:sym typeface="+mn-ea"/>
                </a:rPr>
                <a:t>Buffer after the flow of the conveyor line</a:t>
              </a:r>
            </a:p>
          </p:txBody>
        </p:sp>
      </p:grpSp>
      <p:cxnSp>
        <p:nvCxnSpPr>
          <p:cNvPr id="47" name="直接箭头连接符 46"/>
          <p:cNvCxnSpPr>
            <a:stCxn id="45" idx="2"/>
          </p:cNvCxnSpPr>
          <p:nvPr>
            <p:custDataLst>
              <p:tags r:id="rId16"/>
            </p:custDataLst>
          </p:nvPr>
        </p:nvCxnSpPr>
        <p:spPr>
          <a:xfrm flipH="1" flipV="1">
            <a:off x="3276600" y="4472259"/>
            <a:ext cx="1339616" cy="77788"/>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graphicFrame>
        <p:nvGraphicFramePr>
          <p:cNvPr id="58" name="表格 57"/>
          <p:cNvGraphicFramePr>
            <a:graphicFrameLocks noGrp="1"/>
          </p:cNvGraphicFramePr>
          <p:nvPr>
            <p:custDataLst>
              <p:tags r:id="rId17"/>
            </p:custDataLst>
          </p:nvPr>
        </p:nvGraphicFramePr>
        <p:xfrm>
          <a:off x="7899225" y="2106829"/>
          <a:ext cx="3805675" cy="3200400"/>
        </p:xfrm>
        <a:graphic>
          <a:graphicData uri="http://schemas.openxmlformats.org/drawingml/2006/table">
            <a:tbl>
              <a:tblPr firstRow="1" bandRow="1">
                <a:tableStyleId>{5940675A-B579-460E-94D1-54222C63F5DA}</a:tableStyleId>
              </a:tblPr>
              <a:tblGrid>
                <a:gridCol w="1120140">
                  <a:extLst>
                    <a:ext uri="{9D8B030D-6E8A-4147-A177-3AD203B41FA5}">
                      <a16:colId xmlns:a16="http://schemas.microsoft.com/office/drawing/2014/main" val="20000"/>
                    </a:ext>
                  </a:extLst>
                </a:gridCol>
                <a:gridCol w="2685535">
                  <a:extLst>
                    <a:ext uri="{9D8B030D-6E8A-4147-A177-3AD203B41FA5}">
                      <a16:colId xmlns:a16="http://schemas.microsoft.com/office/drawing/2014/main" val="20001"/>
                    </a:ext>
                  </a:extLst>
                </a:gridCol>
              </a:tblGrid>
              <a:tr h="274320">
                <a:tc>
                  <a:txBody>
                    <a:bodyPr/>
                    <a:lstStyle/>
                    <a:p>
                      <a:pPr algn="ctr"/>
                      <a:r>
                        <a:rPr lang="en-US" altLang="zh-CN" sz="1200" b="1" dirty="0">
                          <a:latin typeface="微软雅黑" panose="020B0503020204020204" pitchFamily="34" charset="-122"/>
                          <a:ea typeface="微软雅黑" panose="020B0503020204020204" pitchFamily="34" charset="-122"/>
                          <a:cs typeface="Arial" panose="020B0604020202020204" pitchFamily="34" charset="0"/>
                        </a:rPr>
                        <a:t>item</a:t>
                      </a:r>
                    </a:p>
                  </a:txBody>
                  <a:tcPr anchor="ctr"/>
                </a:tc>
                <a:tc>
                  <a:txBody>
                    <a:bodyPr/>
                    <a:lstStyle/>
                    <a:p>
                      <a:pPr algn="ctr"/>
                      <a:r>
                        <a:rPr lang="en-US" altLang="zh-CN" sz="1200" b="1" dirty="0">
                          <a:latin typeface="微软雅黑" panose="020B0503020204020204" pitchFamily="34" charset="-122"/>
                          <a:ea typeface="微软雅黑" panose="020B0503020204020204" pitchFamily="34" charset="-122"/>
                          <a:cs typeface="Arial" panose="020B0604020202020204" pitchFamily="34" charset="0"/>
                        </a:rPr>
                        <a:t>Process flow</a:t>
                      </a:r>
                    </a:p>
                  </a:txBody>
                  <a:tcPr anchor="ctr"/>
                </a:tc>
                <a:extLst>
                  <a:ext uri="{0D108BD9-81ED-4DB2-BD59-A6C34878D82A}">
                    <a16:rowId xmlns:a16="http://schemas.microsoft.com/office/drawing/2014/main" val="10000"/>
                  </a:ext>
                </a:extLst>
              </a:tr>
              <a:tr h="274320">
                <a:tc>
                  <a:txBody>
                    <a:bodyPr/>
                    <a:lstStyle/>
                    <a:p>
                      <a:pPr algn="ctr"/>
                      <a:r>
                        <a:rPr lang="en-US" altLang="zh-CN" sz="1200" dirty="0">
                          <a:latin typeface="微软雅黑" panose="020B0503020204020204" pitchFamily="34" charset="-122"/>
                          <a:ea typeface="微软雅黑" panose="020B0503020204020204" pitchFamily="34" charset="-122"/>
                        </a:rPr>
                        <a:t>1</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lvl="0" algn="ctr">
                        <a:buClrTx/>
                        <a:buSzTx/>
                        <a:buFontTx/>
                      </a:pPr>
                      <a:r>
                        <a:rPr lang="en-US" altLang="zh-CN" sz="1200" dirty="0">
                          <a:solidFill>
                            <a:schemeClr val="tx1"/>
                          </a:solidFill>
                          <a:latin typeface="微软雅黑" panose="020B0503020204020204" pitchFamily="34" charset="-122"/>
                          <a:ea typeface="微软雅黑" panose="020B0503020204020204" pitchFamily="34" charset="-122"/>
                          <a:sym typeface="+mn-ea"/>
                        </a:rPr>
                        <a:t>Conveyor line flow buffer</a:t>
                      </a:r>
                    </a:p>
                  </a:txBody>
                  <a:tcPr anchor="ctr"/>
                </a:tc>
                <a:extLst>
                  <a:ext uri="{0D108BD9-81ED-4DB2-BD59-A6C34878D82A}">
                    <a16:rowId xmlns:a16="http://schemas.microsoft.com/office/drawing/2014/main" val="10001"/>
                  </a:ext>
                </a:extLst>
              </a:tr>
              <a:tr h="274320">
                <a:tc>
                  <a:txBody>
                    <a:bodyPr/>
                    <a:lstStyle/>
                    <a:p>
                      <a:pPr algn="ctr"/>
                      <a:r>
                        <a:rPr lang="en-US" altLang="zh-CN" sz="1200" dirty="0">
                          <a:latin typeface="微软雅黑" panose="020B0503020204020204" pitchFamily="34" charset="-122"/>
                          <a:ea typeface="微软雅黑" panose="020B0503020204020204" pitchFamily="34" charset="-122"/>
                        </a:rPr>
                        <a:t>2</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lvl="0" algn="ctr">
                        <a:buClrTx/>
                        <a:buSzTx/>
                        <a:buFontTx/>
                      </a:pPr>
                      <a:r>
                        <a:rPr lang="en-US" altLang="zh-CN" sz="1200" dirty="0">
                          <a:solidFill>
                            <a:schemeClr val="tx1"/>
                          </a:solidFill>
                          <a:latin typeface="微软雅黑" panose="020B0503020204020204" pitchFamily="34" charset="-122"/>
                          <a:ea typeface="微软雅黑" panose="020B0503020204020204" pitchFamily="34" charset="-122"/>
                          <a:sym typeface="+mn-ea"/>
                        </a:rPr>
                        <a:t>Infeed conveyor line</a:t>
                      </a:r>
                    </a:p>
                  </a:txBody>
                  <a:tcPr anchor="ctr"/>
                </a:tc>
                <a:extLst>
                  <a:ext uri="{0D108BD9-81ED-4DB2-BD59-A6C34878D82A}">
                    <a16:rowId xmlns:a16="http://schemas.microsoft.com/office/drawing/2014/main" val="10002"/>
                  </a:ext>
                </a:extLst>
              </a:tr>
              <a:tr h="274320">
                <a:tc>
                  <a:txBody>
                    <a:bodyPr/>
                    <a:lstStyle/>
                    <a:p>
                      <a:pPr algn="ctr">
                        <a:buNone/>
                      </a:pPr>
                      <a:r>
                        <a:rPr lang="en-US" altLang="zh-CN" sz="1200" dirty="0">
                          <a:latin typeface="微软雅黑" panose="020B0503020204020204" pitchFamily="34" charset="-122"/>
                          <a:ea typeface="微软雅黑" panose="020B0503020204020204" pitchFamily="34" charset="-122"/>
                        </a:rPr>
                        <a:t>3</a:t>
                      </a:r>
                    </a:p>
                  </a:txBody>
                  <a:tcPr anchor="ctr"/>
                </a:tc>
                <a:tc>
                  <a:txBody>
                    <a:bodyPr/>
                    <a:lstStyle/>
                    <a:p>
                      <a:pPr lvl="0" algn="ctr">
                        <a:buClrTx/>
                        <a:buSzTx/>
                        <a:buFontTx/>
                      </a:pPr>
                      <a:r>
                        <a:rPr lang="en-US" altLang="zh-CN" sz="1200" dirty="0">
                          <a:solidFill>
                            <a:schemeClr val="tx1"/>
                          </a:solidFill>
                          <a:latin typeface="微软雅黑" panose="020B0503020204020204" pitchFamily="34" charset="-122"/>
                          <a:ea typeface="微软雅黑" panose="020B0503020204020204" pitchFamily="34" charset="-122"/>
                          <a:sym typeface="+mn-ea"/>
                        </a:rPr>
                        <a:t>Position the component(Clamp the PCBA board)</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a:txBody>
                  <a:tcPr anchor="ctr"/>
                </a:tc>
                <a:extLst>
                  <a:ext uri="{0D108BD9-81ED-4DB2-BD59-A6C34878D82A}">
                    <a16:rowId xmlns:a16="http://schemas.microsoft.com/office/drawing/2014/main" val="10003"/>
                  </a:ext>
                </a:extLst>
              </a:tr>
              <a:tr h="274320">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cs typeface="+mn-cs"/>
                          <a:sym typeface="Gill Sans"/>
                        </a:rPr>
                        <a:t>4</a:t>
                      </a:r>
                    </a:p>
                  </a:txBody>
                  <a:tcPr anchor="ctr"/>
                </a:tc>
                <a:tc>
                  <a:txBody>
                    <a:bodyPr/>
                    <a:lstStyle/>
                    <a:p>
                      <a:pPr lvl="0" algn="l">
                        <a:buClrTx/>
                        <a:buSzTx/>
                        <a:buFontTx/>
                      </a:pPr>
                      <a:r>
                        <a:rPr lang="en-US" altLang="zh-CN" sz="1200" dirty="0">
                          <a:solidFill>
                            <a:schemeClr val="tx1"/>
                          </a:solidFill>
                          <a:latin typeface="微软雅黑" panose="020B0503020204020204" pitchFamily="34" charset="-122"/>
                          <a:ea typeface="微软雅黑" panose="020B0503020204020204" pitchFamily="34" charset="-122"/>
                          <a:sym typeface="Gill Sans"/>
                        </a:rPr>
                        <a:t>Robot</a:t>
                      </a:r>
                    </a:p>
                  </a:txBody>
                  <a:tcPr anchor="ctr"/>
                </a:tc>
                <a:extLst>
                  <a:ext uri="{0D108BD9-81ED-4DB2-BD59-A6C34878D82A}">
                    <a16:rowId xmlns:a16="http://schemas.microsoft.com/office/drawing/2014/main" val="10004"/>
                  </a:ext>
                </a:extLst>
              </a:tr>
              <a:tr h="274320">
                <a:tc>
                  <a:txBody>
                    <a:bodyPr/>
                    <a:lstStyle/>
                    <a:p>
                      <a:pPr algn="ctr">
                        <a:buNone/>
                      </a:pPr>
                      <a:r>
                        <a:rPr lang="en-US" altLang="zh-CN" sz="1200" dirty="0">
                          <a:solidFill>
                            <a:schemeClr val="tx1"/>
                          </a:solidFill>
                          <a:latin typeface="微软雅黑" panose="020B0503020204020204" pitchFamily="34" charset="-122"/>
                          <a:ea typeface="微软雅黑" panose="020B0503020204020204" pitchFamily="34" charset="-122"/>
                          <a:cs typeface="+mn-cs"/>
                          <a:sym typeface="Gill Sans"/>
                        </a:rPr>
                        <a:t>5</a:t>
                      </a:r>
                    </a:p>
                  </a:txBody>
                  <a:tcPr anchor="ctr"/>
                </a:tc>
                <a:tc>
                  <a:txBody>
                    <a:bodyPr/>
                    <a:lstStyle/>
                    <a:p>
                      <a:pPr lvl="0" algn="l">
                        <a:buClrTx/>
                        <a:buSzTx/>
                        <a:buFontTx/>
                      </a:pPr>
                      <a:r>
                        <a:rPr lang="en-US" altLang="zh-CN" sz="1200" dirty="0">
                          <a:solidFill>
                            <a:schemeClr val="tx1"/>
                          </a:solidFill>
                          <a:latin typeface="微软雅黑" panose="020B0503020204020204" pitchFamily="34" charset="-122"/>
                          <a:ea typeface="微软雅黑" panose="020B0503020204020204" pitchFamily="34" charset="-122"/>
                          <a:sym typeface="+mn-ea"/>
                        </a:rPr>
                        <a:t>Bidding machine (feeding)</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a:txBody>
                  <a:tcPr anchor="ctr"/>
                </a:tc>
                <a:extLst>
                  <a:ext uri="{0D108BD9-81ED-4DB2-BD59-A6C34878D82A}">
                    <a16:rowId xmlns:a16="http://schemas.microsoft.com/office/drawing/2014/main" val="10005"/>
                  </a:ext>
                </a:extLst>
              </a:tr>
              <a:tr h="131509">
                <a:tc>
                  <a:txBody>
                    <a:bodyPr/>
                    <a:lstStyle/>
                    <a:p>
                      <a:pPr algn="ctr"/>
                      <a:r>
                        <a:rPr lang="en-US" sz="1200" dirty="0">
                          <a:solidFill>
                            <a:schemeClr val="tx1"/>
                          </a:solidFill>
                          <a:latin typeface="微软雅黑" panose="020B0503020204020204" pitchFamily="34" charset="-122"/>
                          <a:ea typeface="微软雅黑" panose="020B0503020204020204" pitchFamily="34" charset="-122"/>
                          <a:cs typeface="+mn-cs"/>
                          <a:sym typeface="Gill Sans"/>
                        </a:rPr>
                        <a:t>6</a:t>
                      </a:r>
                    </a:p>
                  </a:txBody>
                  <a:tcPr anchor="ctr"/>
                </a:tc>
                <a:tc>
                  <a:txBody>
                    <a:bodyPr/>
                    <a:lstStyle/>
                    <a:p>
                      <a:pPr lvl="0" algn="l">
                        <a:buClrTx/>
                        <a:buSzTx/>
                        <a:buFontTx/>
                      </a:pPr>
                      <a:r>
                        <a:rPr lang="en-US" altLang="zh-CN" sz="1200" dirty="0">
                          <a:solidFill>
                            <a:schemeClr val="tx1"/>
                          </a:solidFill>
                          <a:latin typeface="微软雅黑" panose="020B0503020204020204" pitchFamily="34" charset="-122"/>
                          <a:ea typeface="微软雅黑" panose="020B0503020204020204" pitchFamily="34" charset="-122"/>
                          <a:sym typeface="+mn-ea"/>
                        </a:rPr>
                        <a:t>under CCD components(Label fills </a:t>
                      </a:r>
                      <a:r>
                        <a:rPr lang="zh-CN" altLang="en-US" sz="1200" dirty="0">
                          <a:solidFill>
                            <a:schemeClr val="tx1"/>
                          </a:solidFill>
                          <a:latin typeface="微软雅黑" panose="020B0503020204020204" pitchFamily="34" charset="-122"/>
                          <a:ea typeface="微软雅黑" panose="020B0503020204020204" pitchFamily="34" charset="-122"/>
                          <a:sym typeface="+mn-ea"/>
                        </a:rPr>
                        <a:t>）</a:t>
                      </a:r>
                    </a:p>
                  </a:txBody>
                  <a:tcPr anchor="ctr"/>
                </a:tc>
                <a:extLst>
                  <a:ext uri="{0D108BD9-81ED-4DB2-BD59-A6C34878D82A}">
                    <a16:rowId xmlns:a16="http://schemas.microsoft.com/office/drawing/2014/main" val="10006"/>
                  </a:ext>
                </a:extLst>
              </a:tr>
              <a:tr h="274320">
                <a:tc>
                  <a:txBody>
                    <a:bodyPr/>
                    <a:lstStyle/>
                    <a:p>
                      <a:pPr algn="ctr">
                        <a:buNone/>
                      </a:pPr>
                      <a:r>
                        <a:rPr lang="en-US" altLang="en-US" sz="1200" dirty="0">
                          <a:solidFill>
                            <a:schemeClr val="tx1"/>
                          </a:solidFill>
                          <a:latin typeface="微软雅黑" panose="020B0503020204020204" pitchFamily="34" charset="-122"/>
                          <a:ea typeface="微软雅黑" panose="020B0503020204020204" pitchFamily="34" charset="-122"/>
                          <a:cs typeface="+mn-cs"/>
                          <a:sym typeface="Gill Sans"/>
                        </a:rPr>
                        <a:t>7</a:t>
                      </a:r>
                    </a:p>
                  </a:txBody>
                  <a:tcPr anchor="ctr"/>
                </a:tc>
                <a:tc>
                  <a:txBody>
                    <a:bodyPr/>
                    <a:lstStyle/>
                    <a:p>
                      <a:r>
                        <a:rPr lang="en-US" altLang="zh-CN" sz="1200" dirty="0">
                          <a:solidFill>
                            <a:schemeClr val="tx1"/>
                          </a:solidFill>
                          <a:latin typeface="微软雅黑" panose="020B0503020204020204" pitchFamily="34" charset="-122"/>
                          <a:ea typeface="微软雅黑" panose="020B0503020204020204" pitchFamily="34" charset="-122"/>
                          <a:sym typeface="+mn-ea"/>
                        </a:rPr>
                        <a:t>Upper CCD &amp; Reclaiming Assembly(Product positioning </a:t>
                      </a:r>
                      <a:r>
                        <a:rPr lang="zh-CN" altLang="en-US" sz="1200" dirty="0">
                          <a:solidFill>
                            <a:schemeClr val="tx1"/>
                          </a:solidFill>
                          <a:latin typeface="微软雅黑" panose="020B0503020204020204" pitchFamily="34" charset="-122"/>
                          <a:ea typeface="微软雅黑" panose="020B0503020204020204" pitchFamily="34" charset="-122"/>
                          <a:sym typeface="+mn-ea"/>
                        </a:rPr>
                        <a:t>）</a:t>
                      </a:r>
                    </a:p>
                  </a:txBody>
                  <a:tcPr anchor="ctr"/>
                </a:tc>
                <a:extLst>
                  <a:ext uri="{0D108BD9-81ED-4DB2-BD59-A6C34878D82A}">
                    <a16:rowId xmlns:a16="http://schemas.microsoft.com/office/drawing/2014/main" val="10007"/>
                  </a:ext>
                </a:extLst>
              </a:tr>
              <a:tr h="293370">
                <a:tc>
                  <a:txBody>
                    <a:bodyPr/>
                    <a:lstStyle/>
                    <a:p>
                      <a:pPr algn="ctr">
                        <a:buNone/>
                      </a:pPr>
                      <a:r>
                        <a:rPr lang="en-US" altLang="en-US" sz="1200" dirty="0">
                          <a:solidFill>
                            <a:schemeClr val="tx1"/>
                          </a:solidFill>
                          <a:latin typeface="微软雅黑" panose="020B0503020204020204" pitchFamily="34" charset="-122"/>
                          <a:ea typeface="微软雅黑" panose="020B0503020204020204" pitchFamily="34" charset="-122"/>
                          <a:cs typeface="+mn-cs"/>
                          <a:sym typeface="Gill Sans"/>
                        </a:rPr>
                        <a:t>8</a:t>
                      </a:r>
                    </a:p>
                  </a:txBody>
                  <a:tcPr anchor="ctr"/>
                </a:tc>
                <a:tc>
                  <a:txBody>
                    <a:bodyPr/>
                    <a:lstStyle/>
                    <a:p>
                      <a:pPr lvl="0" algn="l">
                        <a:buClrTx/>
                        <a:buSzTx/>
                        <a:buFontTx/>
                      </a:pPr>
                      <a:r>
                        <a:rPr lang="en-US" altLang="zh-CN" sz="1200" dirty="0">
                          <a:solidFill>
                            <a:schemeClr val="tx1"/>
                          </a:solidFill>
                          <a:latin typeface="微软雅黑" panose="020B0503020204020204" pitchFamily="34" charset="-122"/>
                          <a:ea typeface="微软雅黑" panose="020B0503020204020204" pitchFamily="34" charset="-122"/>
                          <a:sym typeface="+mn-ea"/>
                        </a:rPr>
                        <a:t>Buffer after the flow of the conveyor line</a:t>
                      </a:r>
                    </a:p>
                  </a:txBody>
                  <a:tcPr anchor="ctr"/>
                </a:tc>
                <a:extLst>
                  <a:ext uri="{0D108BD9-81ED-4DB2-BD59-A6C34878D82A}">
                    <a16:rowId xmlns:a16="http://schemas.microsoft.com/office/drawing/2014/main" val="10008"/>
                  </a:ext>
                </a:extLst>
              </a:tr>
            </a:tbl>
          </a:graphicData>
        </a:graphic>
      </p:graphicFrame>
      <p:grpSp>
        <p:nvGrpSpPr>
          <p:cNvPr id="62" name="组合 61"/>
          <p:cNvGrpSpPr/>
          <p:nvPr>
            <p:custDataLst>
              <p:tags r:id="rId18"/>
            </p:custDataLst>
          </p:nvPr>
        </p:nvGrpSpPr>
        <p:grpSpPr>
          <a:xfrm>
            <a:off x="4616216" y="5325009"/>
            <a:ext cx="1935480" cy="188595"/>
            <a:chOff x="435" y="4323"/>
            <a:chExt cx="3048" cy="297"/>
          </a:xfrm>
        </p:grpSpPr>
        <p:sp>
          <p:nvSpPr>
            <p:cNvPr id="63" name="椭圆 62"/>
            <p:cNvSpPr/>
            <p:nvPr>
              <p:custDataLst>
                <p:tags r:id="rId20"/>
              </p:custDataLst>
            </p:nvPr>
          </p:nvSpPr>
          <p:spPr>
            <a:xfrm>
              <a:off x="435" y="4323"/>
              <a:ext cx="300" cy="297"/>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1</a:t>
              </a:r>
            </a:p>
          </p:txBody>
        </p:sp>
        <p:sp>
          <p:nvSpPr>
            <p:cNvPr id="64" name="圆角矩形 12"/>
            <p:cNvSpPr/>
            <p:nvPr>
              <p:custDataLst>
                <p:tags r:id="rId21"/>
              </p:custDataLst>
            </p:nvPr>
          </p:nvSpPr>
          <p:spPr>
            <a:xfrm>
              <a:off x="642" y="4349"/>
              <a:ext cx="2841" cy="271"/>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r>
                <a:rPr lang="en-US" altLang="zh-CN" sz="1300" dirty="0">
                  <a:solidFill>
                    <a:schemeClr val="tx1"/>
                  </a:solidFill>
                  <a:latin typeface="微软雅黑" panose="020B0503020204020204" pitchFamily="34" charset="-122"/>
                  <a:ea typeface="微软雅黑" panose="020B0503020204020204" pitchFamily="34" charset="-122"/>
                  <a:sym typeface="+mn-ea"/>
                </a:rPr>
                <a:t>Conveyor line flow buffer</a:t>
              </a:r>
            </a:p>
          </p:txBody>
        </p:sp>
      </p:grpSp>
      <p:cxnSp>
        <p:nvCxnSpPr>
          <p:cNvPr id="65" name="直接箭头连接符 64"/>
          <p:cNvCxnSpPr/>
          <p:nvPr>
            <p:custDataLst>
              <p:tags r:id="rId19"/>
            </p:custDataLst>
          </p:nvPr>
        </p:nvCxnSpPr>
        <p:spPr>
          <a:xfrm flipH="1" flipV="1">
            <a:off x="1484768" y="4898296"/>
            <a:ext cx="3110328" cy="530197"/>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9"/>
          <a:stretch>
            <a:fillRect/>
          </a:stretch>
        </p:blipFill>
        <p:spPr>
          <a:xfrm>
            <a:off x="2547620" y="1181100"/>
            <a:ext cx="5849620" cy="5123180"/>
          </a:xfrm>
          <a:prstGeom prst="rect">
            <a:avLst/>
          </a:prstGeom>
        </p:spPr>
      </p:pic>
      <p:sp>
        <p:nvSpPr>
          <p:cNvPr id="5"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4. Machine layout</a:t>
            </a:r>
            <a:endParaRPr lang="en-US" altLang="zh-CN" dirty="0">
              <a:latin typeface="+mn-lt"/>
            </a:endParaRPr>
          </a:p>
        </p:txBody>
      </p:sp>
      <p:grpSp>
        <p:nvGrpSpPr>
          <p:cNvPr id="41" name="组合 40"/>
          <p:cNvGrpSpPr/>
          <p:nvPr/>
        </p:nvGrpSpPr>
        <p:grpSpPr>
          <a:xfrm>
            <a:off x="318859" y="4451174"/>
            <a:ext cx="1844040" cy="342900"/>
            <a:chOff x="1790" y="3565"/>
            <a:chExt cx="2904" cy="540"/>
          </a:xfrm>
        </p:grpSpPr>
        <p:sp>
          <p:nvSpPr>
            <p:cNvPr id="31" name="圆角矩形 12"/>
            <p:cNvSpPr/>
            <p:nvPr/>
          </p:nvSpPr>
          <p:spPr>
            <a:xfrm>
              <a:off x="2432" y="3646"/>
              <a:ext cx="2262" cy="378"/>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pPr>
              <a:r>
                <a:rPr lang="en-US" altLang="zh-CN" sz="1300" dirty="0">
                  <a:solidFill>
                    <a:schemeClr val="tx1"/>
                  </a:solidFill>
                </a:rPr>
                <a:t>Infeed conveyor line</a:t>
              </a:r>
            </a:p>
          </p:txBody>
        </p:sp>
        <p:sp>
          <p:nvSpPr>
            <p:cNvPr id="9" name="椭圆 8"/>
            <p:cNvSpPr/>
            <p:nvPr/>
          </p:nvSpPr>
          <p:spPr>
            <a:xfrm>
              <a:off x="1790" y="3565"/>
              <a:ext cx="518" cy="540"/>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1</a:t>
              </a:r>
            </a:p>
          </p:txBody>
        </p:sp>
      </p:grpSp>
      <p:sp>
        <p:nvSpPr>
          <p:cNvPr id="7"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9</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2"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grpSp>
        <p:nvGrpSpPr>
          <p:cNvPr id="58" name="组合 57"/>
          <p:cNvGrpSpPr/>
          <p:nvPr/>
        </p:nvGrpSpPr>
        <p:grpSpPr>
          <a:xfrm>
            <a:off x="263654" y="1029312"/>
            <a:ext cx="1838960" cy="342900"/>
            <a:chOff x="1790" y="3565"/>
            <a:chExt cx="2896" cy="540"/>
          </a:xfrm>
        </p:grpSpPr>
        <p:sp>
          <p:nvSpPr>
            <p:cNvPr id="60" name="圆角矩形 12"/>
            <p:cNvSpPr/>
            <p:nvPr/>
          </p:nvSpPr>
          <p:spPr>
            <a:xfrm>
              <a:off x="2432" y="3646"/>
              <a:ext cx="2254" cy="378"/>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zh-CN" sz="1400" dirty="0">
                  <a:solidFill>
                    <a:schemeClr val="tx1"/>
                  </a:solidFill>
                  <a:latin typeface="微软雅黑" panose="020B0503020204020204" pitchFamily="34" charset="-122"/>
                  <a:ea typeface="微软雅黑" panose="020B0503020204020204" pitchFamily="34" charset="-122"/>
                  <a:cs typeface="+mn-cs"/>
                  <a:sym typeface="Gill Sans"/>
                </a:rPr>
                <a:t>Robot </a:t>
              </a:r>
              <a:endParaRPr lang="zh-CN" altLang="en-US" sz="1300" dirty="0">
                <a:solidFill>
                  <a:schemeClr val="tx1"/>
                </a:solidFill>
              </a:endParaRPr>
            </a:p>
          </p:txBody>
        </p:sp>
        <p:sp>
          <p:nvSpPr>
            <p:cNvPr id="61" name="椭圆 60"/>
            <p:cNvSpPr/>
            <p:nvPr/>
          </p:nvSpPr>
          <p:spPr>
            <a:xfrm>
              <a:off x="1790" y="3565"/>
              <a:ext cx="518" cy="540"/>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2</a:t>
              </a:r>
            </a:p>
          </p:txBody>
        </p:sp>
      </p:grpSp>
      <p:grpSp>
        <p:nvGrpSpPr>
          <p:cNvPr id="10" name="组合 9"/>
          <p:cNvGrpSpPr/>
          <p:nvPr/>
        </p:nvGrpSpPr>
        <p:grpSpPr>
          <a:xfrm>
            <a:off x="9980172" y="2957260"/>
            <a:ext cx="1938980" cy="1784388"/>
            <a:chOff x="9765900" y="3285736"/>
            <a:chExt cx="1938980" cy="1784388"/>
          </a:xfrm>
        </p:grpSpPr>
        <p:pic>
          <p:nvPicPr>
            <p:cNvPr id="17" name="图片 16"/>
            <p:cNvPicPr>
              <a:picLocks noChangeAspect="1"/>
            </p:cNvPicPr>
            <p:nvPr/>
          </p:nvPicPr>
          <p:blipFill>
            <a:blip r:embed="rId10"/>
            <a:stretch>
              <a:fillRect/>
            </a:stretch>
          </p:blipFill>
          <p:spPr>
            <a:xfrm>
              <a:off x="9937119" y="3633582"/>
              <a:ext cx="1767761" cy="1436542"/>
            </a:xfrm>
            <a:prstGeom prst="rect">
              <a:avLst/>
            </a:prstGeom>
          </p:spPr>
        </p:pic>
        <p:grpSp>
          <p:nvGrpSpPr>
            <p:cNvPr id="26" name="组合 25"/>
            <p:cNvGrpSpPr/>
            <p:nvPr/>
          </p:nvGrpSpPr>
          <p:grpSpPr>
            <a:xfrm>
              <a:off x="9765900" y="3285736"/>
              <a:ext cx="1844040" cy="342900"/>
              <a:chOff x="1790" y="3565"/>
              <a:chExt cx="2904" cy="540"/>
            </a:xfrm>
          </p:grpSpPr>
          <p:sp>
            <p:nvSpPr>
              <p:cNvPr id="27" name="圆角矩形 12"/>
              <p:cNvSpPr/>
              <p:nvPr/>
            </p:nvSpPr>
            <p:spPr>
              <a:xfrm>
                <a:off x="2432" y="3646"/>
                <a:ext cx="2262" cy="378"/>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pPr>
                <a:r>
                  <a:rPr lang="en-US" altLang="zh-CN" sz="1300" dirty="0">
                    <a:solidFill>
                      <a:schemeClr val="tx1"/>
                    </a:solidFill>
                  </a:rPr>
                  <a:t>Bid dispenser</a:t>
                </a:r>
              </a:p>
            </p:txBody>
          </p:sp>
          <p:sp>
            <p:nvSpPr>
              <p:cNvPr id="28" name="椭圆 27"/>
              <p:cNvSpPr/>
              <p:nvPr/>
            </p:nvSpPr>
            <p:spPr>
              <a:xfrm>
                <a:off x="1790" y="3565"/>
                <a:ext cx="518" cy="540"/>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4</a:t>
                </a:r>
              </a:p>
            </p:txBody>
          </p:sp>
        </p:grpSp>
      </p:grpSp>
      <p:grpSp>
        <p:nvGrpSpPr>
          <p:cNvPr id="29" name="组合 28"/>
          <p:cNvGrpSpPr/>
          <p:nvPr/>
        </p:nvGrpSpPr>
        <p:grpSpPr>
          <a:xfrm>
            <a:off x="8913116" y="4919424"/>
            <a:ext cx="1844040" cy="342900"/>
            <a:chOff x="1790" y="3565"/>
            <a:chExt cx="2904" cy="540"/>
          </a:xfrm>
        </p:grpSpPr>
        <p:sp>
          <p:nvSpPr>
            <p:cNvPr id="30" name="圆角矩形 12"/>
            <p:cNvSpPr/>
            <p:nvPr/>
          </p:nvSpPr>
          <p:spPr>
            <a:xfrm>
              <a:off x="2432" y="3646"/>
              <a:ext cx="2262" cy="378"/>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pPr>
              <a:r>
                <a:rPr lang="en-US" altLang="zh-CN" sz="1300" dirty="0">
                  <a:solidFill>
                    <a:schemeClr val="tx1"/>
                  </a:solidFill>
                </a:rPr>
                <a:t>Under CCD</a:t>
              </a:r>
            </a:p>
          </p:txBody>
        </p:sp>
        <p:sp>
          <p:nvSpPr>
            <p:cNvPr id="32" name="椭圆 31"/>
            <p:cNvSpPr/>
            <p:nvPr/>
          </p:nvSpPr>
          <p:spPr>
            <a:xfrm>
              <a:off x="1790" y="3565"/>
              <a:ext cx="518" cy="540"/>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5</a:t>
              </a:r>
            </a:p>
          </p:txBody>
        </p:sp>
      </p:grpSp>
      <p:grpSp>
        <p:nvGrpSpPr>
          <p:cNvPr id="33" name="组合 32"/>
          <p:cNvGrpSpPr/>
          <p:nvPr/>
        </p:nvGrpSpPr>
        <p:grpSpPr>
          <a:xfrm>
            <a:off x="7986395" y="838200"/>
            <a:ext cx="2439035" cy="342900"/>
            <a:chOff x="1790" y="3565"/>
            <a:chExt cx="3623" cy="540"/>
          </a:xfrm>
        </p:grpSpPr>
        <p:sp>
          <p:nvSpPr>
            <p:cNvPr id="34" name="圆角矩形 12"/>
            <p:cNvSpPr/>
            <p:nvPr/>
          </p:nvSpPr>
          <p:spPr>
            <a:xfrm>
              <a:off x="2432" y="3646"/>
              <a:ext cx="2981" cy="378"/>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zh-CN" sz="1300" dirty="0">
                  <a:solidFill>
                    <a:schemeClr val="tx1"/>
                  </a:solidFill>
                </a:rPr>
                <a:t>Upper CCD &amp; Reclaiming Assembly</a:t>
              </a:r>
            </a:p>
          </p:txBody>
        </p:sp>
        <p:sp>
          <p:nvSpPr>
            <p:cNvPr id="35" name="椭圆 34"/>
            <p:cNvSpPr/>
            <p:nvPr/>
          </p:nvSpPr>
          <p:spPr>
            <a:xfrm>
              <a:off x="1790" y="3565"/>
              <a:ext cx="518" cy="540"/>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3</a:t>
              </a:r>
            </a:p>
          </p:txBody>
        </p:sp>
      </p:grpSp>
      <p:cxnSp>
        <p:nvCxnSpPr>
          <p:cNvPr id="36" name="肘形连接符 36"/>
          <p:cNvCxnSpPr>
            <a:stCxn id="40" idx="3"/>
          </p:cNvCxnSpPr>
          <p:nvPr>
            <p:custDataLst>
              <p:tags r:id="rId2"/>
            </p:custDataLst>
          </p:nvPr>
        </p:nvCxnSpPr>
        <p:spPr>
          <a:xfrm flipV="1">
            <a:off x="3018701" y="5019070"/>
            <a:ext cx="2338159" cy="350418"/>
          </a:xfrm>
          <a:prstGeom prst="bentConnector3">
            <a:avLst>
              <a:gd name="adj1" fmla="val 50000"/>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37" name="肘形连接符 36"/>
          <p:cNvCxnSpPr/>
          <p:nvPr>
            <p:custDataLst>
              <p:tags r:id="rId3"/>
            </p:custDataLst>
          </p:nvPr>
        </p:nvCxnSpPr>
        <p:spPr>
          <a:xfrm rot="10800000">
            <a:off x="7466965" y="5642610"/>
            <a:ext cx="2681605" cy="354330"/>
          </a:xfrm>
          <a:prstGeom prst="bentConnector3">
            <a:avLst>
              <a:gd name="adj1" fmla="val 49988"/>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42" name="肘形连接符 36"/>
          <p:cNvCxnSpPr/>
          <p:nvPr>
            <p:custDataLst>
              <p:tags r:id="rId4"/>
            </p:custDataLst>
          </p:nvPr>
        </p:nvCxnSpPr>
        <p:spPr>
          <a:xfrm>
            <a:off x="2994649" y="2009456"/>
            <a:ext cx="2362211" cy="497525"/>
          </a:xfrm>
          <a:prstGeom prst="bentConnector3">
            <a:avLst>
              <a:gd name="adj1" fmla="val 50000"/>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52" name="肘形连接符 36"/>
          <p:cNvCxnSpPr>
            <a:stCxn id="17" idx="1"/>
          </p:cNvCxnSpPr>
          <p:nvPr>
            <p:custDataLst>
              <p:tags r:id="rId5"/>
            </p:custDataLst>
          </p:nvPr>
        </p:nvCxnSpPr>
        <p:spPr>
          <a:xfrm rot="10800000" flipV="1">
            <a:off x="6785610" y="4023360"/>
            <a:ext cx="3364865" cy="55880"/>
          </a:xfrm>
          <a:prstGeom prst="bentConnector3">
            <a:avLst>
              <a:gd name="adj1" fmla="val 4999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56" name="肘形连接符 36"/>
          <p:cNvCxnSpPr>
            <a:stCxn id="11" idx="1"/>
          </p:cNvCxnSpPr>
          <p:nvPr>
            <p:custDataLst>
              <p:tags r:id="rId6"/>
            </p:custDataLst>
          </p:nvPr>
        </p:nvCxnSpPr>
        <p:spPr>
          <a:xfrm rot="10800000" flipV="1">
            <a:off x="7677150" y="2174240"/>
            <a:ext cx="899795" cy="794385"/>
          </a:xfrm>
          <a:prstGeom prst="bentConnector3">
            <a:avLst>
              <a:gd name="adj1" fmla="val 49965"/>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pic>
        <p:nvPicPr>
          <p:cNvPr id="38" name="图片 37"/>
          <p:cNvPicPr>
            <a:picLocks noChangeAspect="1"/>
          </p:cNvPicPr>
          <p:nvPr/>
        </p:nvPicPr>
        <p:blipFill>
          <a:blip r:embed="rId11"/>
          <a:stretch>
            <a:fillRect/>
          </a:stretch>
        </p:blipFill>
        <p:spPr>
          <a:xfrm>
            <a:off x="10425216" y="4911507"/>
            <a:ext cx="586878" cy="1480395"/>
          </a:xfrm>
          <a:prstGeom prst="rect">
            <a:avLst/>
          </a:prstGeom>
        </p:spPr>
      </p:pic>
      <p:pic>
        <p:nvPicPr>
          <p:cNvPr id="6" name="图片 5"/>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14680" y="1372235"/>
            <a:ext cx="1417320" cy="1770380"/>
          </a:xfrm>
          <a:prstGeom prst="rect">
            <a:avLst/>
          </a:prstGeom>
        </p:spPr>
      </p:pic>
      <p:pic>
        <p:nvPicPr>
          <p:cNvPr id="12" name="图片 11"/>
          <p:cNvPicPr>
            <a:picLocks noChangeAspect="1"/>
          </p:cNvPicPr>
          <p:nvPr/>
        </p:nvPicPr>
        <p:blipFill>
          <a:blip r:embed="rId13"/>
          <a:stretch>
            <a:fillRect/>
          </a:stretch>
        </p:blipFill>
        <p:spPr>
          <a:xfrm>
            <a:off x="263525" y="4911725"/>
            <a:ext cx="2354580" cy="1245870"/>
          </a:xfrm>
          <a:prstGeom prst="rect">
            <a:avLst/>
          </a:prstGeom>
        </p:spPr>
      </p:pic>
      <p:pic>
        <p:nvPicPr>
          <p:cNvPr id="14" name="图片 13"/>
          <p:cNvPicPr>
            <a:picLocks noChangeAspect="1"/>
          </p:cNvPicPr>
          <p:nvPr/>
        </p:nvPicPr>
        <p:blipFill>
          <a:blip r:embed="rId14"/>
          <a:stretch>
            <a:fillRect/>
          </a:stretch>
        </p:blipFill>
        <p:spPr>
          <a:xfrm>
            <a:off x="8729345" y="1232535"/>
            <a:ext cx="1506220" cy="14954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2"/>
          <a:stretch>
            <a:fillRect/>
          </a:stretch>
        </p:blipFill>
        <p:spPr>
          <a:xfrm>
            <a:off x="5880100" y="1412875"/>
            <a:ext cx="5770880" cy="3665855"/>
          </a:xfrm>
          <a:prstGeom prst="rect">
            <a:avLst/>
          </a:prstGeom>
        </p:spPr>
      </p:pic>
      <p:pic>
        <p:nvPicPr>
          <p:cNvPr id="2" name="图片 1"/>
          <p:cNvPicPr>
            <a:picLocks noChangeAspect="1"/>
          </p:cNvPicPr>
          <p:nvPr/>
        </p:nvPicPr>
        <p:blipFill>
          <a:blip r:embed="rId23"/>
          <a:stretch>
            <a:fillRect/>
          </a:stretch>
        </p:blipFill>
        <p:spPr>
          <a:xfrm>
            <a:off x="300990" y="1724025"/>
            <a:ext cx="4401820" cy="3282950"/>
          </a:xfrm>
          <a:prstGeom prst="rect">
            <a:avLst/>
          </a:prstGeom>
        </p:spPr>
      </p:pic>
      <p:sp>
        <p:nvSpPr>
          <p:cNvPr id="36" name="椭圆 35"/>
          <p:cNvSpPr/>
          <p:nvPr>
            <p:custDataLst>
              <p:tags r:id="rId1"/>
            </p:custDataLst>
          </p:nvPr>
        </p:nvSpPr>
        <p:spPr>
          <a:xfrm>
            <a:off x="10295207" y="2760263"/>
            <a:ext cx="645584" cy="1524162"/>
          </a:xfrm>
          <a:prstGeom prst="ellipse">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alibri" panose="020F0502020204030204" charset="0"/>
              <a:cs typeface="Calibri" panose="020F0502020204030204" charset="0"/>
            </a:endParaRPr>
          </a:p>
        </p:txBody>
      </p:sp>
      <p:sp>
        <p:nvSpPr>
          <p:cNvPr id="37" name="圆角矩形标注 6"/>
          <p:cNvSpPr/>
          <p:nvPr/>
        </p:nvSpPr>
        <p:spPr>
          <a:xfrm>
            <a:off x="8127204" y="1000125"/>
            <a:ext cx="2575001" cy="994887"/>
          </a:xfrm>
          <a:prstGeom prst="wedgeRoundRectCallout">
            <a:avLst>
              <a:gd name="adj1" fmla="val 38413"/>
              <a:gd name="adj2" fmla="val 134585"/>
              <a:gd name="adj3" fmla="val 16667"/>
            </a:avLst>
          </a:prstGeom>
          <a:solidFill>
            <a:schemeClr val="bg1"/>
          </a:solidFill>
          <a:ln w="22225" cap="flat" cmpd="sng">
            <a:solidFill>
              <a:srgbClr val="FF0000"/>
            </a:solidFill>
            <a:prstDash val="solid"/>
            <a:round/>
            <a:headEnd type="none" w="med" len="med"/>
            <a:tailEnd type="none" w="med" len="med"/>
          </a:ln>
        </p:spPr>
        <p:txBody>
          <a:bodyPr wrap="none" anchor="ctr" anchorCtr="0"/>
          <a:lstStyle/>
          <a:p>
            <a:pPr algn="ctr"/>
            <a:r>
              <a:rPr lang="en-US" altLang="zh-CN" sz="1200" dirty="0">
                <a:sym typeface="+mn-ea"/>
              </a:rPr>
              <a:t>Due</a:t>
            </a:r>
            <a:r>
              <a:rPr lang="zh-CN" altLang="en-US" sz="1200" dirty="0">
                <a:sym typeface="+mn-ea"/>
              </a:rPr>
              <a:t> </a:t>
            </a:r>
            <a:r>
              <a:rPr lang="en-US" altLang="zh-CN" sz="1200" dirty="0">
                <a:sym typeface="+mn-ea"/>
              </a:rPr>
              <a:t>to</a:t>
            </a:r>
            <a:r>
              <a:rPr lang="zh-CN" altLang="en-US" sz="1200" dirty="0">
                <a:sym typeface="+mn-ea"/>
              </a:rPr>
              <a:t> </a:t>
            </a:r>
            <a:r>
              <a:rPr lang="en-US" altLang="zh-CN" sz="1200" dirty="0">
                <a:sym typeface="+mn-ea"/>
              </a:rPr>
              <a:t>changes</a:t>
            </a:r>
            <a:r>
              <a:rPr lang="zh-CN" altLang="en-US" sz="1200" dirty="0">
                <a:sym typeface="+mn-ea"/>
              </a:rPr>
              <a:t> </a:t>
            </a:r>
            <a:r>
              <a:rPr lang="en-US" altLang="zh-CN" sz="1200" dirty="0">
                <a:sym typeface="+mn-ea"/>
              </a:rPr>
              <a:t>in</a:t>
            </a:r>
            <a:r>
              <a:rPr lang="zh-CN" altLang="en-US" sz="1200" dirty="0">
                <a:sym typeface="+mn-ea"/>
              </a:rPr>
              <a:t> </a:t>
            </a:r>
            <a:r>
              <a:rPr lang="en-US" altLang="zh-CN" sz="1200" dirty="0">
                <a:sym typeface="+mn-ea"/>
              </a:rPr>
              <a:t>the</a:t>
            </a:r>
            <a:r>
              <a:rPr lang="zh-CN" altLang="en-US" sz="1200" dirty="0">
                <a:sym typeface="+mn-ea"/>
              </a:rPr>
              <a:t> </a:t>
            </a:r>
            <a:r>
              <a:rPr lang="en-US" altLang="zh-CN" sz="1200" dirty="0">
                <a:sym typeface="+mn-ea"/>
              </a:rPr>
              <a:t>length </a:t>
            </a:r>
          </a:p>
          <a:p>
            <a:pPr algn="ctr"/>
            <a:r>
              <a:rPr lang="en-US" altLang="zh-CN" sz="1200" dirty="0">
                <a:sym typeface="+mn-ea"/>
              </a:rPr>
              <a:t>of  the PCBA, need to </a:t>
            </a:r>
          </a:p>
          <a:p>
            <a:pPr algn="ctr"/>
            <a:r>
              <a:rPr lang="en-US" altLang="zh-CN" sz="1200" dirty="0">
                <a:sym typeface="+mn-ea"/>
              </a:rPr>
              <a:t>change the blocking block of</a:t>
            </a:r>
          </a:p>
          <a:p>
            <a:pPr algn="ctr"/>
            <a:r>
              <a:rPr lang="en-US" altLang="zh-CN" sz="1200" dirty="0">
                <a:sym typeface="+mn-ea"/>
              </a:rPr>
              <a:t> the blocking cylinder</a:t>
            </a:r>
          </a:p>
        </p:txBody>
      </p:sp>
      <p:sp>
        <p:nvSpPr>
          <p:cNvPr id="13" name="灯片编号占位符 3"/>
          <p:cNvSpPr>
            <a:spLocks noGrp="1" noChangeArrowheads="1"/>
          </p:cNvSpPr>
          <p:nvPr>
            <p:custDataLst>
              <p:tags r:id="rId2"/>
            </p:custDataLst>
          </p:nvPr>
        </p:nvSpPr>
        <p:spPr bwMode="auto">
          <a:xfrm>
            <a:off x="11490234" y="5976703"/>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10</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97" name="文本框 96"/>
          <p:cNvSpPr txBox="1"/>
          <p:nvPr>
            <p:custDataLst>
              <p:tags r:id="rId3"/>
            </p:custDataLst>
          </p:nvPr>
        </p:nvSpPr>
        <p:spPr>
          <a:xfrm>
            <a:off x="301059" y="768252"/>
            <a:ext cx="3337529"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latin typeface="Calibri" panose="020F0502020204030204" charset="0"/>
                <a:cs typeface="Calibri" panose="020F0502020204030204" charset="0"/>
              </a:rPr>
              <a:t>5.1 </a:t>
            </a:r>
            <a:r>
              <a:rPr lang="en-US" altLang="zh-CN" sz="1800" b="1" noProof="0" dirty="0">
                <a:ln>
                  <a:noFill/>
                </a:ln>
                <a:solidFill>
                  <a:prstClr val="black"/>
                </a:solidFill>
                <a:effectLst/>
                <a:uLnTx/>
                <a:uFillTx/>
                <a:latin typeface="Calibri" panose="020F0502020204030204" charset="0"/>
                <a:cs typeface="Calibri" panose="020F0502020204030204" charset="0"/>
                <a:sym typeface="+mn-ea"/>
              </a:rPr>
              <a:t>Feed conveyor line</a:t>
            </a:r>
            <a:endParaRPr lang="zh-CN" altLang="en-US" sz="1800" b="1" dirty="0">
              <a:latin typeface="Calibri" panose="020F0502020204030204" charset="0"/>
              <a:cs typeface="Calibri" panose="020F0502020204030204" charset="0"/>
            </a:endParaRPr>
          </a:p>
        </p:txBody>
      </p:sp>
      <p:sp>
        <p:nvSpPr>
          <p:cNvPr id="99" name="文本框 27"/>
          <p:cNvSpPr txBox="1"/>
          <p:nvPr>
            <p:custDataLst>
              <p:tags r:id="rId4"/>
            </p:custDataLst>
          </p:nvPr>
        </p:nvSpPr>
        <p:spPr bwMode="auto">
          <a:xfrm>
            <a:off x="34926" y="5484739"/>
            <a:ext cx="6934200" cy="1170940"/>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rtlCol="0">
            <a:spAutoFit/>
          </a:bodyPr>
          <a:lstStyle>
            <a:defPPr>
              <a:defRPr lang="zh-TW"/>
            </a:defPPr>
            <a:lvl1pPr>
              <a:spcBef>
                <a:spcPct val="0"/>
              </a:spcBef>
              <a:defRPr sz="1200">
                <a:latin typeface="Arial" panose="020B0604020202020204" pitchFamily="34" charset="0"/>
                <a:ea typeface="微软雅黑" panose="020B0503020204020204" pitchFamily="34" charset="-122"/>
              </a:defRPr>
            </a:lvl1pPr>
          </a:lstStyle>
          <a:p>
            <a:pPr lvl="0" algn="l">
              <a:buClrTx/>
              <a:buSzTx/>
              <a:buFontTx/>
            </a:pPr>
            <a:r>
              <a:rPr sz="1300" dirty="0">
                <a:latin typeface="Calibri" panose="020F0502020204030204" charset="0"/>
                <a:ea typeface="+mj-ea"/>
                <a:cs typeface="Calibri" panose="020F0502020204030204" charset="0"/>
                <a:sym typeface="+mn-ea"/>
              </a:rPr>
              <a:t>PCBA board positioning process:</a:t>
            </a:r>
          </a:p>
          <a:p>
            <a:pPr lvl="0" algn="l">
              <a:buClrTx/>
              <a:buSzTx/>
              <a:buFontTx/>
            </a:pPr>
            <a:r>
              <a:rPr sz="1300" dirty="0">
                <a:latin typeface="Calibri" panose="020F0502020204030204" charset="0"/>
                <a:ea typeface="+mj-ea"/>
                <a:cs typeface="Calibri" panose="020F0502020204030204" charset="0"/>
                <a:sym typeface="+mn-ea"/>
              </a:rPr>
              <a:t>1.The PCBA board flows into the conveyor line, and the CX-461A senses that the conveyor line </a:t>
            </a:r>
          </a:p>
          <a:p>
            <a:pPr lvl="0" algn="l">
              <a:buClrTx/>
              <a:buSzTx/>
              <a:buFontTx/>
            </a:pPr>
            <a:r>
              <a:rPr sz="1300" dirty="0">
                <a:latin typeface="Calibri" panose="020F0502020204030204" charset="0"/>
                <a:ea typeface="+mj-ea"/>
                <a:cs typeface="Calibri" panose="020F0502020204030204" charset="0"/>
                <a:sym typeface="+mn-ea"/>
              </a:rPr>
              <a:t>slows down and blocks the PCBA board from the blocking cylinder.</a:t>
            </a:r>
          </a:p>
          <a:p>
            <a:pPr lvl="0" algn="l">
              <a:buClrTx/>
              <a:buSzTx/>
              <a:buFontTx/>
            </a:pPr>
            <a:r>
              <a:rPr sz="1300" dirty="0">
                <a:latin typeface="Calibri" panose="020F0502020204030204" charset="0"/>
                <a:ea typeface="+mj-ea"/>
                <a:cs typeface="Calibri" panose="020F0502020204030204" charset="0"/>
                <a:sym typeface="+mn-ea"/>
              </a:rPr>
              <a:t>2.The lifting cylinder is pushed out to position the PCBA board.</a:t>
            </a:r>
          </a:p>
          <a:p>
            <a:pPr lvl="0" algn="l">
              <a:buClrTx/>
              <a:buSzTx/>
              <a:buFontTx/>
            </a:pPr>
            <a:endParaRPr sz="1300" dirty="0">
              <a:latin typeface="Calibri" panose="020F0502020204030204" charset="0"/>
              <a:ea typeface="+mj-ea"/>
              <a:cs typeface="Calibri" panose="020F0502020204030204" charset="0"/>
              <a:sym typeface="+mn-ea"/>
            </a:endParaRPr>
          </a:p>
        </p:txBody>
      </p:sp>
      <p:sp>
        <p:nvSpPr>
          <p:cNvPr id="100" name="標題 1"/>
          <p:cNvSpPr txBox="1"/>
          <p:nvPr>
            <p:custDataLst>
              <p:tags r:id="rId5"/>
            </p:custDataLst>
          </p:nvPr>
        </p:nvSpPr>
        <p:spPr>
          <a:xfrm>
            <a:off x="741988" y="145528"/>
            <a:ext cx="9543610" cy="615478"/>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a:defRPr/>
            </a:pPr>
            <a:r>
              <a:rPr lang="en-US" altLang="zh-CN" dirty="0">
                <a:sym typeface="+mn-ea"/>
              </a:rPr>
              <a:t>5. </a:t>
            </a:r>
            <a:r>
              <a:rPr lang="en-US" altLang="zh-CN" sz="3200" dirty="0">
                <a:sym typeface="+mn-ea"/>
              </a:rPr>
              <a:t>The key components</a:t>
            </a:r>
            <a:endParaRPr lang="zh-CN" altLang="en-US" sz="3200" dirty="0"/>
          </a:p>
        </p:txBody>
      </p:sp>
      <p:grpSp>
        <p:nvGrpSpPr>
          <p:cNvPr id="12" name="组合 11"/>
          <p:cNvGrpSpPr/>
          <p:nvPr/>
        </p:nvGrpSpPr>
        <p:grpSpPr>
          <a:xfrm>
            <a:off x="260565" y="1341199"/>
            <a:ext cx="5365112" cy="3915220"/>
            <a:chOff x="393150" y="1022876"/>
            <a:chExt cx="6057464" cy="4224471"/>
          </a:xfrm>
        </p:grpSpPr>
        <p:grpSp>
          <p:nvGrpSpPr>
            <p:cNvPr id="14" name="组合 13"/>
            <p:cNvGrpSpPr/>
            <p:nvPr/>
          </p:nvGrpSpPr>
          <p:grpSpPr>
            <a:xfrm>
              <a:off x="526363" y="1022876"/>
              <a:ext cx="4737100" cy="3667760"/>
              <a:chOff x="1782" y="422"/>
              <a:chExt cx="7460" cy="5776"/>
            </a:xfrm>
          </p:grpSpPr>
          <p:sp>
            <p:nvSpPr>
              <p:cNvPr id="41" name="TextBox 216"/>
              <p:cNvSpPr txBox="1">
                <a:spLocks noChangeArrowheads="1"/>
              </p:cNvSpPr>
              <p:nvPr/>
            </p:nvSpPr>
            <p:spPr bwMode="auto">
              <a:xfrm>
                <a:off x="1782" y="1336"/>
                <a:ext cx="2857" cy="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latin typeface="Calibri" panose="020F0502020204030204" charset="0"/>
                    <a:ea typeface="+mj-ea"/>
                    <a:cs typeface="Calibri" panose="020F0502020204030204" charset="0"/>
                    <a:sym typeface="+mn-ea"/>
                  </a:rPr>
                  <a:t>PCBA in place deceleration sensor</a:t>
                </a:r>
              </a:p>
            </p:txBody>
          </p:sp>
          <p:sp>
            <p:nvSpPr>
              <p:cNvPr id="42" name="TextBox 216"/>
              <p:cNvSpPr txBox="1">
                <a:spLocks noChangeArrowheads="1"/>
              </p:cNvSpPr>
              <p:nvPr>
                <p:custDataLst>
                  <p:tags r:id="rId16"/>
                </p:custDataLst>
              </p:nvPr>
            </p:nvSpPr>
            <p:spPr bwMode="auto">
              <a:xfrm>
                <a:off x="4161" y="422"/>
                <a:ext cx="2450" cy="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latin typeface="Calibri" panose="020F0502020204030204" charset="0"/>
                    <a:ea typeface="+mj-ea"/>
                    <a:cs typeface="Calibri" panose="020F0502020204030204" charset="0"/>
                    <a:sym typeface="+mn-ea"/>
                  </a:rPr>
                  <a:t>PCBA blocking cylinder</a:t>
                </a:r>
              </a:p>
            </p:txBody>
          </p:sp>
          <p:sp>
            <p:nvSpPr>
              <p:cNvPr id="43" name="Shape 78"/>
              <p:cNvSpPr/>
              <p:nvPr>
                <p:custDataLst>
                  <p:tags r:id="rId17"/>
                </p:custDataLst>
              </p:nvPr>
            </p:nvSpPr>
            <p:spPr>
              <a:xfrm rot="10800000">
                <a:off x="6379" y="4721"/>
                <a:ext cx="868" cy="851"/>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sp>
            <p:nvSpPr>
              <p:cNvPr id="44" name="TextBox 216"/>
              <p:cNvSpPr txBox="1">
                <a:spLocks noChangeArrowheads="1"/>
              </p:cNvSpPr>
              <p:nvPr>
                <p:custDataLst>
                  <p:tags r:id="rId18"/>
                </p:custDataLst>
              </p:nvPr>
            </p:nvSpPr>
            <p:spPr bwMode="auto">
              <a:xfrm>
                <a:off x="7121" y="5361"/>
                <a:ext cx="2121" cy="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latin typeface="Calibri" panose="020F0502020204030204" charset="0"/>
                    <a:ea typeface="+mj-ea"/>
                    <a:cs typeface="Calibri" panose="020F0502020204030204" charset="0"/>
                    <a:sym typeface="+mn-ea"/>
                  </a:rPr>
                  <a:t>PCBA jacking cylinder</a:t>
                </a:r>
              </a:p>
            </p:txBody>
          </p:sp>
          <p:sp>
            <p:nvSpPr>
              <p:cNvPr id="45" name="Shape 78"/>
              <p:cNvSpPr/>
              <p:nvPr>
                <p:custDataLst>
                  <p:tags r:id="rId19"/>
                </p:custDataLst>
              </p:nvPr>
            </p:nvSpPr>
            <p:spPr>
              <a:xfrm rot="10800000" flipH="1" flipV="1">
                <a:off x="4161" y="2106"/>
                <a:ext cx="2302" cy="1408"/>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grpSp>
        <p:sp>
          <p:nvSpPr>
            <p:cNvPr id="16" name="TextBox 216"/>
            <p:cNvSpPr txBox="1">
              <a:spLocks noChangeArrowheads="1"/>
            </p:cNvSpPr>
            <p:nvPr/>
          </p:nvSpPr>
          <p:spPr bwMode="auto">
            <a:xfrm>
              <a:off x="393150" y="2501320"/>
              <a:ext cx="756285" cy="296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latin typeface="Calibri" panose="020F0502020204030204" charset="0"/>
                  <a:ea typeface="+mj-ea"/>
                  <a:cs typeface="Calibri" panose="020F0502020204030204" charset="0"/>
                  <a:sym typeface="+mn-ea"/>
                </a:rPr>
                <a:t>Motor</a:t>
              </a:r>
            </a:p>
          </p:txBody>
        </p:sp>
        <p:sp>
          <p:nvSpPr>
            <p:cNvPr id="21" name="Shape 78"/>
            <p:cNvSpPr/>
            <p:nvPr>
              <p:custDataLst>
                <p:tags r:id="rId10"/>
              </p:custDataLst>
            </p:nvPr>
          </p:nvSpPr>
          <p:spPr>
            <a:xfrm rot="9480000" flipV="1">
              <a:off x="654791" y="2899298"/>
              <a:ext cx="223538" cy="684466"/>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sp>
          <p:nvSpPr>
            <p:cNvPr id="25" name="Shape 78"/>
            <p:cNvSpPr/>
            <p:nvPr>
              <p:custDataLst>
                <p:tags r:id="rId11"/>
              </p:custDataLst>
            </p:nvPr>
          </p:nvSpPr>
          <p:spPr>
            <a:xfrm rot="10800000" flipH="1" flipV="1">
              <a:off x="3160643" y="1574359"/>
              <a:ext cx="549253" cy="1106425"/>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sp>
          <p:nvSpPr>
            <p:cNvPr id="26" name="Shape 78"/>
            <p:cNvSpPr/>
            <p:nvPr>
              <p:custDataLst>
                <p:tags r:id="rId12"/>
              </p:custDataLst>
            </p:nvPr>
          </p:nvSpPr>
          <p:spPr>
            <a:xfrm rot="10800000">
              <a:off x="3861179" y="3166047"/>
              <a:ext cx="917432" cy="586824"/>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dirty="0"/>
            </a:p>
          </p:txBody>
        </p:sp>
        <p:sp>
          <p:nvSpPr>
            <p:cNvPr id="29" name="TextBox 216"/>
            <p:cNvSpPr txBox="1">
              <a:spLocks noChangeArrowheads="1"/>
            </p:cNvSpPr>
            <p:nvPr>
              <p:custDataLst>
                <p:tags r:id="rId13"/>
              </p:custDataLst>
            </p:nvPr>
          </p:nvSpPr>
          <p:spPr bwMode="auto">
            <a:xfrm>
              <a:off x="3001857" y="4716007"/>
              <a:ext cx="1346835" cy="53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ea typeface="+mj-ea"/>
                  <a:cs typeface="Calibri" panose="020F0502020204030204" charset="0"/>
                  <a:sym typeface="+mn-ea"/>
                </a:rPr>
                <a:t>PCBA support board</a:t>
              </a:r>
              <a:endParaRPr lang="en-US" altLang="zh-CN" sz="1300" dirty="0">
                <a:latin typeface="+mn-lt"/>
              </a:endParaRPr>
            </a:p>
          </p:txBody>
        </p:sp>
        <p:sp>
          <p:nvSpPr>
            <p:cNvPr id="34" name="Shape 78"/>
            <p:cNvSpPr/>
            <p:nvPr>
              <p:custDataLst>
                <p:tags r:id="rId14"/>
              </p:custDataLst>
            </p:nvPr>
          </p:nvSpPr>
          <p:spPr>
            <a:xfrm rot="10800000">
              <a:off x="2958894" y="3600713"/>
              <a:ext cx="380766" cy="1115293"/>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sp>
          <p:nvSpPr>
            <p:cNvPr id="40" name="TextBox 216"/>
            <p:cNvSpPr txBox="1">
              <a:spLocks noChangeArrowheads="1"/>
            </p:cNvSpPr>
            <p:nvPr>
              <p:custDataLst>
                <p:tags r:id="rId15"/>
              </p:custDataLst>
            </p:nvPr>
          </p:nvSpPr>
          <p:spPr bwMode="auto">
            <a:xfrm>
              <a:off x="4682656" y="3665689"/>
              <a:ext cx="1767958" cy="53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latin typeface="Calibri" panose="020F0502020204030204" charset="0"/>
                  <a:ea typeface="+mj-ea"/>
                  <a:cs typeface="Calibri" panose="020F0502020204030204" charset="0"/>
                  <a:sym typeface="+mn-ea"/>
                </a:rPr>
                <a:t>PCBA lifting limit component</a:t>
              </a:r>
            </a:p>
          </p:txBody>
        </p:sp>
      </p:grpSp>
      <p:sp>
        <p:nvSpPr>
          <p:cNvPr id="48" name="Shape 78"/>
          <p:cNvSpPr/>
          <p:nvPr>
            <p:custDataLst>
              <p:tags r:id="rId6"/>
            </p:custDataLst>
          </p:nvPr>
        </p:nvSpPr>
        <p:spPr>
          <a:xfrm rot="10800000">
            <a:off x="10915582" y="3835343"/>
            <a:ext cx="0" cy="892748"/>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a:p>
        </p:txBody>
      </p:sp>
      <p:grpSp>
        <p:nvGrpSpPr>
          <p:cNvPr id="50" name="组合 49"/>
          <p:cNvGrpSpPr/>
          <p:nvPr/>
        </p:nvGrpSpPr>
        <p:grpSpPr>
          <a:xfrm>
            <a:off x="5445859" y="3140765"/>
            <a:ext cx="1322686" cy="882775"/>
            <a:chOff x="5715024" y="3267157"/>
            <a:chExt cx="1009362" cy="852713"/>
          </a:xfrm>
        </p:grpSpPr>
        <p:cxnSp>
          <p:nvCxnSpPr>
            <p:cNvPr id="51" name="直接连接符 50"/>
            <p:cNvCxnSpPr/>
            <p:nvPr/>
          </p:nvCxnSpPr>
          <p:spPr>
            <a:xfrm flipH="1">
              <a:off x="6024505" y="3269241"/>
              <a:ext cx="699881" cy="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6014777" y="4119870"/>
              <a:ext cx="699881" cy="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a:off x="6213188" y="3267157"/>
              <a:ext cx="0" cy="820353"/>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4" name="TextBox 45"/>
            <p:cNvSpPr txBox="1"/>
            <p:nvPr/>
          </p:nvSpPr>
          <p:spPr>
            <a:xfrm>
              <a:off x="5715024" y="3532796"/>
              <a:ext cx="705784" cy="297296"/>
            </a:xfrm>
            <a:prstGeom prst="rect">
              <a:avLst/>
            </a:prstGeom>
            <a:noFill/>
          </p:spPr>
          <p:txBody>
            <a:bodyPr wrap="square" rtlCol="0">
              <a:spAutoFit/>
            </a:bodyPr>
            <a:lstStyle/>
            <a:p>
              <a:r>
                <a:rPr lang="en-US" altLang="zh-CN" sz="1400" dirty="0"/>
                <a:t>138.6mm</a:t>
              </a:r>
            </a:p>
          </p:txBody>
        </p:sp>
      </p:grpSp>
      <p:grpSp>
        <p:nvGrpSpPr>
          <p:cNvPr id="55" name="组合 54"/>
          <p:cNvGrpSpPr/>
          <p:nvPr/>
        </p:nvGrpSpPr>
        <p:grpSpPr>
          <a:xfrm>
            <a:off x="6635925" y="3790546"/>
            <a:ext cx="1803564" cy="2258379"/>
            <a:chOff x="10434867" y="3871225"/>
            <a:chExt cx="1803564" cy="2258379"/>
          </a:xfrm>
        </p:grpSpPr>
        <p:sp>
          <p:nvSpPr>
            <p:cNvPr id="56" name="Shape 78"/>
            <p:cNvSpPr/>
            <p:nvPr>
              <p:custDataLst>
                <p:tags r:id="rId8"/>
              </p:custDataLst>
            </p:nvPr>
          </p:nvSpPr>
          <p:spPr>
            <a:xfrm rot="10800000">
              <a:off x="11018848" y="3871225"/>
              <a:ext cx="0" cy="892748"/>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a:p>
          </p:txBody>
        </p:sp>
        <p:sp>
          <p:nvSpPr>
            <p:cNvPr id="57" name="TextBox 216"/>
            <p:cNvSpPr txBox="1">
              <a:spLocks noChangeArrowheads="1"/>
            </p:cNvSpPr>
            <p:nvPr>
              <p:custDataLst>
                <p:tags r:id="rId9"/>
              </p:custDataLst>
            </p:nvPr>
          </p:nvSpPr>
          <p:spPr bwMode="auto">
            <a:xfrm>
              <a:off x="10434867" y="4763974"/>
              <a:ext cx="1803564" cy="1365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en-US" altLang="zh-CN" sz="1300" dirty="0">
                  <a:latin typeface="+mn-lt"/>
                </a:rPr>
                <a:t>Sensor CX-461A</a:t>
              </a:r>
            </a:p>
            <a:p>
              <a:pPr eaLnBrk="1" hangingPunct="1">
                <a:lnSpc>
                  <a:spcPct val="130000"/>
                </a:lnSpc>
              </a:pPr>
              <a:r>
                <a:rPr lang="en-US" altLang="zh-CN" sz="1300" dirty="0">
                  <a:latin typeface="+mn-lt"/>
                </a:rPr>
                <a:t>Detect whether the PCBA drives into the conveyor line</a:t>
              </a:r>
            </a:p>
            <a:p>
              <a:pPr eaLnBrk="1" hangingPunct="1">
                <a:lnSpc>
                  <a:spcPct val="130000"/>
                </a:lnSpc>
              </a:pPr>
              <a:endParaRPr lang="zh-CN" sz="1300" dirty="0">
                <a:latin typeface="+mn-lt"/>
              </a:endParaRPr>
            </a:p>
          </p:txBody>
        </p:sp>
      </p:grpSp>
      <p:sp>
        <p:nvSpPr>
          <p:cNvPr id="58" name="TextBox 216"/>
          <p:cNvSpPr txBox="1">
            <a:spLocks noChangeArrowheads="1"/>
          </p:cNvSpPr>
          <p:nvPr>
            <p:custDataLst>
              <p:tags r:id="rId7"/>
            </p:custDataLst>
          </p:nvPr>
        </p:nvSpPr>
        <p:spPr bwMode="auto">
          <a:xfrm>
            <a:off x="9620896" y="4702418"/>
            <a:ext cx="1803564" cy="1365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en-US" altLang="zh-CN" sz="1300" dirty="0">
                <a:latin typeface="+mn-lt"/>
              </a:rPr>
              <a:t>Sensor CX-461A</a:t>
            </a:r>
          </a:p>
          <a:p>
            <a:pPr eaLnBrk="1" hangingPunct="1">
              <a:lnSpc>
                <a:spcPct val="130000"/>
              </a:lnSpc>
            </a:pPr>
            <a:r>
              <a:rPr lang="en-US" altLang="zh-CN" sz="1300" dirty="0">
                <a:latin typeface="+mn-lt"/>
              </a:rPr>
              <a:t>Detect whether the PCBA drives into the conveyor line</a:t>
            </a:r>
          </a:p>
          <a:p>
            <a:pPr eaLnBrk="1" hangingPunct="1">
              <a:lnSpc>
                <a:spcPct val="130000"/>
              </a:lnSpc>
            </a:pPr>
            <a:endParaRPr lang="zh-CN" sz="1300" dirty="0">
              <a:latin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custDataLst>
              <p:tags r:id="rId1"/>
            </p:custDataLst>
          </p:nvPr>
        </p:nvPicPr>
        <p:blipFill>
          <a:blip r:embed="rId18"/>
          <a:stretch>
            <a:fillRect/>
          </a:stretch>
        </p:blipFill>
        <p:spPr>
          <a:xfrm>
            <a:off x="8380730" y="2152015"/>
            <a:ext cx="2850515" cy="3208655"/>
          </a:xfrm>
          <a:prstGeom prst="rect">
            <a:avLst/>
          </a:prstGeom>
        </p:spPr>
      </p:pic>
      <p:sp>
        <p:nvSpPr>
          <p:cNvPr id="97" name="文本框 96"/>
          <p:cNvSpPr txBox="1"/>
          <p:nvPr>
            <p:custDataLst>
              <p:tags r:id="rId2"/>
            </p:custDataLst>
          </p:nvPr>
        </p:nvSpPr>
        <p:spPr>
          <a:xfrm>
            <a:off x="301059" y="768252"/>
            <a:ext cx="3337529"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latin typeface="Calibri" panose="020F0502020204030204" charset="0"/>
                <a:cs typeface="Calibri" panose="020F0502020204030204" charset="0"/>
              </a:rPr>
              <a:t>5.1 </a:t>
            </a:r>
            <a:r>
              <a:rPr lang="en-US" altLang="zh-CN" sz="1800" b="1" noProof="0" dirty="0">
                <a:ln>
                  <a:noFill/>
                </a:ln>
                <a:solidFill>
                  <a:prstClr val="black"/>
                </a:solidFill>
                <a:effectLst/>
                <a:uLnTx/>
                <a:uFillTx/>
                <a:latin typeface="Calibri" panose="020F0502020204030204" charset="0"/>
                <a:cs typeface="Calibri" panose="020F0502020204030204" charset="0"/>
                <a:sym typeface="+mn-ea"/>
              </a:rPr>
              <a:t>Feed conveyor line</a:t>
            </a:r>
            <a:endParaRPr lang="zh-CN" altLang="en-US" sz="1800" b="1" dirty="0">
              <a:latin typeface="Calibri" panose="020F0502020204030204" charset="0"/>
              <a:cs typeface="Calibri" panose="020F0502020204030204" charset="0"/>
            </a:endParaRPr>
          </a:p>
        </p:txBody>
      </p:sp>
      <p:sp>
        <p:nvSpPr>
          <p:cNvPr id="10" name="標題 1"/>
          <p:cNvSpPr txBox="1"/>
          <p:nvPr>
            <p:custDataLst>
              <p:tags r:id="rId3"/>
            </p:custDataLst>
          </p:nvPr>
        </p:nvSpPr>
        <p:spPr>
          <a:xfrm>
            <a:off x="741988" y="145528"/>
            <a:ext cx="9543610" cy="615478"/>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a:defRPr/>
            </a:pPr>
            <a:r>
              <a:rPr lang="en-US" altLang="zh-CN" dirty="0">
                <a:sym typeface="+mn-ea"/>
              </a:rPr>
              <a:t>5. </a:t>
            </a:r>
            <a:r>
              <a:rPr lang="en-US" altLang="zh-CN" sz="3200" dirty="0">
                <a:sym typeface="+mn-ea"/>
              </a:rPr>
              <a:t>The key components</a:t>
            </a:r>
            <a:endParaRPr lang="zh-CN" altLang="en-US" sz="3200" dirty="0"/>
          </a:p>
        </p:txBody>
      </p:sp>
      <p:sp>
        <p:nvSpPr>
          <p:cNvPr id="21" name="文本框 40"/>
          <p:cNvSpPr txBox="1"/>
          <p:nvPr>
            <p:custDataLst>
              <p:tags r:id="rId4"/>
            </p:custDataLst>
          </p:nvPr>
        </p:nvSpPr>
        <p:spPr>
          <a:xfrm>
            <a:off x="298610" y="5321480"/>
            <a:ext cx="4605020" cy="954107"/>
          </a:xfrm>
          <a:prstGeom prst="rect">
            <a:avLst/>
          </a:prstGeom>
          <a:noFill/>
        </p:spPr>
        <p:txBody>
          <a:bodyPr wrap="square" rtlCol="0">
            <a:spAutoFit/>
          </a:bodyPr>
          <a:lstStyle/>
          <a:p>
            <a:pPr algn="l"/>
            <a:r>
              <a:rPr lang="en-US" altLang="zh-CN" sz="1400" dirty="0">
                <a:latin typeface="Calibri" panose="020F0502020204030204" charset="0"/>
                <a:cs typeface="Calibri" panose="020F0502020204030204" charset="0"/>
                <a:sym typeface="+mn-ea"/>
              </a:rPr>
              <a:t>PCBA board clamping:</a:t>
            </a:r>
          </a:p>
          <a:p>
            <a:pPr algn="l"/>
            <a:r>
              <a:rPr lang="en-US" altLang="zh-CN" sz="1400" dirty="0">
                <a:latin typeface="Calibri" panose="020F0502020204030204" charset="0"/>
                <a:cs typeface="Calibri" panose="020F0502020204030204" charset="0"/>
                <a:sym typeface="+mn-ea"/>
              </a:rPr>
              <a:t>1. PCBA board arrives at the assembly position;</a:t>
            </a:r>
          </a:p>
          <a:p>
            <a:pPr algn="l"/>
            <a:r>
              <a:rPr lang="en-US" altLang="zh-CN" sz="1400" dirty="0">
                <a:latin typeface="Calibri" panose="020F0502020204030204" charset="0"/>
                <a:cs typeface="Calibri" panose="020F0502020204030204" charset="0"/>
                <a:sym typeface="+mn-ea"/>
              </a:rPr>
              <a:t>2, the block cylinder is blocked out3. At the same time, the support plate rises to support the PCBA board.</a:t>
            </a:r>
            <a:endParaRPr lang="zh-CN" altLang="en-US" sz="1400" dirty="0">
              <a:latin typeface="Calibri" panose="020F0502020204030204" charset="0"/>
              <a:cs typeface="Calibri" panose="020F0502020204030204" charset="0"/>
            </a:endParaRPr>
          </a:p>
        </p:txBody>
      </p:sp>
      <p:sp>
        <p:nvSpPr>
          <p:cNvPr id="22" name="灯片编号占位符 3"/>
          <p:cNvSpPr>
            <a:spLocks noGrp="1" noChangeArrowheads="1"/>
          </p:cNvSpPr>
          <p:nvPr>
            <p:custDataLst>
              <p:tags r:id="rId5"/>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11</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23"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pic>
        <p:nvPicPr>
          <p:cNvPr id="24" name="图片 23" descr="图片包含 游戏机, 乐高&#10;&#10;描述已自动生成"/>
          <p:cNvPicPr>
            <a:picLocks noChangeAspect="1"/>
          </p:cNvPicPr>
          <p:nvPr/>
        </p:nvPicPr>
        <p:blipFill>
          <a:blip r:embed="rId19">
            <a:extLst>
              <a:ext uri="{BEBA8EAE-BF5A-486C-A8C5-ECC9F3942E4B}">
                <a14:imgProps xmlns:a14="http://schemas.microsoft.com/office/drawing/2010/main">
                  <a14:imgLayer r:embed="rId20">
                    <a14:imgEffect>
                      <a14:backgroundRemoval t="9868" b="89967" l="9981" r="92345">
                        <a14:foregroundMark x1="73159" y1="39145" x2="73159" y2="39145"/>
                        <a14:foregroundMark x1="30136" y1="38487" x2="30523" y2="38487"/>
                        <a14:foregroundMark x1="39050" y1="38158" x2="39050" y2="38158"/>
                        <a14:foregroundMark x1="39147" y1="30428" x2="39147" y2="41283"/>
                        <a14:foregroundMark x1="39147" y1="41283" x2="39341" y2="35362"/>
                        <a14:foregroundMark x1="47771" y1="32237" x2="49128" y2="38816"/>
                        <a14:foregroundMark x1="53779" y1="33059" x2="53973" y2="43586"/>
                        <a14:foregroundMark x1="63081" y1="33388" x2="63857" y2="45395"/>
                        <a14:foregroundMark x1="61531" y1="50164" x2="65504" y2="57730"/>
                        <a14:foregroundMark x1="28876" y1="35691" x2="31008" y2="45230"/>
                        <a14:foregroundMark x1="91473" y1="81908" x2="92345" y2="81414"/>
                      </a14:backgroundRemoval>
                    </a14:imgEffect>
                    <a14:imgEffect>
                      <a14:brightnessContrast bright="20000" contrast="-20000"/>
                    </a14:imgEffect>
                  </a14:imgLayer>
                </a14:imgProps>
              </a:ext>
              <a:ext uri="{28A0092B-C50C-407E-A947-70E740481C1C}">
                <a14:useLocalDpi xmlns:a14="http://schemas.microsoft.com/office/drawing/2010/main" val="0"/>
              </a:ext>
            </a:extLst>
          </a:blip>
          <a:srcRect l="23321" t="14950" r="20019" b="11394"/>
          <a:stretch>
            <a:fillRect/>
          </a:stretch>
        </p:blipFill>
        <p:spPr>
          <a:xfrm>
            <a:off x="729343" y="2495616"/>
            <a:ext cx="3367104" cy="2759485"/>
          </a:xfrm>
          <a:prstGeom prst="rect">
            <a:avLst/>
          </a:prstGeom>
        </p:spPr>
      </p:pic>
      <p:grpSp>
        <p:nvGrpSpPr>
          <p:cNvPr id="25" name="组合 24"/>
          <p:cNvGrpSpPr/>
          <p:nvPr/>
        </p:nvGrpSpPr>
        <p:grpSpPr>
          <a:xfrm>
            <a:off x="1488036" y="1607457"/>
            <a:ext cx="1829948" cy="1141866"/>
            <a:chOff x="1179921" y="1563945"/>
            <a:chExt cx="1829948" cy="1141866"/>
          </a:xfrm>
        </p:grpSpPr>
        <p:cxnSp>
          <p:nvCxnSpPr>
            <p:cNvPr id="30" name="直接箭头连接符 29"/>
            <p:cNvCxnSpPr/>
            <p:nvPr>
              <p:custDataLst>
                <p:tags r:id="rId13"/>
              </p:custDataLst>
            </p:nvPr>
          </p:nvCxnSpPr>
          <p:spPr>
            <a:xfrm flipH="1">
              <a:off x="1179921" y="1900279"/>
              <a:ext cx="721250" cy="780464"/>
            </a:xfrm>
            <a:prstGeom prst="straightConnector1">
              <a:avLst/>
            </a:prstGeom>
            <a:ln w="38100" cmpd="sng">
              <a:solidFill>
                <a:srgbClr val="00B05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文本框 30"/>
            <p:cNvSpPr txBox="1"/>
            <p:nvPr>
              <p:custDataLst>
                <p:tags r:id="rId14"/>
              </p:custDataLst>
            </p:nvPr>
          </p:nvSpPr>
          <p:spPr>
            <a:xfrm>
              <a:off x="1180434" y="1563945"/>
              <a:ext cx="1829435" cy="350520"/>
            </a:xfrm>
            <a:prstGeom prst="rect">
              <a:avLst/>
            </a:prstGeom>
            <a:noFill/>
          </p:spPr>
          <p:txBody>
            <a:bodyPr wrap="square" rtlCol="0">
              <a:noAutofit/>
            </a:bodyPr>
            <a:lstStyle/>
            <a:p>
              <a:pPr lvl="0" algn="ctr">
                <a:buClrTx/>
                <a:buSzTx/>
                <a:buFontTx/>
              </a:pPr>
              <a:r>
                <a:rPr lang="en-US" altLang="zh-CN" sz="1400" dirty="0">
                  <a:latin typeface="Calibri" panose="020F0502020204030204" charset="0"/>
                  <a:ea typeface="+mj-ea"/>
                  <a:cs typeface="Calibri" panose="020F0502020204030204" charset="0"/>
                  <a:sym typeface="+mn-ea"/>
                </a:rPr>
                <a:t>clamping position</a:t>
              </a:r>
              <a:endParaRPr lang="en-US" altLang="zh-CN" sz="1400" dirty="0">
                <a:latin typeface="Calibri" panose="020F0502020204030204" charset="0"/>
              </a:endParaRPr>
            </a:p>
          </p:txBody>
        </p:sp>
        <p:cxnSp>
          <p:nvCxnSpPr>
            <p:cNvPr id="32" name="直接箭头连接符 31"/>
            <p:cNvCxnSpPr/>
            <p:nvPr>
              <p:custDataLst>
                <p:tags r:id="rId15"/>
              </p:custDataLst>
            </p:nvPr>
          </p:nvCxnSpPr>
          <p:spPr>
            <a:xfrm>
              <a:off x="2316306" y="1914465"/>
              <a:ext cx="693563" cy="791346"/>
            </a:xfrm>
            <a:prstGeom prst="straightConnector1">
              <a:avLst/>
            </a:prstGeom>
            <a:ln w="38100" cmpd="sng">
              <a:solidFill>
                <a:srgbClr val="00B05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34" name="直接连接符 33"/>
          <p:cNvCxnSpPr/>
          <p:nvPr/>
        </p:nvCxnSpPr>
        <p:spPr>
          <a:xfrm>
            <a:off x="844826" y="2823297"/>
            <a:ext cx="2880000" cy="0"/>
          </a:xfrm>
          <a:prstGeom prst="line">
            <a:avLst/>
          </a:prstGeom>
          <a:ln w="3810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37" name="组合 36"/>
          <p:cNvGrpSpPr/>
          <p:nvPr/>
        </p:nvGrpSpPr>
        <p:grpSpPr>
          <a:xfrm rot="10800000">
            <a:off x="9990012" y="5028559"/>
            <a:ext cx="2207283" cy="1451679"/>
            <a:chOff x="9537397" y="-760053"/>
            <a:chExt cx="871022" cy="4085276"/>
          </a:xfrm>
        </p:grpSpPr>
        <p:cxnSp>
          <p:nvCxnSpPr>
            <p:cNvPr id="38" name="直接箭头连接符 37"/>
            <p:cNvCxnSpPr/>
            <p:nvPr/>
          </p:nvCxnSpPr>
          <p:spPr>
            <a:xfrm rot="10800000" flipH="1">
              <a:off x="10180966" y="1479623"/>
              <a:ext cx="104886" cy="0"/>
            </a:xfrm>
            <a:prstGeom prst="straightConnector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39" name="组合 38"/>
            <p:cNvGrpSpPr/>
            <p:nvPr/>
          </p:nvGrpSpPr>
          <p:grpSpPr>
            <a:xfrm>
              <a:off x="9537397" y="-760053"/>
              <a:ext cx="871022" cy="4085276"/>
              <a:chOff x="9537397" y="-760053"/>
              <a:chExt cx="871022" cy="4085276"/>
            </a:xfrm>
          </p:grpSpPr>
          <p:grpSp>
            <p:nvGrpSpPr>
              <p:cNvPr id="40" name="组合 39"/>
              <p:cNvGrpSpPr/>
              <p:nvPr/>
            </p:nvGrpSpPr>
            <p:grpSpPr>
              <a:xfrm>
                <a:off x="9537397" y="-760053"/>
                <a:ext cx="761402" cy="4085276"/>
                <a:chOff x="9341258" y="-1421120"/>
                <a:chExt cx="761402" cy="4085276"/>
              </a:xfrm>
            </p:grpSpPr>
            <p:grpSp>
              <p:nvGrpSpPr>
                <p:cNvPr id="42" name="组合 41"/>
                <p:cNvGrpSpPr/>
                <p:nvPr/>
              </p:nvGrpSpPr>
              <p:grpSpPr>
                <a:xfrm flipV="1">
                  <a:off x="10089714" y="665859"/>
                  <a:ext cx="12946" cy="1972685"/>
                  <a:chOff x="11160" y="3028"/>
                  <a:chExt cx="59" cy="2946"/>
                </a:xfrm>
              </p:grpSpPr>
              <p:cxnSp>
                <p:nvCxnSpPr>
                  <p:cNvPr id="44" name="直接连接符 43"/>
                  <p:cNvCxnSpPr/>
                  <p:nvPr>
                    <p:custDataLst>
                      <p:tags r:id="rId11"/>
                    </p:custDataLst>
                  </p:nvPr>
                </p:nvCxnSpPr>
                <p:spPr>
                  <a:xfrm flipV="1">
                    <a:off x="11160" y="3047"/>
                    <a:ext cx="0" cy="2927"/>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custDataLst>
                      <p:tags r:id="rId12"/>
                    </p:custDataLst>
                  </p:nvPr>
                </p:nvCxnSpPr>
                <p:spPr>
                  <a:xfrm flipV="1">
                    <a:off x="11219" y="3028"/>
                    <a:ext cx="0" cy="292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3" name="TextBox 216"/>
                <p:cNvSpPr txBox="1">
                  <a:spLocks noChangeArrowheads="1"/>
                </p:cNvSpPr>
                <p:nvPr>
                  <p:custDataLst>
                    <p:tags r:id="rId10"/>
                  </p:custDataLst>
                </p:nvPr>
              </p:nvSpPr>
              <p:spPr bwMode="auto">
                <a:xfrm rot="10800000">
                  <a:off x="9341258" y="-1421120"/>
                  <a:ext cx="754380" cy="4085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lnSpc>
                      <a:spcPct val="130000"/>
                    </a:lnSpc>
                  </a:pPr>
                  <a:r>
                    <a:rPr lang="en-US" altLang="zh-CN" sz="1400" dirty="0">
                      <a:solidFill>
                        <a:srgbClr val="FF0000"/>
                      </a:solidFill>
                      <a:ea typeface="+mn-ea"/>
                      <a:cs typeface="Calibri" panose="020F0502020204030204" charset="0"/>
                      <a:sym typeface="+mn-ea"/>
                    </a:rPr>
                    <a:t>The distance between the connecting plate and the edge of the conveyor line is 0.5mm</a:t>
                  </a:r>
                </a:p>
                <a:p>
                  <a:pPr algn="ctr" eaLnBrk="1" hangingPunct="1">
                    <a:lnSpc>
                      <a:spcPct val="130000"/>
                    </a:lnSpc>
                  </a:pPr>
                  <a:endParaRPr lang="en-US" altLang="zh-CN" sz="1300" dirty="0">
                    <a:solidFill>
                      <a:srgbClr val="FF0000"/>
                    </a:solidFill>
                    <a:cs typeface="Calibri" panose="020F0502020204030204" charset="0"/>
                    <a:sym typeface="+mn-ea"/>
                  </a:endParaRPr>
                </a:p>
              </p:txBody>
            </p:sp>
          </p:grpSp>
          <p:cxnSp>
            <p:nvCxnSpPr>
              <p:cNvPr id="41" name="直接箭头连接符 40"/>
              <p:cNvCxnSpPr/>
              <p:nvPr/>
            </p:nvCxnSpPr>
            <p:spPr>
              <a:xfrm rot="10800000">
                <a:off x="10298740" y="1472281"/>
                <a:ext cx="109679" cy="7342"/>
              </a:xfrm>
              <a:prstGeom prst="straightConnector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grpSp>
        <p:nvGrpSpPr>
          <p:cNvPr id="46" name="组合 45"/>
          <p:cNvGrpSpPr/>
          <p:nvPr/>
        </p:nvGrpSpPr>
        <p:grpSpPr>
          <a:xfrm>
            <a:off x="9481026" y="1347211"/>
            <a:ext cx="2460187" cy="2315387"/>
            <a:chOff x="9965841" y="992260"/>
            <a:chExt cx="2460187" cy="2315387"/>
          </a:xfrm>
        </p:grpSpPr>
        <p:cxnSp>
          <p:nvCxnSpPr>
            <p:cNvPr id="48" name="直接箭头连接符 47"/>
            <p:cNvCxnSpPr/>
            <p:nvPr/>
          </p:nvCxnSpPr>
          <p:spPr>
            <a:xfrm>
              <a:off x="9965841" y="1472280"/>
              <a:ext cx="300187" cy="0"/>
            </a:xfrm>
            <a:prstGeom prst="straightConnector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49" name="组合 48"/>
            <p:cNvGrpSpPr/>
            <p:nvPr/>
          </p:nvGrpSpPr>
          <p:grpSpPr>
            <a:xfrm>
              <a:off x="10267799" y="992260"/>
              <a:ext cx="2158229" cy="2315387"/>
              <a:chOff x="10267799" y="992260"/>
              <a:chExt cx="2158229" cy="2315387"/>
            </a:xfrm>
          </p:grpSpPr>
          <p:grpSp>
            <p:nvGrpSpPr>
              <p:cNvPr id="52" name="组合 51"/>
              <p:cNvGrpSpPr/>
              <p:nvPr/>
            </p:nvGrpSpPr>
            <p:grpSpPr>
              <a:xfrm>
                <a:off x="10267799" y="992260"/>
                <a:ext cx="2158229" cy="2315387"/>
                <a:chOff x="10071660" y="331193"/>
                <a:chExt cx="2158229" cy="2315387"/>
              </a:xfrm>
            </p:grpSpPr>
            <p:grpSp>
              <p:nvGrpSpPr>
                <p:cNvPr id="54" name="组合 53"/>
                <p:cNvGrpSpPr/>
                <p:nvPr/>
              </p:nvGrpSpPr>
              <p:grpSpPr>
                <a:xfrm flipV="1">
                  <a:off x="10071660" y="679922"/>
                  <a:ext cx="72408" cy="1966658"/>
                  <a:chOff x="11078" y="3016"/>
                  <a:chExt cx="330" cy="2937"/>
                </a:xfrm>
              </p:grpSpPr>
              <p:cxnSp>
                <p:nvCxnSpPr>
                  <p:cNvPr id="56" name="直接连接符 55"/>
                  <p:cNvCxnSpPr/>
                  <p:nvPr>
                    <p:custDataLst>
                      <p:tags r:id="rId8"/>
                    </p:custDataLst>
                  </p:nvPr>
                </p:nvCxnSpPr>
                <p:spPr>
                  <a:xfrm flipV="1">
                    <a:off x="11078" y="3026"/>
                    <a:ext cx="0" cy="2927"/>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custDataLst>
                      <p:tags r:id="rId9"/>
                    </p:custDataLst>
                  </p:nvPr>
                </p:nvCxnSpPr>
                <p:spPr>
                  <a:xfrm flipV="1">
                    <a:off x="11408" y="3016"/>
                    <a:ext cx="0" cy="292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5" name="TextBox 216"/>
                <p:cNvSpPr txBox="1">
                  <a:spLocks noChangeArrowheads="1"/>
                </p:cNvSpPr>
                <p:nvPr>
                  <p:custDataLst>
                    <p:tags r:id="rId7"/>
                  </p:custDataLst>
                </p:nvPr>
              </p:nvSpPr>
              <p:spPr bwMode="auto">
                <a:xfrm>
                  <a:off x="10214838" y="331193"/>
                  <a:ext cx="2015051" cy="1153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lang="en-US" altLang="zh-CN" sz="1400" dirty="0">
                      <a:solidFill>
                        <a:srgbClr val="FF0000"/>
                      </a:solidFill>
                      <a:ea typeface="+mn-ea"/>
                      <a:cs typeface="Calibri" panose="020F0502020204030204" charset="0"/>
                    </a:rPr>
                    <a:t>The clamp block is in contact with the edge strip of the connecting plate 3.8mm</a:t>
                  </a:r>
                </a:p>
                <a:p>
                  <a:pPr algn="ctr"/>
                  <a:endParaRPr lang="en-US" altLang="zh-CN" sz="1300" dirty="0">
                    <a:solidFill>
                      <a:srgbClr val="FF0000"/>
                    </a:solidFill>
                    <a:latin typeface="宋体" panose="02010600030101010101" pitchFamily="2" charset="-122"/>
                    <a:cs typeface="Calibri" panose="020F0502020204030204" charset="0"/>
                  </a:endParaRPr>
                </a:p>
              </p:txBody>
            </p:sp>
          </p:grpSp>
          <p:cxnSp>
            <p:nvCxnSpPr>
              <p:cNvPr id="53" name="直接箭头连接符 52"/>
              <p:cNvCxnSpPr/>
              <p:nvPr/>
            </p:nvCxnSpPr>
            <p:spPr>
              <a:xfrm flipH="1">
                <a:off x="10337188" y="1472280"/>
                <a:ext cx="277362" cy="0"/>
              </a:xfrm>
              <a:prstGeom prst="straightConnector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pic>
        <p:nvPicPr>
          <p:cNvPr id="2" name="图片 1"/>
          <p:cNvPicPr>
            <a:picLocks noChangeAspect="1"/>
          </p:cNvPicPr>
          <p:nvPr>
            <p:custDataLst>
              <p:tags r:id="rId6"/>
            </p:custDataLst>
          </p:nvPr>
        </p:nvPicPr>
        <p:blipFill>
          <a:blip r:embed="rId21"/>
          <a:srcRect l="12021" t="1523" r="9833" b="4166"/>
          <a:stretch>
            <a:fillRect/>
          </a:stretch>
        </p:blipFill>
        <p:spPr>
          <a:xfrm>
            <a:off x="4422140" y="1703705"/>
            <a:ext cx="3632835" cy="37280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4"/>
          <a:stretch>
            <a:fillRect/>
          </a:stretch>
        </p:blipFill>
        <p:spPr>
          <a:xfrm>
            <a:off x="454660" y="1193800"/>
            <a:ext cx="4052570" cy="3896360"/>
          </a:xfrm>
          <a:prstGeom prst="rect">
            <a:avLst/>
          </a:prstGeom>
        </p:spPr>
      </p:pic>
      <p:pic>
        <p:nvPicPr>
          <p:cNvPr id="5" name="图片 4"/>
          <p:cNvPicPr>
            <a:picLocks noChangeAspect="1"/>
          </p:cNvPicPr>
          <p:nvPr/>
        </p:nvPicPr>
        <p:blipFill>
          <a:blip r:embed="rId5"/>
          <a:stretch>
            <a:fillRect/>
          </a:stretch>
        </p:blipFill>
        <p:spPr>
          <a:xfrm rot="10800000">
            <a:off x="5472430" y="895350"/>
            <a:ext cx="4635500" cy="2832100"/>
          </a:xfrm>
          <a:prstGeom prst="rect">
            <a:avLst/>
          </a:prstGeom>
        </p:spPr>
      </p:pic>
      <p:sp>
        <p:nvSpPr>
          <p:cNvPr id="4" name="標題 1"/>
          <p:cNvSpPr txBox="1"/>
          <p:nvPr/>
        </p:nvSpPr>
        <p:spPr>
          <a:xfrm>
            <a:off x="741988" y="126478"/>
            <a:ext cx="9543610" cy="584701"/>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a:defRPr/>
            </a:pPr>
            <a:r>
              <a:rPr lang="en-US" altLang="zh-CN" dirty="0">
                <a:sym typeface="+mn-ea"/>
              </a:rPr>
              <a:t>5. </a:t>
            </a:r>
            <a:r>
              <a:rPr lang="en-US" altLang="zh-CN" sz="2800" dirty="0">
                <a:sym typeface="+mn-ea"/>
              </a:rPr>
              <a:t>The key components</a:t>
            </a:r>
            <a:endParaRPr lang="zh-CN" altLang="en-US" sz="2800" dirty="0"/>
          </a:p>
        </p:txBody>
      </p:sp>
      <p:sp>
        <p:nvSpPr>
          <p:cNvPr id="21" name="文本框 20"/>
          <p:cNvSpPr txBox="1"/>
          <p:nvPr/>
        </p:nvSpPr>
        <p:spPr>
          <a:xfrm>
            <a:off x="301059" y="768252"/>
            <a:ext cx="3337529"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latin typeface="Calibri" panose="020F0502020204030204" charset="0"/>
                <a:cs typeface="Calibri" panose="020F0502020204030204" charset="0"/>
              </a:rPr>
              <a:t>5.1 </a:t>
            </a:r>
            <a:r>
              <a:rPr lang="en-US" altLang="zh-CN" sz="1800" b="1" dirty="0">
                <a:solidFill>
                  <a:prstClr val="black"/>
                </a:solidFill>
                <a:latin typeface="Calibri" panose="020F0502020204030204" charset="0"/>
                <a:cs typeface="Calibri" panose="020F0502020204030204" charset="0"/>
                <a:sym typeface="+mn-ea"/>
              </a:rPr>
              <a:t>Feed conveyor line</a:t>
            </a:r>
            <a:endParaRPr lang="zh-CN" altLang="en-US" sz="1800" b="1" dirty="0">
              <a:latin typeface="Calibri" panose="020F0502020204030204" charset="0"/>
              <a:cs typeface="Calibri" panose="020F0502020204030204" charset="0"/>
            </a:endParaRP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12</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12289"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6" name="圆角矩形标注 6"/>
          <p:cNvSpPr/>
          <p:nvPr/>
        </p:nvSpPr>
        <p:spPr>
          <a:xfrm>
            <a:off x="847664" y="5451676"/>
            <a:ext cx="2390836" cy="640080"/>
          </a:xfrm>
          <a:prstGeom prst="wedgeRoundRectCallout">
            <a:avLst>
              <a:gd name="adj1" fmla="val 18170"/>
              <a:gd name="adj2" fmla="val -151053"/>
              <a:gd name="adj3" fmla="val 16667"/>
            </a:avLst>
          </a:prstGeom>
          <a:solidFill>
            <a:schemeClr val="bg1"/>
          </a:solidFill>
          <a:ln w="22225" cap="flat" cmpd="sng">
            <a:solidFill>
              <a:srgbClr val="FF0000"/>
            </a:solidFill>
            <a:prstDash val="solid"/>
            <a:round/>
            <a:headEnd type="none" w="med" len="med"/>
            <a:tailEnd type="none" w="med" len="med"/>
          </a:ln>
        </p:spPr>
        <p:txBody>
          <a:bodyPr wrap="none" anchor="ctr" anchorCtr="0"/>
          <a:lstStyle/>
          <a:p>
            <a:pPr algn="ctr"/>
            <a:r>
              <a:rPr lang="en-US" altLang="zh-CN" sz="1200" dirty="0">
                <a:sym typeface="+mn-ea"/>
              </a:rPr>
              <a:t>T-side jacking plate(A6061)</a:t>
            </a:r>
          </a:p>
        </p:txBody>
      </p:sp>
      <p:cxnSp>
        <p:nvCxnSpPr>
          <p:cNvPr id="9" name="直接箭头连接符 8"/>
          <p:cNvCxnSpPr/>
          <p:nvPr/>
        </p:nvCxnSpPr>
        <p:spPr>
          <a:xfrm flipH="1">
            <a:off x="2584735" y="2882499"/>
            <a:ext cx="270510" cy="10306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4719955" y="815975"/>
            <a:ext cx="6195060" cy="5507990"/>
            <a:chOff x="7433" y="1285"/>
            <a:chExt cx="9756" cy="8674"/>
          </a:xfrm>
        </p:grpSpPr>
        <p:pic>
          <p:nvPicPr>
            <p:cNvPr id="10" name="图片 9"/>
            <p:cNvPicPr>
              <a:picLocks noChangeAspect="1"/>
            </p:cNvPicPr>
            <p:nvPr/>
          </p:nvPicPr>
          <p:blipFill>
            <a:blip r:embed="rId6"/>
            <a:stretch>
              <a:fillRect/>
            </a:stretch>
          </p:blipFill>
          <p:spPr>
            <a:xfrm>
              <a:off x="8791" y="6351"/>
              <a:ext cx="7127" cy="879"/>
            </a:xfrm>
            <a:prstGeom prst="rect">
              <a:avLst/>
            </a:prstGeom>
          </p:spPr>
        </p:pic>
        <p:sp>
          <p:nvSpPr>
            <p:cNvPr id="12" name="圆角矩形标注 6"/>
            <p:cNvSpPr/>
            <p:nvPr/>
          </p:nvSpPr>
          <p:spPr>
            <a:xfrm>
              <a:off x="10925" y="8375"/>
              <a:ext cx="2443" cy="1542"/>
            </a:xfrm>
            <a:prstGeom prst="wedgeRoundRectCallout">
              <a:avLst>
                <a:gd name="adj1" fmla="val 7715"/>
                <a:gd name="adj2" fmla="val -81500"/>
                <a:gd name="adj3" fmla="val 16667"/>
              </a:avLst>
            </a:prstGeom>
            <a:solidFill>
              <a:schemeClr val="bg1"/>
            </a:solidFill>
            <a:ln w="22225" cap="flat" cmpd="sng">
              <a:solidFill>
                <a:srgbClr val="FF0000"/>
              </a:solidFill>
              <a:prstDash val="solid"/>
              <a:round/>
              <a:headEnd type="none" w="med" len="med"/>
              <a:tailEnd type="none" w="med" len="med"/>
            </a:ln>
          </p:spPr>
          <p:txBody>
            <a:bodyPr wrap="none" anchor="ctr" anchorCtr="0"/>
            <a:lstStyle/>
            <a:p>
              <a:pPr algn="ctr"/>
              <a:r>
                <a:rPr lang="en-US" altLang="zh-CN" sz="1200" dirty="0">
                  <a:sym typeface="+mn-ea"/>
                </a:rPr>
                <a:t>The size of the </a:t>
              </a:r>
            </a:p>
            <a:p>
              <a:pPr algn="ctr"/>
              <a:r>
                <a:rPr lang="en-US" altLang="zh-CN" sz="1200" dirty="0">
                  <a:sym typeface="+mn-ea"/>
                </a:rPr>
                <a:t>scanner avoidance</a:t>
              </a:r>
            </a:p>
            <a:p>
              <a:pPr algn="ctr"/>
              <a:r>
                <a:rPr lang="en-US" altLang="zh-CN" sz="1200" dirty="0">
                  <a:sym typeface="+mn-ea"/>
                </a:rPr>
                <a:t> slot is 18x</a:t>
              </a:r>
              <a:r>
                <a:rPr lang="en-US" altLang="zh-CN" sz="1200" dirty="0">
                  <a:latin typeface="Calibri" panose="020F0502020204030204" charset="0"/>
                  <a:sym typeface="+mn-ea"/>
                </a:rPr>
                <a:t>40mm</a:t>
              </a:r>
              <a:endParaRPr lang="en-US" altLang="zh-CN" sz="1200" dirty="0">
                <a:sym typeface="+mn-ea"/>
              </a:endParaRPr>
            </a:p>
          </p:txBody>
        </p:sp>
        <p:sp>
          <p:nvSpPr>
            <p:cNvPr id="13" name="圆角矩形标注 12"/>
            <p:cNvSpPr/>
            <p:nvPr/>
          </p:nvSpPr>
          <p:spPr>
            <a:xfrm>
              <a:off x="14620" y="8360"/>
              <a:ext cx="2569" cy="1558"/>
            </a:xfrm>
            <a:prstGeom prst="wedgeRoundRectCallout">
              <a:avLst>
                <a:gd name="adj1" fmla="val -47936"/>
                <a:gd name="adj2" fmla="val -86257"/>
                <a:gd name="adj3" fmla="val 16667"/>
              </a:avLst>
            </a:prstGeom>
            <a:solidFill>
              <a:schemeClr val="bg1"/>
            </a:solidFill>
            <a:ln w="22225" cap="flat" cmpd="sng">
              <a:solidFill>
                <a:srgbClr val="FF0000"/>
              </a:solidFill>
              <a:prstDash val="solid"/>
              <a:round/>
              <a:headEnd type="none" w="med" len="med"/>
              <a:tailEnd type="none" w="med" len="med"/>
            </a:ln>
          </p:spPr>
          <p:txBody>
            <a:bodyPr wrap="none" anchor="ctr" anchorCtr="0"/>
            <a:lstStyle/>
            <a:p>
              <a:pPr algn="ctr"/>
              <a:r>
                <a:rPr lang="en-US" altLang="zh-CN" sz="1200" dirty="0">
                  <a:sym typeface="+mn-ea"/>
                </a:rPr>
                <a:t>The PCB foam on the </a:t>
              </a:r>
            </a:p>
            <a:p>
              <a:pPr algn="ctr"/>
              <a:r>
                <a:rPr lang="en-US" altLang="zh-CN" sz="1200" dirty="0">
                  <a:sym typeface="+mn-ea"/>
                </a:rPr>
                <a:t>rear end is 1.3mm </a:t>
              </a:r>
            </a:p>
            <a:p>
              <a:pPr algn="ctr"/>
              <a:r>
                <a:rPr lang="en-US" altLang="zh-CN" sz="1200" dirty="0">
                  <a:sym typeface="+mn-ea"/>
                </a:rPr>
                <a:t>away from the edge </a:t>
              </a:r>
            </a:p>
            <a:p>
              <a:pPr algn="ctr"/>
              <a:r>
                <a:rPr lang="en-US" altLang="zh-CN" sz="1200" dirty="0">
                  <a:sym typeface="+mn-ea"/>
                </a:rPr>
                <a:t>of the avoidance slot</a:t>
              </a:r>
            </a:p>
          </p:txBody>
        </p:sp>
        <p:sp>
          <p:nvSpPr>
            <p:cNvPr id="14" name="圆角矩形标注 6"/>
            <p:cNvSpPr/>
            <p:nvPr/>
          </p:nvSpPr>
          <p:spPr>
            <a:xfrm>
              <a:off x="7433" y="8417"/>
              <a:ext cx="2834" cy="1542"/>
            </a:xfrm>
            <a:prstGeom prst="wedgeRoundRectCallout">
              <a:avLst>
                <a:gd name="adj1" fmla="val 21219"/>
                <a:gd name="adj2" fmla="val -87558"/>
                <a:gd name="adj3" fmla="val 16667"/>
              </a:avLst>
            </a:prstGeom>
            <a:solidFill>
              <a:schemeClr val="bg1"/>
            </a:solidFill>
            <a:ln w="22225" cap="flat" cmpd="sng">
              <a:solidFill>
                <a:srgbClr val="FF0000"/>
              </a:solidFill>
              <a:prstDash val="solid"/>
              <a:round/>
              <a:headEnd type="none" w="med" len="med"/>
              <a:tailEnd type="none" w="med" len="med"/>
            </a:ln>
          </p:spPr>
          <p:txBody>
            <a:bodyPr wrap="none" anchor="ctr" anchorCtr="0"/>
            <a:lstStyle/>
            <a:p>
              <a:pPr algn="ctr"/>
              <a:endParaRPr lang="en-US" altLang="zh-CN" sz="1200" dirty="0">
                <a:sym typeface="+mn-ea"/>
              </a:endParaRPr>
            </a:p>
            <a:p>
              <a:pPr algn="ctr"/>
              <a:r>
                <a:rPr lang="en-US" altLang="zh-CN" sz="1200" dirty="0">
                  <a:sym typeface="+mn-ea"/>
                </a:rPr>
                <a:t>The PCB foam on the </a:t>
              </a:r>
            </a:p>
            <a:p>
              <a:pPr algn="ctr"/>
              <a:r>
                <a:rPr lang="en-US" altLang="zh-CN" sz="1200" dirty="0">
                  <a:sym typeface="+mn-ea"/>
                </a:rPr>
                <a:t>front end is 1.1mm </a:t>
              </a:r>
            </a:p>
            <a:p>
              <a:pPr algn="ctr"/>
              <a:r>
                <a:rPr lang="en-US" altLang="zh-CN" sz="1200" dirty="0">
                  <a:sym typeface="+mn-ea"/>
                </a:rPr>
                <a:t>away from the edge </a:t>
              </a:r>
            </a:p>
            <a:p>
              <a:pPr algn="ctr"/>
              <a:r>
                <a:rPr lang="en-US" altLang="zh-CN" sz="1200" dirty="0">
                  <a:sym typeface="+mn-ea"/>
                </a:rPr>
                <a:t>of the avoidance slot</a:t>
              </a:r>
            </a:p>
            <a:p>
              <a:pPr algn="ctr"/>
              <a:endParaRPr lang="en-US" altLang="zh-CN" sz="1200" dirty="0">
                <a:sym typeface="+mn-ea"/>
              </a:endParaRPr>
            </a:p>
          </p:txBody>
        </p:sp>
        <p:grpSp>
          <p:nvGrpSpPr>
            <p:cNvPr id="15" name="组合 14"/>
            <p:cNvGrpSpPr/>
            <p:nvPr/>
          </p:nvGrpSpPr>
          <p:grpSpPr>
            <a:xfrm>
              <a:off x="8434" y="1285"/>
              <a:ext cx="7737" cy="6712"/>
              <a:chOff x="5763058" y="675462"/>
              <a:chExt cx="4913265" cy="4262298"/>
            </a:xfrm>
          </p:grpSpPr>
          <p:grpSp>
            <p:nvGrpSpPr>
              <p:cNvPr id="17" name="组合 16"/>
              <p:cNvGrpSpPr/>
              <p:nvPr/>
            </p:nvGrpSpPr>
            <p:grpSpPr>
              <a:xfrm>
                <a:off x="6377721" y="2888461"/>
                <a:ext cx="885270" cy="1865088"/>
                <a:chOff x="6377721" y="2888461"/>
                <a:chExt cx="885270" cy="1865088"/>
              </a:xfrm>
            </p:grpSpPr>
            <p:cxnSp>
              <p:nvCxnSpPr>
                <p:cNvPr id="18" name="直接连接符 28"/>
                <p:cNvCxnSpPr/>
                <p:nvPr/>
              </p:nvCxnSpPr>
              <p:spPr>
                <a:xfrm>
                  <a:off x="6406388" y="2888461"/>
                  <a:ext cx="0" cy="18354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接连接符 27"/>
                <p:cNvCxnSpPr/>
                <p:nvPr/>
              </p:nvCxnSpPr>
              <p:spPr>
                <a:xfrm flipH="1" flipV="1">
                  <a:off x="6377721" y="2888461"/>
                  <a:ext cx="4061" cy="18354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20" name="组合 19"/>
                <p:cNvGrpSpPr/>
                <p:nvPr/>
              </p:nvGrpSpPr>
              <p:grpSpPr>
                <a:xfrm>
                  <a:off x="6399488" y="4508439"/>
                  <a:ext cx="863503" cy="245110"/>
                  <a:chOff x="6421224" y="4902122"/>
                  <a:chExt cx="863503" cy="245110"/>
                </a:xfrm>
              </p:grpSpPr>
              <p:sp>
                <p:nvSpPr>
                  <p:cNvPr id="22" name="文本框 35"/>
                  <p:cNvSpPr txBox="1"/>
                  <p:nvPr/>
                </p:nvSpPr>
                <p:spPr>
                  <a:xfrm>
                    <a:off x="6713227" y="4902122"/>
                    <a:ext cx="571500" cy="245110"/>
                  </a:xfrm>
                  <a:prstGeom prst="rect">
                    <a:avLst/>
                  </a:prstGeom>
                  <a:noFill/>
                </p:spPr>
                <p:txBody>
                  <a:bodyPr wrap="none" rtlCol="0">
                    <a:spAutoFit/>
                  </a:bodyPr>
                  <a:lstStyle/>
                  <a:p>
                    <a:r>
                      <a:rPr lang="en-US" altLang="zh-CN" sz="1000" dirty="0">
                        <a:solidFill>
                          <a:srgbClr val="FF0000"/>
                        </a:solidFill>
                      </a:rPr>
                      <a:t>1.1mm</a:t>
                    </a:r>
                  </a:p>
                </p:txBody>
              </p:sp>
              <p:cxnSp>
                <p:nvCxnSpPr>
                  <p:cNvPr id="23" name="直接箭头连接符 22"/>
                  <p:cNvCxnSpPr/>
                  <p:nvPr/>
                </p:nvCxnSpPr>
                <p:spPr>
                  <a:xfrm>
                    <a:off x="6421224" y="5036072"/>
                    <a:ext cx="362416" cy="1"/>
                  </a:xfrm>
                  <a:prstGeom prst="straightConnector1">
                    <a:avLst/>
                  </a:prstGeom>
                  <a:ln>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grpSp>
          </p:grpSp>
          <p:grpSp>
            <p:nvGrpSpPr>
              <p:cNvPr id="24" name="组合 23"/>
              <p:cNvGrpSpPr/>
              <p:nvPr/>
            </p:nvGrpSpPr>
            <p:grpSpPr>
              <a:xfrm>
                <a:off x="9160551" y="2867498"/>
                <a:ext cx="932688" cy="1880709"/>
                <a:chOff x="9160551" y="2867498"/>
                <a:chExt cx="932688" cy="1880709"/>
              </a:xfrm>
            </p:grpSpPr>
            <p:cxnSp>
              <p:nvCxnSpPr>
                <p:cNvPr id="25" name="直接连接符 28"/>
                <p:cNvCxnSpPr/>
                <p:nvPr/>
              </p:nvCxnSpPr>
              <p:spPr>
                <a:xfrm>
                  <a:off x="9189720" y="2867498"/>
                  <a:ext cx="0" cy="187291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接连接符 27"/>
                <p:cNvCxnSpPr/>
                <p:nvPr/>
              </p:nvCxnSpPr>
              <p:spPr>
                <a:xfrm flipV="1">
                  <a:off x="9160551" y="2867642"/>
                  <a:ext cx="0" cy="185625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27" name="组合 26"/>
                <p:cNvGrpSpPr/>
                <p:nvPr/>
              </p:nvGrpSpPr>
              <p:grpSpPr>
                <a:xfrm>
                  <a:off x="9194206" y="4503097"/>
                  <a:ext cx="899033" cy="245110"/>
                  <a:chOff x="9215943" y="4838721"/>
                  <a:chExt cx="899033" cy="245110"/>
                </a:xfrm>
              </p:grpSpPr>
              <p:cxnSp>
                <p:nvCxnSpPr>
                  <p:cNvPr id="28" name="直接箭头连接符 27"/>
                  <p:cNvCxnSpPr/>
                  <p:nvPr/>
                </p:nvCxnSpPr>
                <p:spPr>
                  <a:xfrm>
                    <a:off x="9215943" y="4967173"/>
                    <a:ext cx="327581" cy="0"/>
                  </a:xfrm>
                  <a:prstGeom prst="straightConnector1">
                    <a:avLst/>
                  </a:prstGeom>
                  <a:ln>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29" name="文本框 35"/>
                  <p:cNvSpPr txBox="1"/>
                  <p:nvPr/>
                </p:nvSpPr>
                <p:spPr>
                  <a:xfrm>
                    <a:off x="9543476" y="4838721"/>
                    <a:ext cx="571500" cy="245110"/>
                  </a:xfrm>
                  <a:prstGeom prst="rect">
                    <a:avLst/>
                  </a:prstGeom>
                  <a:noFill/>
                </p:spPr>
                <p:txBody>
                  <a:bodyPr wrap="none" rtlCol="0">
                    <a:spAutoFit/>
                  </a:bodyPr>
                  <a:lstStyle/>
                  <a:p>
                    <a:r>
                      <a:rPr lang="en-US" altLang="zh-CN" sz="1000" dirty="0">
                        <a:solidFill>
                          <a:srgbClr val="FF0000"/>
                        </a:solidFill>
                      </a:rPr>
                      <a:t>1.3mm</a:t>
                    </a:r>
                  </a:p>
                </p:txBody>
              </p:sp>
            </p:grpSp>
          </p:grpSp>
          <p:sp>
            <p:nvSpPr>
              <p:cNvPr id="30" name="矩形 29"/>
              <p:cNvSpPr/>
              <p:nvPr/>
            </p:nvSpPr>
            <p:spPr>
              <a:xfrm>
                <a:off x="5763058" y="675462"/>
                <a:ext cx="4913265" cy="4262298"/>
              </a:xfrm>
              <a:prstGeom prst="rect">
                <a:avLst/>
              </a:prstGeom>
              <a:noFill/>
              <a:ln w="19050">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grpSp>
          <p:nvGrpSpPr>
            <p:cNvPr id="31" name="组合 30"/>
            <p:cNvGrpSpPr/>
            <p:nvPr/>
          </p:nvGrpSpPr>
          <p:grpSpPr>
            <a:xfrm>
              <a:off x="11541" y="4770"/>
              <a:ext cx="1459" cy="2978"/>
              <a:chOff x="7732122" y="2864527"/>
              <a:chExt cx="772960" cy="1891149"/>
            </a:xfrm>
          </p:grpSpPr>
          <p:cxnSp>
            <p:nvCxnSpPr>
              <p:cNvPr id="32" name="直接连接符 27"/>
              <p:cNvCxnSpPr/>
              <p:nvPr/>
            </p:nvCxnSpPr>
            <p:spPr>
              <a:xfrm flipH="1" flipV="1">
                <a:off x="8501021" y="2864527"/>
                <a:ext cx="4061" cy="18354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直接连接符 27"/>
              <p:cNvCxnSpPr/>
              <p:nvPr/>
            </p:nvCxnSpPr>
            <p:spPr>
              <a:xfrm flipH="1" flipV="1">
                <a:off x="7732122" y="2864527"/>
                <a:ext cx="4061" cy="18354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文本框 35"/>
              <p:cNvSpPr txBox="1"/>
              <p:nvPr/>
            </p:nvSpPr>
            <p:spPr>
              <a:xfrm>
                <a:off x="7867218" y="4510551"/>
                <a:ext cx="472570" cy="245125"/>
              </a:xfrm>
              <a:prstGeom prst="rect">
                <a:avLst/>
              </a:prstGeom>
              <a:noFill/>
            </p:spPr>
            <p:txBody>
              <a:bodyPr wrap="square" rtlCol="0">
                <a:spAutoFit/>
              </a:bodyPr>
              <a:lstStyle/>
              <a:p>
                <a:r>
                  <a:rPr lang="en-US" altLang="zh-CN" sz="1000" dirty="0">
                    <a:solidFill>
                      <a:srgbClr val="FF0000"/>
                    </a:solidFill>
                  </a:rPr>
                  <a:t>40mm</a:t>
                </a:r>
              </a:p>
            </p:txBody>
          </p:sp>
          <p:cxnSp>
            <p:nvCxnSpPr>
              <p:cNvPr id="35" name="直接箭头连接符 34"/>
              <p:cNvCxnSpPr/>
              <p:nvPr/>
            </p:nvCxnSpPr>
            <p:spPr>
              <a:xfrm flipH="1">
                <a:off x="8356092" y="4635052"/>
                <a:ext cx="144929" cy="0"/>
              </a:xfrm>
              <a:prstGeom prst="straightConnector1">
                <a:avLst/>
              </a:prstGeom>
              <a:ln>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grpSp>
        <p:cxnSp>
          <p:nvCxnSpPr>
            <p:cNvPr id="36" name="直接箭头连接符 35"/>
            <p:cNvCxnSpPr/>
            <p:nvPr/>
          </p:nvCxnSpPr>
          <p:spPr>
            <a:xfrm>
              <a:off x="11533" y="7558"/>
              <a:ext cx="257" cy="0"/>
            </a:xfrm>
            <a:prstGeom prst="straightConnector1">
              <a:avLst/>
            </a:prstGeom>
            <a:ln>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6378" y="1162988"/>
            <a:ext cx="4113398" cy="5137177"/>
          </a:xfrm>
          <a:prstGeom prst="rect">
            <a:avLst/>
          </a:prstGeom>
        </p:spPr>
      </p:pic>
      <p:sp>
        <p:nvSpPr>
          <p:cNvPr id="5" name="文本框 3"/>
          <p:cNvSpPr txBox="1"/>
          <p:nvPr/>
        </p:nvSpPr>
        <p:spPr>
          <a:xfrm>
            <a:off x="5816600" y="3914775"/>
            <a:ext cx="877163" cy="369332"/>
          </a:xfrm>
          <a:prstGeom prst="rect">
            <a:avLst/>
          </a:prstGeom>
          <a:noFill/>
          <a:ln>
            <a:solidFill>
              <a:schemeClr val="tx1"/>
            </a:solidFill>
          </a:ln>
        </p:spPr>
        <p:txBody>
          <a:bodyPr wrap="none" rtlCol="0" anchor="t">
            <a:spAutoFit/>
          </a:bodyPr>
          <a:lstStyle/>
          <a:p>
            <a:r>
              <a:rPr lang="en-US" altLang="zh-CN" dirty="0">
                <a:solidFill>
                  <a:srgbClr val="000000"/>
                </a:solidFill>
                <a:latin typeface="黑体" panose="02010609060101010101" charset="-122"/>
                <a:ea typeface="等线" panose="02010600030101010101" charset="-122"/>
                <a:sym typeface="+mn-ea"/>
              </a:rPr>
              <a:t>RV-2FR</a:t>
            </a:r>
            <a:endParaRPr lang="zh-CN" altLang="en-US" dirty="0"/>
          </a:p>
        </p:txBody>
      </p:sp>
      <p:grpSp>
        <p:nvGrpSpPr>
          <p:cNvPr id="6" name="组合 4"/>
          <p:cNvGrpSpPr/>
          <p:nvPr/>
        </p:nvGrpSpPr>
        <p:grpSpPr>
          <a:xfrm>
            <a:off x="4088447" y="3315334"/>
            <a:ext cx="1728470" cy="1063625"/>
            <a:chOff x="7847" y="4563"/>
            <a:chExt cx="2722" cy="1675"/>
          </a:xfrm>
        </p:grpSpPr>
        <p:sp>
          <p:nvSpPr>
            <p:cNvPr id="7" name="椭圆 37"/>
            <p:cNvSpPr>
              <a:spLocks noChangeAspect="1"/>
            </p:cNvSpPr>
            <p:nvPr/>
          </p:nvSpPr>
          <p:spPr>
            <a:xfrm rot="10800000">
              <a:off x="7847" y="4563"/>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肘形连接符 38"/>
            <p:cNvCxnSpPr>
              <a:stCxn id="5" idx="1"/>
              <a:endCxn id="7" idx="2"/>
            </p:cNvCxnSpPr>
            <p:nvPr/>
          </p:nvCxnSpPr>
          <p:spPr>
            <a:xfrm rot="10800000">
              <a:off x="7998" y="4638"/>
              <a:ext cx="2571" cy="1600"/>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4" name="標題 1"/>
          <p:cNvSpPr txBox="1"/>
          <p:nvPr/>
        </p:nvSpPr>
        <p:spPr>
          <a:xfrm>
            <a:off x="741988" y="12647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5.</a:t>
            </a:r>
            <a:r>
              <a:rPr lang="en-US" altLang="zh-CN" sz="2800" dirty="0">
                <a:sym typeface="+mn-ea"/>
              </a:rPr>
              <a:t> The key components</a:t>
            </a:r>
            <a:endParaRPr lang="en-US" altLang="zh-CN" dirty="0">
              <a:latin typeface="+mn-lt"/>
            </a:endParaRPr>
          </a:p>
        </p:txBody>
      </p:sp>
      <p:sp>
        <p:nvSpPr>
          <p:cNvPr id="21" name="文本框 20"/>
          <p:cNvSpPr txBox="1"/>
          <p:nvPr/>
        </p:nvSpPr>
        <p:spPr>
          <a:xfrm>
            <a:off x="301059" y="768252"/>
            <a:ext cx="3337529"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t>5.2 Robot</a:t>
            </a:r>
            <a:endParaRPr lang="zh-CN" altLang="en-US" sz="1800" b="1" dirty="0"/>
          </a:p>
        </p:txBody>
      </p:sp>
      <p:sp>
        <p:nvSpPr>
          <p:cNvPr id="25" name="椭圆 24"/>
          <p:cNvSpPr/>
          <p:nvPr/>
        </p:nvSpPr>
        <p:spPr>
          <a:xfrm>
            <a:off x="2930699" y="807814"/>
            <a:ext cx="329157" cy="318401"/>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1</a:t>
            </a:r>
            <a:endParaRPr kumimoji="0" lang="zh-CN" alt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endParaRP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13</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12289"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graphicFrame>
        <p:nvGraphicFramePr>
          <p:cNvPr id="12" name="表格 11"/>
          <p:cNvGraphicFramePr/>
          <p:nvPr>
            <p:custDataLst>
              <p:tags r:id="rId2"/>
            </p:custDataLst>
          </p:nvPr>
        </p:nvGraphicFramePr>
        <p:xfrm>
          <a:off x="7701280" y="1461770"/>
          <a:ext cx="4076700" cy="1879600"/>
        </p:xfrm>
        <a:graphic>
          <a:graphicData uri="http://schemas.openxmlformats.org/drawingml/2006/table">
            <a:tbl>
              <a:tblPr firstRow="1" bandRow="1">
                <a:tableStyleId>{5C22544A-7EE6-4342-B048-85BDC9FD1C3A}</a:tableStyleId>
              </a:tblPr>
              <a:tblGrid>
                <a:gridCol w="2296795">
                  <a:extLst>
                    <a:ext uri="{9D8B030D-6E8A-4147-A177-3AD203B41FA5}">
                      <a16:colId xmlns:a16="http://schemas.microsoft.com/office/drawing/2014/main" val="20000"/>
                    </a:ext>
                  </a:extLst>
                </a:gridCol>
                <a:gridCol w="1779905">
                  <a:extLst>
                    <a:ext uri="{9D8B030D-6E8A-4147-A177-3AD203B41FA5}">
                      <a16:colId xmlns:a16="http://schemas.microsoft.com/office/drawing/2014/main" val="20001"/>
                    </a:ext>
                  </a:extLst>
                </a:gridCol>
              </a:tblGrid>
              <a:tr h="424180">
                <a:tc>
                  <a:txBody>
                    <a:bodyPr/>
                    <a:lstStyle/>
                    <a:p>
                      <a:pPr indent="0" algn="ctr">
                        <a:buNone/>
                      </a:pPr>
                      <a:r>
                        <a:rPr lang="en-US" altLang="zh-CN" sz="1200" b="0" dirty="0">
                          <a:solidFill>
                            <a:srgbClr val="000000"/>
                          </a:solidFill>
                          <a:latin typeface="微软雅黑" panose="020B0503020204020204" pitchFamily="34" charset="-122"/>
                        </a:rPr>
                        <a:t>Maximum lifting weight         </a:t>
                      </a:r>
                      <a:r>
                        <a:rPr lang="zh-CN" altLang="en-US" sz="1200" b="0" dirty="0">
                          <a:solidFill>
                            <a:srgbClr val="000000"/>
                          </a:solidFill>
                          <a:latin typeface="微软雅黑" panose="020B0503020204020204" pitchFamily="34" charset="-122"/>
                        </a:rPr>
                        <a:t>最大可搬重量</a:t>
                      </a: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zh-CN" sz="1200" b="0" dirty="0">
                          <a:solidFill>
                            <a:srgbClr val="000000"/>
                          </a:solidFill>
                          <a:latin typeface="微软雅黑" panose="020B0503020204020204" pitchFamily="34" charset="-122"/>
                        </a:rPr>
                        <a:t>3KG</a:t>
                      </a:r>
                      <a:endParaRPr lang="en-US" altLang="en-US" sz="1200" b="0" dirty="0">
                        <a:solidFill>
                          <a:srgbClr val="000000"/>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4180">
                <a:tc>
                  <a:txBody>
                    <a:bodyPr/>
                    <a:lstStyle/>
                    <a:p>
                      <a:pPr indent="0" algn="ctr">
                        <a:buNone/>
                      </a:pPr>
                      <a:r>
                        <a:rPr lang="en-US" altLang="zh-CN" sz="1200" b="0" dirty="0">
                          <a:solidFill>
                            <a:srgbClr val="000000"/>
                          </a:solidFill>
                          <a:latin typeface="微软雅黑" panose="020B0503020204020204" pitchFamily="34" charset="-122"/>
                        </a:rPr>
                        <a:t>Arm length                              </a:t>
                      </a:r>
                      <a:r>
                        <a:rPr lang="zh-CN" altLang="en-US" sz="1200" b="0" dirty="0">
                          <a:solidFill>
                            <a:srgbClr val="000000"/>
                          </a:solidFill>
                          <a:latin typeface="微软雅黑" panose="020B0503020204020204" pitchFamily="34" charset="-122"/>
                        </a:rPr>
                        <a:t>臂長</a:t>
                      </a: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zh-CN" sz="1200" b="0" dirty="0">
                          <a:solidFill>
                            <a:srgbClr val="000000"/>
                          </a:solidFill>
                          <a:latin typeface="Arial" panose="020B0604020202020204" pitchFamily="34" charset="0"/>
                          <a:ea typeface="微软雅黑" panose="020B0503020204020204" pitchFamily="34" charset="-122"/>
                        </a:rPr>
                        <a:t>504mm</a:t>
                      </a: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4180">
                <a:tc>
                  <a:txBody>
                    <a:bodyPr/>
                    <a:lstStyle/>
                    <a:p>
                      <a:pPr indent="0" algn="ctr">
                        <a:buNone/>
                      </a:pPr>
                      <a:r>
                        <a:rPr lang="en-US" altLang="zh-CN" sz="1200" b="0" dirty="0">
                          <a:solidFill>
                            <a:srgbClr val="000000"/>
                          </a:solidFill>
                          <a:latin typeface="微软雅黑" panose="020B0503020204020204" pitchFamily="34" charset="-122"/>
                        </a:rPr>
                        <a:t>Positional repeatability           </a:t>
                      </a:r>
                      <a:r>
                        <a:rPr lang="zh-CN" altLang="en-US" sz="1200" b="0" dirty="0">
                          <a:solidFill>
                            <a:srgbClr val="000000"/>
                          </a:solidFill>
                          <a:latin typeface="微软雅黑" panose="020B0503020204020204" pitchFamily="34" charset="-122"/>
                        </a:rPr>
                        <a:t>位置重複精度</a:t>
                      </a: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200" b="0" dirty="0">
                          <a:solidFill>
                            <a:srgbClr val="000000"/>
                          </a:solidFill>
                          <a:latin typeface="微软雅黑" panose="020B0503020204020204" pitchFamily="34" charset="-122"/>
                        </a:rPr>
                        <a:t>±</a:t>
                      </a:r>
                      <a:r>
                        <a:rPr lang="en-US" altLang="zh-CN" sz="1200" b="0" dirty="0">
                          <a:solidFill>
                            <a:srgbClr val="000000"/>
                          </a:solidFill>
                          <a:latin typeface="微软雅黑" panose="020B0503020204020204" pitchFamily="34" charset="-122"/>
                        </a:rPr>
                        <a:t>0.02mm</a:t>
                      </a: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7060">
                <a:tc>
                  <a:txBody>
                    <a:bodyPr/>
                    <a:lstStyle/>
                    <a:p>
                      <a:pPr indent="0" algn="ctr">
                        <a:buNone/>
                      </a:pPr>
                      <a:r>
                        <a:rPr lang="zh-CN" sz="1200" b="0" dirty="0">
                          <a:solidFill>
                            <a:srgbClr val="000000"/>
                          </a:solidFill>
                          <a:latin typeface="Arial" panose="020B0604020202020204" pitchFamily="34" charset="0"/>
                          <a:ea typeface="微软雅黑" panose="020B0503020204020204" pitchFamily="34" charset="-122"/>
                        </a:rPr>
                        <a:t>Accuracy of software algorithm</a:t>
                      </a:r>
                    </a:p>
                    <a:p>
                      <a:pPr indent="0" algn="ctr">
                        <a:buNone/>
                      </a:pPr>
                      <a:r>
                        <a:rPr lang="zh-CN" sz="1200" b="0" dirty="0">
                          <a:solidFill>
                            <a:srgbClr val="000000"/>
                          </a:solidFill>
                          <a:latin typeface="Arial" panose="020B0604020202020204" pitchFamily="34" charset="0"/>
                          <a:ea typeface="微软雅黑" panose="020B0503020204020204" pitchFamily="34" charset="-122"/>
                        </a:rPr>
                        <a:t>软件算法精度</a:t>
                      </a:r>
                      <a:endParaRPr lang="en-US" altLang="en-US" sz="1200" b="0" dirty="0">
                        <a:solidFill>
                          <a:srgbClr val="000000"/>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200" b="0" dirty="0">
                          <a:solidFill>
                            <a:srgbClr val="000000"/>
                          </a:solidFill>
                          <a:latin typeface="微软雅黑" panose="020B0503020204020204" pitchFamily="34" charset="-122"/>
                        </a:rPr>
                        <a:t>±</a:t>
                      </a:r>
                      <a:r>
                        <a:rPr lang="en-US" altLang="zh-CN" sz="1200" b="0" dirty="0">
                          <a:solidFill>
                            <a:srgbClr val="000000"/>
                          </a:solidFill>
                          <a:latin typeface="微软雅黑" panose="020B0503020204020204" pitchFamily="34" charset="-122"/>
                        </a:rPr>
                        <a:t>0.02</a:t>
                      </a: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4" name="文本框 13"/>
          <p:cNvSpPr txBox="1"/>
          <p:nvPr/>
        </p:nvSpPr>
        <p:spPr>
          <a:xfrm>
            <a:off x="7701280" y="3496945"/>
            <a:ext cx="4213225" cy="1938992"/>
          </a:xfrm>
          <a:prstGeom prst="rect">
            <a:avLst/>
          </a:prstGeom>
          <a:noFill/>
        </p:spPr>
        <p:txBody>
          <a:bodyPr wrap="square" rtlCol="0">
            <a:spAutoFit/>
          </a:bodyPr>
          <a:lstStyle/>
          <a:p>
            <a:pPr indent="457200"/>
            <a:r>
              <a:rPr lang="zh-CN" altLang="en-US" sz="1200" dirty="0"/>
              <a:t>位置重複精度</a:t>
            </a:r>
            <a:r>
              <a:rPr lang="en-US" altLang="zh-CN" sz="1200" dirty="0"/>
              <a:t> =</a:t>
            </a:r>
            <a:r>
              <a:rPr lang="zh-CN" altLang="en-US" sz="1200" dirty="0"/>
              <a:t>±</a:t>
            </a:r>
            <a:r>
              <a:rPr lang="en-US" altLang="zh-CN" sz="1200" dirty="0"/>
              <a:t>0.02mm</a:t>
            </a:r>
            <a:r>
              <a:rPr lang="zh-CN" altLang="en-US" sz="1200" dirty="0"/>
              <a:t>；</a:t>
            </a:r>
          </a:p>
          <a:p>
            <a:pPr indent="457200"/>
            <a:r>
              <a:rPr lang="en-US" altLang="zh-CN" sz="1200" dirty="0">
                <a:solidFill>
                  <a:srgbClr val="000000"/>
                </a:solidFill>
                <a:latin typeface="+mn-ea"/>
              </a:rPr>
              <a:t>Positional repeatability </a:t>
            </a:r>
            <a:r>
              <a:rPr lang="zh-CN" altLang="en-US" sz="1200" dirty="0"/>
              <a:t>=±0.02mm；</a:t>
            </a:r>
          </a:p>
          <a:p>
            <a:pPr indent="457200"/>
            <a:endParaRPr lang="zh-CN" altLang="en-US" sz="1200" dirty="0"/>
          </a:p>
          <a:p>
            <a:pPr indent="457200"/>
            <a:r>
              <a:rPr lang="zh-CN" altLang="en-US" sz="1200" dirty="0"/>
              <a:t>組裝精度</a:t>
            </a:r>
            <a:r>
              <a:rPr lang="en-US" altLang="zh-CN" sz="1200" dirty="0"/>
              <a:t>=</a:t>
            </a:r>
            <a:r>
              <a:rPr lang="zh-CN" altLang="en-US" sz="1200" dirty="0"/>
              <a:t>位置重複精度</a:t>
            </a:r>
            <a:r>
              <a:rPr lang="en-US" altLang="zh-CN" sz="1200" dirty="0"/>
              <a:t> +</a:t>
            </a:r>
            <a:r>
              <a:rPr lang="zh-CN" altLang="en-US" sz="1200" dirty="0"/>
              <a:t>下蓋</a:t>
            </a:r>
            <a:r>
              <a:rPr lang="en-US" altLang="zh-CN" sz="1200" dirty="0"/>
              <a:t>CCD</a:t>
            </a:r>
            <a:r>
              <a:rPr lang="zh-CN" altLang="en-US" sz="1200" dirty="0"/>
              <a:t>识别精度</a:t>
            </a:r>
            <a:r>
              <a:rPr lang="en-US" altLang="zh-CN" sz="1200" dirty="0"/>
              <a:t>+PCB</a:t>
            </a:r>
            <a:r>
              <a:rPr lang="zh-CN" altLang="en-US" sz="1200" dirty="0"/>
              <a:t> </a:t>
            </a:r>
            <a:r>
              <a:rPr lang="en-US" altLang="zh-CN" sz="1200" dirty="0"/>
              <a:t>CCD</a:t>
            </a:r>
            <a:r>
              <a:rPr lang="zh-CN" altLang="en-US" sz="1200" dirty="0"/>
              <a:t>识别精度</a:t>
            </a:r>
            <a:r>
              <a:rPr lang="en-US" altLang="zh-CN" sz="1200" dirty="0"/>
              <a:t>+</a:t>
            </a:r>
            <a:r>
              <a:rPr lang="zh-CN" altLang="en-US" sz="1200" dirty="0"/>
              <a:t>软件算法精度：±（</a:t>
            </a:r>
            <a:r>
              <a:rPr lang="en-US" altLang="zh-CN" sz="1200" dirty="0"/>
              <a:t>0.02+0.0025+0.0025+0.02</a:t>
            </a:r>
            <a:r>
              <a:rPr lang="zh-CN" altLang="en-US" sz="1200" dirty="0"/>
              <a:t>）</a:t>
            </a:r>
            <a:r>
              <a:rPr lang="en-US" altLang="zh-CN" sz="1200" dirty="0"/>
              <a:t>=0.045mm</a:t>
            </a:r>
            <a:r>
              <a:rPr lang="zh-CN" altLang="en-US" sz="1200" dirty="0"/>
              <a:t>。</a:t>
            </a:r>
          </a:p>
          <a:p>
            <a:pPr indent="457200"/>
            <a:r>
              <a:rPr lang="en-US" altLang="zh-CN" sz="1200" dirty="0"/>
              <a:t>Assembly </a:t>
            </a:r>
            <a:r>
              <a:rPr lang="zh-CN" altLang="en-US" sz="1200" dirty="0"/>
              <a:t>accuracy = </a:t>
            </a:r>
            <a:r>
              <a:rPr lang="en-US" altLang="zh-CN" sz="1200" dirty="0">
                <a:solidFill>
                  <a:srgbClr val="000000"/>
                </a:solidFill>
                <a:latin typeface="+mn-ea"/>
              </a:rPr>
              <a:t>Positional repeatability </a:t>
            </a:r>
            <a:r>
              <a:rPr lang="zh-CN" altLang="en-US" sz="1200" dirty="0"/>
              <a:t>+ </a:t>
            </a:r>
            <a:r>
              <a:rPr lang="en-US" altLang="zh-CN" sz="1200" dirty="0">
                <a:ea typeface="宋体" panose="02010600030101010101" pitchFamily="2" charset="-122"/>
              </a:rPr>
              <a:t>front housing </a:t>
            </a:r>
            <a:r>
              <a:rPr lang="zh-CN" altLang="en-US" sz="1200" dirty="0"/>
              <a:t>CCD identification accuracy + </a:t>
            </a:r>
            <a:r>
              <a:rPr lang="en-US" altLang="zh-CN" sz="1200" dirty="0"/>
              <a:t>PCB </a:t>
            </a:r>
            <a:r>
              <a:rPr lang="zh-CN" altLang="en-US" sz="1200" dirty="0"/>
              <a:t>CCD identification accuracy+softwarealgorithmaccuracy:±(0.02+0.0025+0.0025+0.02) =0.045mm。</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6"/>
          <a:stretch>
            <a:fillRect/>
          </a:stretch>
        </p:blipFill>
        <p:spPr>
          <a:xfrm>
            <a:off x="361950" y="1642745"/>
            <a:ext cx="4276090" cy="4245610"/>
          </a:xfrm>
          <a:prstGeom prst="rect">
            <a:avLst/>
          </a:prstGeom>
        </p:spPr>
      </p:pic>
      <p:sp>
        <p:nvSpPr>
          <p:cNvPr id="66"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dirty="0">
                <a:sym typeface="+mn-ea"/>
              </a:rPr>
              <a:t>5</a:t>
            </a:r>
            <a:r>
              <a:rPr lang="en-US" altLang="zh-CN" noProof="0" dirty="0">
                <a:sym typeface="+mn-ea"/>
              </a:rPr>
              <a:t>.</a:t>
            </a:r>
            <a:r>
              <a:rPr lang="en-US" altLang="zh-CN" sz="2800" dirty="0">
                <a:sym typeface="+mn-ea"/>
              </a:rPr>
              <a:t> The key components</a:t>
            </a:r>
            <a:endParaRPr lang="en-US" altLang="zh-CN" dirty="0">
              <a:latin typeface="+mn-lt"/>
            </a:endParaRPr>
          </a:p>
        </p:txBody>
      </p:sp>
      <p:sp>
        <p:nvSpPr>
          <p:cNvPr id="2" name="文本框 1"/>
          <p:cNvSpPr txBox="1"/>
          <p:nvPr>
            <p:custDataLst>
              <p:tags r:id="rId1"/>
            </p:custDataLst>
          </p:nvPr>
        </p:nvSpPr>
        <p:spPr>
          <a:xfrm>
            <a:off x="300990" y="768350"/>
            <a:ext cx="5208270"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t>5.3 Material Fetching Component</a:t>
            </a:r>
          </a:p>
        </p:txBody>
      </p:sp>
      <p:sp>
        <p:nvSpPr>
          <p:cNvPr id="12291" name="灯片编号占位符 3"/>
          <p:cNvSpPr>
            <a:spLocks noGrp="1" noChangeArrowheads="1"/>
          </p:cNvSpPr>
          <p:nvPr>
            <p:custDataLst>
              <p:tags r:id="rId2"/>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14</a:t>
            </a:fld>
            <a:endParaRPr lang="zh-TW" altLang="en-US" sz="1400">
              <a:solidFill>
                <a:srgbClr val="898989"/>
              </a:solidFill>
              <a:latin typeface="Arial" panose="020B0604020202020204" pitchFamily="34" charset="0"/>
              <a:ea typeface="微软雅黑" panose="020B0503020204020204" pitchFamily="34" charset="-122"/>
            </a:endParaRPr>
          </a:p>
        </p:txBody>
      </p:sp>
      <p:sp>
        <p:nvSpPr>
          <p:cNvPr id="5" name="椭圆 4"/>
          <p:cNvSpPr/>
          <p:nvPr>
            <p:custDataLst>
              <p:tags r:id="rId3"/>
            </p:custDataLst>
          </p:nvPr>
        </p:nvSpPr>
        <p:spPr>
          <a:xfrm>
            <a:off x="4058286" y="788543"/>
            <a:ext cx="329157" cy="343064"/>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1</a:t>
            </a:r>
          </a:p>
        </p:txBody>
      </p:sp>
      <p:sp>
        <p:nvSpPr>
          <p:cNvPr id="7"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grpSp>
        <p:nvGrpSpPr>
          <p:cNvPr id="3" name="组合 2"/>
          <p:cNvGrpSpPr/>
          <p:nvPr/>
        </p:nvGrpSpPr>
        <p:grpSpPr>
          <a:xfrm>
            <a:off x="1754428" y="2786730"/>
            <a:ext cx="4317365" cy="2908588"/>
            <a:chOff x="1052831" y="2730409"/>
            <a:chExt cx="4317365" cy="2908588"/>
          </a:xfrm>
        </p:grpSpPr>
        <p:sp>
          <p:nvSpPr>
            <p:cNvPr id="23" name="TextBox 216"/>
            <p:cNvSpPr txBox="1">
              <a:spLocks noChangeArrowheads="1"/>
            </p:cNvSpPr>
            <p:nvPr/>
          </p:nvSpPr>
          <p:spPr bwMode="auto">
            <a:xfrm>
              <a:off x="4253231" y="2730409"/>
              <a:ext cx="1116965" cy="29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300" dirty="0">
                  <a:cs typeface="Calibri" panose="020F0502020204030204" charset="0"/>
                  <a:sym typeface="+mn-ea"/>
                </a:rPr>
                <a:t>Upper CCD</a:t>
              </a:r>
            </a:p>
          </p:txBody>
        </p:sp>
        <p:cxnSp>
          <p:nvCxnSpPr>
            <p:cNvPr id="24" name="直接箭头连接符 23"/>
            <p:cNvCxnSpPr/>
            <p:nvPr/>
          </p:nvCxnSpPr>
          <p:spPr>
            <a:xfrm flipH="1">
              <a:off x="2371726" y="2876459"/>
              <a:ext cx="1881505" cy="75311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26" name="TextBox 216"/>
            <p:cNvSpPr txBox="1">
              <a:spLocks noChangeArrowheads="1"/>
            </p:cNvSpPr>
            <p:nvPr/>
          </p:nvSpPr>
          <p:spPr bwMode="auto">
            <a:xfrm>
              <a:off x="4392931" y="5091339"/>
              <a:ext cx="719455" cy="29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300" dirty="0">
                  <a:cs typeface="Calibri" panose="020F0502020204030204" charset="0"/>
                  <a:sym typeface="+mn-ea"/>
                </a:rPr>
                <a:t>Nozzle</a:t>
              </a:r>
              <a:endParaRPr lang="zh-CN" altLang="en-US" sz="1300" dirty="0">
                <a:cs typeface="Calibri" panose="020F0502020204030204" charset="0"/>
              </a:endParaRPr>
            </a:p>
          </p:txBody>
        </p:sp>
        <p:cxnSp>
          <p:nvCxnSpPr>
            <p:cNvPr id="27" name="直接箭头连接符 26"/>
            <p:cNvCxnSpPr>
              <a:stCxn id="26" idx="1"/>
            </p:cNvCxnSpPr>
            <p:nvPr/>
          </p:nvCxnSpPr>
          <p:spPr>
            <a:xfrm flipH="1">
              <a:off x="1052831" y="5237042"/>
              <a:ext cx="3340100" cy="401955"/>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28" name="TextBox 216"/>
            <p:cNvSpPr txBox="1">
              <a:spLocks noChangeArrowheads="1"/>
            </p:cNvSpPr>
            <p:nvPr/>
          </p:nvSpPr>
          <p:spPr bwMode="auto">
            <a:xfrm>
              <a:off x="4318001" y="3794034"/>
              <a:ext cx="1011555" cy="29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300" dirty="0">
                  <a:cs typeface="Calibri" panose="020F0502020204030204" charset="0"/>
                  <a:sym typeface="+mn-ea"/>
                </a:rPr>
                <a:t>light source</a:t>
              </a:r>
              <a:endParaRPr lang="zh-CN" altLang="en-US" sz="1300" dirty="0">
                <a:cs typeface="Calibri" panose="020F0502020204030204" charset="0"/>
              </a:endParaRPr>
            </a:p>
          </p:txBody>
        </p:sp>
        <p:cxnSp>
          <p:nvCxnSpPr>
            <p:cNvPr id="29" name="直接箭头连接符 28"/>
            <p:cNvCxnSpPr>
              <a:stCxn id="28" idx="1"/>
            </p:cNvCxnSpPr>
            <p:nvPr/>
          </p:nvCxnSpPr>
          <p:spPr>
            <a:xfrm flipH="1">
              <a:off x="3035936" y="3939593"/>
              <a:ext cx="1282065" cy="808355"/>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grpSp>
      <p:pic>
        <p:nvPicPr>
          <p:cNvPr id="11" name="图片 10"/>
          <p:cNvPicPr>
            <a:picLocks noChangeAspect="1"/>
          </p:cNvPicPr>
          <p:nvPr/>
        </p:nvPicPr>
        <p:blipFill>
          <a:blip r:embed="rId7"/>
          <a:stretch>
            <a:fillRect/>
          </a:stretch>
        </p:blipFill>
        <p:spPr>
          <a:xfrm>
            <a:off x="6412864" y="1962675"/>
            <a:ext cx="5204024" cy="37075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92541" y="2166055"/>
            <a:ext cx="4914900" cy="3116580"/>
          </a:xfrm>
          <a:prstGeom prst="rect">
            <a:avLst/>
          </a:prstGeom>
        </p:spPr>
      </p:pic>
      <p:sp>
        <p:nvSpPr>
          <p:cNvPr id="66" name="標題 1"/>
          <p:cNvSpPr txBox="1"/>
          <p:nvPr/>
        </p:nvSpPr>
        <p:spPr>
          <a:xfrm>
            <a:off x="741988" y="135368"/>
            <a:ext cx="9543610" cy="615478"/>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defRPr/>
            </a:pPr>
            <a:r>
              <a:rPr lang="en-US" altLang="zh-CN" dirty="0">
                <a:sym typeface="+mn-ea"/>
              </a:rPr>
              <a:t>5.</a:t>
            </a:r>
            <a:r>
              <a:rPr lang="en-US" altLang="zh-CN" sz="3200" dirty="0">
                <a:sym typeface="+mn-ea"/>
              </a:rPr>
              <a:t> The key components</a:t>
            </a:r>
            <a:endParaRPr lang="en-US" altLang="zh-CN" sz="3600" dirty="0"/>
          </a:p>
        </p:txBody>
      </p:sp>
      <p:sp>
        <p:nvSpPr>
          <p:cNvPr id="26" name="文本框 20"/>
          <p:cNvSpPr txBox="1"/>
          <p:nvPr/>
        </p:nvSpPr>
        <p:spPr>
          <a:xfrm>
            <a:off x="301059" y="768252"/>
            <a:ext cx="3337529"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t>5.4 Feeder</a:t>
            </a:r>
            <a:endParaRPr lang="zh-CN" altLang="en-US" sz="1800" b="1" dirty="0">
              <a:sym typeface="+mn-ea"/>
            </a:endParaRPr>
          </a:p>
        </p:txBody>
      </p:sp>
      <p:sp>
        <p:nvSpPr>
          <p:cNvPr id="28" name="TextBox 216"/>
          <p:cNvSpPr txBox="1">
            <a:spLocks noChangeArrowheads="1"/>
          </p:cNvSpPr>
          <p:nvPr/>
        </p:nvSpPr>
        <p:spPr bwMode="auto">
          <a:xfrm>
            <a:off x="2209047" y="5080954"/>
            <a:ext cx="1009376" cy="585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lnSpc>
                <a:spcPct val="130000"/>
              </a:lnSpc>
            </a:pPr>
            <a:r>
              <a:rPr lang="en-US" altLang="zh-CN" sz="1300" dirty="0">
                <a:latin typeface="+mn-lt"/>
              </a:rPr>
              <a:t>Reclaiming area</a:t>
            </a:r>
            <a:endParaRPr lang="zh-CN" altLang="en-US" sz="1300" dirty="0">
              <a:latin typeface="+mn-lt"/>
            </a:endParaRPr>
          </a:p>
        </p:txBody>
      </p:sp>
      <p:sp>
        <p:nvSpPr>
          <p:cNvPr id="29" name="TextBox 216"/>
          <p:cNvSpPr txBox="1">
            <a:spLocks noChangeArrowheads="1"/>
          </p:cNvSpPr>
          <p:nvPr/>
        </p:nvSpPr>
        <p:spPr bwMode="auto">
          <a:xfrm>
            <a:off x="2590890" y="1442866"/>
            <a:ext cx="2171233" cy="325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30000"/>
              </a:lnSpc>
            </a:pPr>
            <a:r>
              <a:rPr lang="en-US" altLang="zh-CN" sz="1300" dirty="0">
                <a:latin typeface="+mn-lt"/>
              </a:rPr>
              <a:t>Schematic of coil material</a:t>
            </a:r>
            <a:endParaRPr lang="zh-CN" sz="1300" dirty="0">
              <a:latin typeface="+mn-lt"/>
            </a:endParaRPr>
          </a:p>
        </p:txBody>
      </p:sp>
      <p:sp>
        <p:nvSpPr>
          <p:cNvPr id="30" name="Shape 78"/>
          <p:cNvSpPr/>
          <p:nvPr/>
        </p:nvSpPr>
        <p:spPr>
          <a:xfrm rot="5400000">
            <a:off x="1460499" y="1795455"/>
            <a:ext cx="1394316" cy="1381613"/>
          </a:xfrm>
          <a:prstGeom prst="line">
            <a:avLst/>
          </a:prstGeom>
          <a:ln w="28575" cmpd="sng">
            <a:solidFill>
              <a:srgbClr val="FF0000"/>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a:p>
        </p:txBody>
      </p:sp>
      <p:sp>
        <p:nvSpPr>
          <p:cNvPr id="77" name="TextBox 216"/>
          <p:cNvSpPr txBox="1">
            <a:spLocks noChangeArrowheads="1"/>
          </p:cNvSpPr>
          <p:nvPr>
            <p:custDataLst>
              <p:tags r:id="rId1"/>
            </p:custDataLst>
          </p:nvPr>
        </p:nvSpPr>
        <p:spPr bwMode="auto">
          <a:xfrm>
            <a:off x="326577" y="5871799"/>
            <a:ext cx="5043771" cy="585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lnSpc>
                <a:spcPct val="130000"/>
              </a:lnSpc>
            </a:pPr>
            <a:r>
              <a:rPr lang="en-US" altLang="zh-CN" sz="1300" dirty="0">
                <a:latin typeface="+mn-lt"/>
                <a:sym typeface="+mn-ea"/>
              </a:rPr>
              <a:t>Note: It is recommended to manually wipe and clean the bidding platform with a dust-free cloth once per shift.</a:t>
            </a:r>
          </a:p>
        </p:txBody>
      </p:sp>
      <p:cxnSp>
        <p:nvCxnSpPr>
          <p:cNvPr id="78" name="肘形连接符 77"/>
          <p:cNvCxnSpPr>
            <a:stCxn id="79" idx="2"/>
          </p:cNvCxnSpPr>
          <p:nvPr>
            <p:custDataLst>
              <p:tags r:id="rId2"/>
            </p:custDataLst>
          </p:nvPr>
        </p:nvCxnSpPr>
        <p:spPr>
          <a:xfrm rot="5400000">
            <a:off x="4317841" y="2963190"/>
            <a:ext cx="824539" cy="697769"/>
          </a:xfrm>
          <a:prstGeom prst="bentConnector3">
            <a:avLst>
              <a:gd name="adj1" fmla="val 50000"/>
            </a:avLst>
          </a:prstGeom>
          <a:ln w="28575" cmpd="sng">
            <a:solidFill>
              <a:srgbClr val="FF0000"/>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9" name="TextBox 216"/>
          <p:cNvSpPr txBox="1">
            <a:spLocks noChangeArrowheads="1"/>
          </p:cNvSpPr>
          <p:nvPr>
            <p:custDataLst>
              <p:tags r:id="rId3"/>
            </p:custDataLst>
          </p:nvPr>
        </p:nvSpPr>
        <p:spPr bwMode="auto">
          <a:xfrm>
            <a:off x="4182701" y="2309643"/>
            <a:ext cx="1792586" cy="59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lnSpc>
                <a:spcPct val="130000"/>
              </a:lnSpc>
            </a:pPr>
            <a:r>
              <a:rPr lang="en-US" altLang="zh-CN" sz="1300" dirty="0">
                <a:sym typeface="+mn-ea"/>
              </a:rPr>
              <a:t>Material-sensing optical fibers</a:t>
            </a:r>
            <a:endParaRPr lang="zh-CN" sz="1300" dirty="0">
              <a:latin typeface="+mn-lt"/>
            </a:endParaRPr>
          </a:p>
        </p:txBody>
      </p:sp>
      <p:graphicFrame>
        <p:nvGraphicFramePr>
          <p:cNvPr id="80" name="表格 79"/>
          <p:cNvGraphicFramePr>
            <a:graphicFrameLocks noGrp="1"/>
          </p:cNvGraphicFramePr>
          <p:nvPr>
            <p:custDataLst>
              <p:tags r:id="rId4"/>
            </p:custDataLst>
          </p:nvPr>
        </p:nvGraphicFramePr>
        <p:xfrm>
          <a:off x="5975288" y="856101"/>
          <a:ext cx="4940003" cy="2597785"/>
        </p:xfrm>
        <a:graphic>
          <a:graphicData uri="http://schemas.openxmlformats.org/drawingml/2006/table">
            <a:tbl>
              <a:tblPr firstRow="1" bandRow="1">
                <a:tableStyleId>{5C22544A-7EE6-4342-B048-85BDC9FD1C3A}</a:tableStyleId>
              </a:tblPr>
              <a:tblGrid>
                <a:gridCol w="1925431">
                  <a:extLst>
                    <a:ext uri="{9D8B030D-6E8A-4147-A177-3AD203B41FA5}">
                      <a16:colId xmlns:a16="http://schemas.microsoft.com/office/drawing/2014/main" val="20000"/>
                    </a:ext>
                  </a:extLst>
                </a:gridCol>
                <a:gridCol w="3014572">
                  <a:extLst>
                    <a:ext uri="{9D8B030D-6E8A-4147-A177-3AD203B41FA5}">
                      <a16:colId xmlns:a16="http://schemas.microsoft.com/office/drawing/2014/main" val="20001"/>
                    </a:ext>
                  </a:extLst>
                </a:gridCol>
              </a:tblGrid>
              <a:tr h="540385">
                <a:tc grid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微软雅黑" panose="020B0503020204020204" pitchFamily="34" charset="-122"/>
                          <a:ea typeface="微软雅黑" panose="020B0503020204020204" pitchFamily="34" charset="-122"/>
                        </a:rPr>
                        <a:t>Bid dispenser</a:t>
                      </a:r>
                      <a:endParaRPr lang="zh-CN" altLang="en-US" sz="1200" dirty="0">
                        <a:solidFill>
                          <a:schemeClr val="tx1"/>
                        </a:solidFill>
                        <a:latin typeface="微软雅黑" panose="020B0503020204020204" pitchFamily="34" charset="-122"/>
                        <a:ea typeface="微软雅黑" panose="020B0503020204020204" pitchFamily="34" charset="-122"/>
                      </a:endParaRPr>
                    </a:p>
                  </a:txBody>
                  <a:tcPr anchor="ctr">
                    <a:solidFill>
                      <a:srgbClr val="00FF00"/>
                    </a:solidFill>
                  </a:tcPr>
                </a:tc>
                <a:tc hMerge="1">
                  <a:txBody>
                    <a:bodyPr/>
                    <a:lstStyle/>
                    <a:p>
                      <a:endParaRPr lang="en-US"/>
                    </a:p>
                  </a:txBody>
                  <a:tcPr/>
                </a:tc>
                <a:extLst>
                  <a:ext uri="{0D108BD9-81ED-4DB2-BD59-A6C34878D82A}">
                    <a16:rowId xmlns:a16="http://schemas.microsoft.com/office/drawing/2014/main" val="10000"/>
                  </a:ext>
                </a:extLst>
              </a:tr>
              <a:tr h="357261">
                <a:tc>
                  <a:txBody>
                    <a:bodyPr/>
                    <a:lstStyle/>
                    <a:p>
                      <a:pPr algn="ctr"/>
                      <a:r>
                        <a:rPr lang="en-US" altLang="zh-CN" sz="1200" dirty="0">
                          <a:latin typeface="微软雅黑" panose="020B0503020204020204" pitchFamily="34" charset="-122"/>
                          <a:ea typeface="微软雅黑" panose="020B0503020204020204" pitchFamily="34" charset="-122"/>
                        </a:rPr>
                        <a:t>category</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sz="1200" dirty="0">
                          <a:latin typeface="微软雅黑" panose="020B0503020204020204" pitchFamily="34" charset="-122"/>
                          <a:ea typeface="微软雅黑" panose="020B0503020204020204" pitchFamily="34" charset="-122"/>
                        </a:rPr>
                        <a:t>120-Forward push type bid dispensing machine (standard machine</a:t>
                      </a:r>
                      <a:r>
                        <a:rPr lang="zh-CN" altLang="en-US" sz="1200" dirty="0">
                          <a:latin typeface="微软雅黑" panose="020B0503020204020204" pitchFamily="34" charset="-122"/>
                          <a:ea typeface="微软雅黑" panose="020B0503020204020204" pitchFamily="34" charset="-122"/>
                        </a:rPr>
                        <a:t>）</a:t>
                      </a:r>
                    </a:p>
                  </a:txBody>
                  <a:tcPr anchor="ctr"/>
                </a:tc>
                <a:extLst>
                  <a:ext uri="{0D108BD9-81ED-4DB2-BD59-A6C34878D82A}">
                    <a16:rowId xmlns:a16="http://schemas.microsoft.com/office/drawing/2014/main" val="10001"/>
                  </a:ext>
                </a:extLst>
              </a:tr>
              <a:tr h="307731">
                <a:tc>
                  <a:txBody>
                    <a:bodyPr/>
                    <a:lstStyle/>
                    <a:p>
                      <a:pPr algn="ctr"/>
                      <a:r>
                        <a:rPr lang="en-US" altLang="zh-CN" sz="1200">
                          <a:latin typeface="微软雅黑" panose="020B0503020204020204" pitchFamily="34" charset="-122"/>
                          <a:ea typeface="微软雅黑" panose="020B0503020204020204" pitchFamily="34" charset="-122"/>
                        </a:rPr>
                        <a:t>UPH</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rPr>
                        <a:t>1s</a:t>
                      </a:r>
                      <a:r>
                        <a:rPr lang="en-US" altLang="zh-CN"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rPr>
                        <a:t>/pcs</a:t>
                      </a:r>
                      <a:endParaRPr 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2"/>
                  </a:ext>
                </a:extLst>
              </a:tr>
              <a:tr h="360484">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latin typeface="微软雅黑" panose="020B0503020204020204" pitchFamily="34" charset="-122"/>
                          <a:ea typeface="微软雅黑" panose="020B0503020204020204" pitchFamily="34" charset="-122"/>
                        </a:rPr>
                        <a:t>The maximum diameter of the coil</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dirty="0">
                          <a:latin typeface="微软雅黑" panose="020B0503020204020204" pitchFamily="34" charset="-122"/>
                          <a:ea typeface="微软雅黑" panose="020B0503020204020204" pitchFamily="34" charset="-122"/>
                        </a:rPr>
                        <a:t>76mm</a:t>
                      </a:r>
                    </a:p>
                  </a:txBody>
                  <a:tcPr anchor="ctr"/>
                </a:tc>
                <a:extLst>
                  <a:ext uri="{0D108BD9-81ED-4DB2-BD59-A6C34878D82A}">
                    <a16:rowId xmlns:a16="http://schemas.microsoft.com/office/drawing/2014/main" val="10003"/>
                  </a:ext>
                </a:extLst>
              </a:tr>
              <a:tr h="378069">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latin typeface="微软雅黑" panose="020B0503020204020204" pitchFamily="34" charset="-122"/>
                          <a:ea typeface="微软雅黑" panose="020B0503020204020204" pitchFamily="34" charset="-122"/>
                        </a:rPr>
                        <a:t>Maximum strip width</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buNone/>
                      </a:pPr>
                      <a:r>
                        <a:rPr lang="en-US" altLang="zh-CN" sz="1200" dirty="0">
                          <a:latin typeface="微软雅黑" panose="020B0503020204020204" pitchFamily="34" charset="-122"/>
                          <a:ea typeface="微软雅黑" panose="020B0503020204020204" pitchFamily="34" charset="-122"/>
                        </a:rPr>
                        <a:t>69.855mm</a:t>
                      </a:r>
                    </a:p>
                  </a:txBody>
                  <a:tcPr anchor="ctr"/>
                </a:tc>
                <a:extLst>
                  <a:ext uri="{0D108BD9-81ED-4DB2-BD59-A6C34878D82A}">
                    <a16:rowId xmlns:a16="http://schemas.microsoft.com/office/drawing/2014/main" val="10004"/>
                  </a:ext>
                </a:extLst>
              </a:tr>
              <a:tr h="37528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latin typeface="微软雅黑" panose="020B0503020204020204" pitchFamily="34" charset="-122"/>
                          <a:ea typeface="微软雅黑" panose="020B0503020204020204" pitchFamily="34" charset="-122"/>
                        </a:rPr>
                        <a:t>The quantity of a single roll of material</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buNone/>
                      </a:pPr>
                      <a:r>
                        <a:rPr lang="en-US" altLang="zh-CN" sz="1200" dirty="0">
                          <a:latin typeface="微软雅黑" panose="020B0503020204020204" pitchFamily="34" charset="-122"/>
                          <a:ea typeface="微软雅黑" panose="020B0503020204020204" pitchFamily="34" charset="-122"/>
                        </a:rPr>
                        <a:t>estimate500</a:t>
                      </a:r>
                    </a:p>
                  </a:txBody>
                  <a:tcPr anchor="ctr"/>
                </a:tc>
                <a:extLst>
                  <a:ext uri="{0D108BD9-81ED-4DB2-BD59-A6C34878D82A}">
                    <a16:rowId xmlns:a16="http://schemas.microsoft.com/office/drawing/2014/main" val="10005"/>
                  </a:ext>
                </a:extLst>
              </a:tr>
            </a:tbl>
          </a:graphicData>
        </a:graphic>
      </p:graphicFrame>
      <p:sp>
        <p:nvSpPr>
          <p:cNvPr id="82" name="椭圆 81"/>
          <p:cNvSpPr/>
          <p:nvPr/>
        </p:nvSpPr>
        <p:spPr>
          <a:xfrm>
            <a:off x="2983066" y="773234"/>
            <a:ext cx="329157" cy="342992"/>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Calibri" panose="020F0502020204030204" charset="0"/>
                <a:ea typeface="微软雅黑" panose="020B0503020204020204" pitchFamily="34" charset="-122"/>
                <a:cs typeface="Calibri" panose="020F0502020204030204" charset="0"/>
                <a:sym typeface="Helvetica Neue Light"/>
              </a:rPr>
              <a:t>2</a:t>
            </a:r>
          </a:p>
        </p:txBody>
      </p:sp>
      <p:cxnSp>
        <p:nvCxnSpPr>
          <p:cNvPr id="86" name="肘形连接符 85"/>
          <p:cNvCxnSpPr>
            <a:stCxn id="28" idx="3"/>
          </p:cNvCxnSpPr>
          <p:nvPr>
            <p:custDataLst>
              <p:tags r:id="rId5"/>
            </p:custDataLst>
          </p:nvPr>
        </p:nvCxnSpPr>
        <p:spPr>
          <a:xfrm flipV="1">
            <a:off x="3218423" y="3890027"/>
            <a:ext cx="1058140" cy="1483636"/>
          </a:xfrm>
          <a:prstGeom prst="bentConnector2">
            <a:avLst/>
          </a:prstGeom>
          <a:ln w="28575" cmpd="sng">
            <a:solidFill>
              <a:srgbClr val="FF0000"/>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2291" name="灯片编号占位符 3"/>
          <p:cNvSpPr>
            <a:spLocks noGrp="1" noChangeArrowheads="1"/>
          </p:cNvSpPr>
          <p:nvPr>
            <p:custDataLst>
              <p:tags r:id="rId6"/>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15</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8"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pic>
        <p:nvPicPr>
          <p:cNvPr id="3" name="图片 2"/>
          <p:cNvPicPr>
            <a:picLocks noChangeAspect="1"/>
          </p:cNvPicPr>
          <p:nvPr/>
        </p:nvPicPr>
        <p:blipFill>
          <a:blip r:embed="rId10"/>
          <a:stretch>
            <a:fillRect/>
          </a:stretch>
        </p:blipFill>
        <p:spPr>
          <a:xfrm>
            <a:off x="6031230" y="3617595"/>
            <a:ext cx="4635500" cy="274066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defRPr/>
            </a:pPr>
            <a:r>
              <a:rPr lang="en-US" altLang="zh-CN" noProof="0" dirty="0">
                <a:sym typeface="+mn-ea"/>
              </a:rPr>
              <a:t>5. </a:t>
            </a:r>
            <a:r>
              <a:rPr lang="en-US" altLang="zh-CN" sz="2800" dirty="0">
                <a:sym typeface="+mn-ea"/>
              </a:rPr>
              <a:t>The key components</a:t>
            </a:r>
            <a:endParaRPr lang="zh-CN" altLang="en-US" noProof="0" dirty="0">
              <a:latin typeface="+mn-lt"/>
              <a:ea typeface="宋体" panose="02010600030101010101" pitchFamily="2" charset="-122"/>
              <a:sym typeface="+mn-ea"/>
            </a:endParaRPr>
          </a:p>
        </p:txBody>
      </p:sp>
      <p:sp>
        <p:nvSpPr>
          <p:cNvPr id="21" name="文本框 20"/>
          <p:cNvSpPr txBox="1"/>
          <p:nvPr/>
        </p:nvSpPr>
        <p:spPr>
          <a:xfrm>
            <a:off x="301059" y="768252"/>
            <a:ext cx="3337529"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t>5.5 Upper CCD</a:t>
            </a:r>
            <a:endParaRPr lang="zh-CN" altLang="en-US" sz="1800" b="1" dirty="0">
              <a:sym typeface="+mn-ea"/>
            </a:endParaRPr>
          </a:p>
        </p:txBody>
      </p:sp>
      <p:sp>
        <p:nvSpPr>
          <p:cNvPr id="11267" name="灯片编号占位符 3"/>
          <p:cNvSpPr txBox="1">
            <a:spLocks noGrp="1"/>
          </p:cNvSpPr>
          <p:nvPr>
            <p:ph type="sldNum" sz="quarter" idx="4294967295"/>
          </p:nvPr>
        </p:nvSpPr>
        <p:spPr>
          <a:xfrm>
            <a:off x="9196388" y="6403975"/>
            <a:ext cx="2743200" cy="365125"/>
          </a:xfrm>
          <a:noFill/>
          <a:ln>
            <a:noFill/>
          </a:ln>
        </p:spPr>
        <p:txBody>
          <a:bodyPr lIns="108850" tIns="54425" rIns="108850" bIns="54425" anchor="ctr"/>
          <a:lstStyle>
            <a:lvl1pPr marL="0" lvl="0" indent="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defRPr>
            </a:lvl1pPr>
            <a:lvl2pPr marL="542925" lvl="1" indent="-8572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cs typeface="+mn-cs"/>
              </a:defRPr>
            </a:lvl2pPr>
            <a:lvl3pPr marL="1087755" lvl="2" indent="-17335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cs typeface="+mn-cs"/>
              </a:defRPr>
            </a:lvl3pPr>
            <a:lvl4pPr marL="1631950" lvl="3" indent="-26035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cs typeface="+mn-cs"/>
              </a:defRPr>
            </a:lvl4pPr>
            <a:lvl5pPr marL="2176780" lvl="4" indent="-34798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cs typeface="+mn-cs"/>
              </a:defRPr>
            </a:lvl5pPr>
          </a:lstStyle>
          <a:p>
            <a:pPr lvl="0" algn="r" eaLnBrk="1" hangingPunct="1"/>
            <a:fld id="{9A0DB2DC-4C9A-4742-B13C-FB6460FD3503}" type="slidenum">
              <a:rPr lang="en-US" altLang="en-US" sz="1400" dirty="0">
                <a:solidFill>
                  <a:srgbClr val="898989"/>
                </a:solidFill>
                <a:latin typeface="Arial" panose="020B0604020202020204" pitchFamily="34" charset="0"/>
                <a:ea typeface="微软雅黑" panose="020B0503020204020204" pitchFamily="34" charset="-122"/>
              </a:rPr>
              <a:t>16</a:t>
            </a:fld>
            <a:endParaRPr lang="en-US" altLang="en-US" sz="1400" dirty="0">
              <a:solidFill>
                <a:srgbClr val="898989"/>
              </a:solidFill>
              <a:latin typeface="Arial" panose="020B0604020202020204" pitchFamily="34" charset="0"/>
              <a:ea typeface="微软雅黑" panose="020B0503020204020204" pitchFamily="34" charset="-122"/>
            </a:endParaRPr>
          </a:p>
        </p:txBody>
      </p:sp>
      <p:sp>
        <p:nvSpPr>
          <p:cNvPr id="4" name="椭圆 3"/>
          <p:cNvSpPr/>
          <p:nvPr/>
        </p:nvSpPr>
        <p:spPr>
          <a:xfrm>
            <a:off x="2017975" y="781505"/>
            <a:ext cx="329157" cy="343064"/>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1</a:t>
            </a:r>
            <a:endParaRPr kumimoji="0" lang="zh-CN" alt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endParaRPr>
          </a:p>
        </p:txBody>
      </p:sp>
      <p:sp>
        <p:nvSpPr>
          <p:cNvPr id="2"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dirty="0">
                <a:latin typeface="宋体" panose="02010600030101010101" pitchFamily="2" charset="-122"/>
              </a:rPr>
              <a:t>unit</a:t>
            </a:r>
            <a:r>
              <a:rPr lang="zh-CN" altLang="en-US" sz="1100" dirty="0">
                <a:latin typeface="宋体" panose="02010600030101010101" pitchFamily="2" charset="-122"/>
              </a:rPr>
              <a:t>：</a:t>
            </a:r>
            <a:r>
              <a:rPr lang="en-US" altLang="zh-CN" sz="1100" dirty="0">
                <a:latin typeface="宋体" panose="02010600030101010101" pitchFamily="2" charset="-122"/>
              </a:rPr>
              <a:t>mm</a:t>
            </a:r>
            <a:endParaRPr lang="zh-CN" altLang="en-US" sz="1100" dirty="0">
              <a:latin typeface="宋体" panose="02010600030101010101" pitchFamily="2" charset="-122"/>
            </a:endParaRPr>
          </a:p>
        </p:txBody>
      </p:sp>
      <p:grpSp>
        <p:nvGrpSpPr>
          <p:cNvPr id="9" name="组合 8"/>
          <p:cNvGrpSpPr/>
          <p:nvPr/>
        </p:nvGrpSpPr>
        <p:grpSpPr>
          <a:xfrm>
            <a:off x="6641142" y="1042402"/>
            <a:ext cx="4860071" cy="5509453"/>
            <a:chOff x="6641142" y="1042402"/>
            <a:chExt cx="4860071" cy="5509453"/>
          </a:xfrm>
        </p:grpSpPr>
        <p:pic>
          <p:nvPicPr>
            <p:cNvPr id="12" name="图片 11"/>
            <p:cNvPicPr>
              <a:picLocks noChangeAspect="1"/>
            </p:cNvPicPr>
            <p:nvPr/>
          </p:nvPicPr>
          <p:blipFill rotWithShape="1">
            <a:blip r:embed="rId5"/>
            <a:srcRect l="18996" t="7422" r="21617" b="3191"/>
            <a:stretch>
              <a:fillRect/>
            </a:stretch>
          </p:blipFill>
          <p:spPr>
            <a:xfrm>
              <a:off x="9125687" y="2035906"/>
              <a:ext cx="1282362" cy="2587615"/>
            </a:xfrm>
            <a:prstGeom prst="rect">
              <a:avLst/>
            </a:prstGeom>
          </p:spPr>
        </p:pic>
        <p:pic>
          <p:nvPicPr>
            <p:cNvPr id="13" name="图片 12"/>
            <p:cNvPicPr>
              <a:picLocks noChangeAspect="1"/>
            </p:cNvPicPr>
            <p:nvPr/>
          </p:nvPicPr>
          <p:blipFill>
            <a:blip r:embed="rId6"/>
            <a:stretch>
              <a:fillRect/>
            </a:stretch>
          </p:blipFill>
          <p:spPr>
            <a:xfrm>
              <a:off x="8500408" y="5044648"/>
              <a:ext cx="2652481" cy="1193476"/>
            </a:xfrm>
            <a:prstGeom prst="rect">
              <a:avLst/>
            </a:prstGeom>
          </p:spPr>
        </p:pic>
        <p:sp>
          <p:nvSpPr>
            <p:cNvPr id="14" name="文本框 12"/>
            <p:cNvSpPr txBox="1"/>
            <p:nvPr/>
          </p:nvSpPr>
          <p:spPr>
            <a:xfrm>
              <a:off x="6971125" y="1094425"/>
              <a:ext cx="1031051" cy="369332"/>
            </a:xfrm>
            <a:prstGeom prst="rect">
              <a:avLst/>
            </a:prstGeom>
            <a:noFill/>
          </p:spPr>
          <p:txBody>
            <a:bodyPr wrap="none" rtlCol="0" anchor="t">
              <a:spAutoFit/>
            </a:bodyPr>
            <a:lstStyle/>
            <a:p>
              <a:pPr algn="l"/>
              <a:r>
                <a:rPr lang="zh-CN" altLang="en-US" dirty="0"/>
                <a:t>layout：</a:t>
              </a:r>
            </a:p>
          </p:txBody>
        </p:sp>
        <p:cxnSp>
          <p:nvCxnSpPr>
            <p:cNvPr id="15" name="直接连接符 24"/>
            <p:cNvCxnSpPr/>
            <p:nvPr/>
          </p:nvCxnSpPr>
          <p:spPr>
            <a:xfrm flipH="1">
              <a:off x="9913802" y="4456478"/>
              <a:ext cx="55755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25"/>
            <p:cNvCxnSpPr/>
            <p:nvPr/>
          </p:nvCxnSpPr>
          <p:spPr>
            <a:xfrm flipH="1">
              <a:off x="10232981" y="5278447"/>
              <a:ext cx="55755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箭头连接符 28"/>
            <p:cNvCxnSpPr/>
            <p:nvPr/>
          </p:nvCxnSpPr>
          <p:spPr>
            <a:xfrm>
              <a:off x="10623729" y="3534747"/>
              <a:ext cx="0" cy="1740639"/>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8" name="文本框 19"/>
            <p:cNvSpPr txBox="1"/>
            <p:nvPr/>
          </p:nvSpPr>
          <p:spPr>
            <a:xfrm>
              <a:off x="10620844" y="4479124"/>
              <a:ext cx="880369" cy="246221"/>
            </a:xfrm>
            <a:prstGeom prst="rect">
              <a:avLst/>
            </a:prstGeom>
            <a:noFill/>
          </p:spPr>
          <p:txBody>
            <a:bodyPr wrap="none" rtlCol="0">
              <a:spAutoFit/>
            </a:bodyPr>
            <a:lstStyle/>
            <a:p>
              <a:r>
                <a:rPr lang="en-US" altLang="zh-CN" sz="1000" dirty="0">
                  <a:solidFill>
                    <a:srgbClr val="FF0000"/>
                  </a:solidFill>
                </a:rPr>
                <a:t>350</a:t>
              </a:r>
              <a:r>
                <a:rPr lang="zh-CN" altLang="en-US" sz="1000" dirty="0">
                  <a:solidFill>
                    <a:srgbClr val="FF0000"/>
                  </a:solidFill>
                </a:rPr>
                <a:t>±</a:t>
              </a:r>
              <a:r>
                <a:rPr lang="en-US" altLang="zh-CN" sz="1000" dirty="0">
                  <a:solidFill>
                    <a:srgbClr val="FF0000"/>
                  </a:solidFill>
                </a:rPr>
                <a:t>10mm</a:t>
              </a:r>
            </a:p>
          </p:txBody>
        </p:sp>
        <p:cxnSp>
          <p:nvCxnSpPr>
            <p:cNvPr id="19" name="直接连接符 20"/>
            <p:cNvCxnSpPr/>
            <p:nvPr/>
          </p:nvCxnSpPr>
          <p:spPr>
            <a:xfrm flipH="1">
              <a:off x="9848581" y="3534747"/>
              <a:ext cx="947147"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箭头连接符 22"/>
            <p:cNvCxnSpPr/>
            <p:nvPr/>
          </p:nvCxnSpPr>
          <p:spPr>
            <a:xfrm>
              <a:off x="10322154" y="3534747"/>
              <a:ext cx="0" cy="934359"/>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2" name="文本框 23"/>
            <p:cNvSpPr txBox="1"/>
            <p:nvPr/>
          </p:nvSpPr>
          <p:spPr>
            <a:xfrm>
              <a:off x="9821589" y="4468967"/>
              <a:ext cx="670526" cy="237318"/>
            </a:xfrm>
            <a:prstGeom prst="rect">
              <a:avLst/>
            </a:prstGeom>
            <a:noFill/>
          </p:spPr>
          <p:txBody>
            <a:bodyPr wrap="none" rtlCol="0">
              <a:spAutoFit/>
            </a:bodyPr>
            <a:lstStyle/>
            <a:p>
              <a:r>
                <a:rPr lang="en-US" altLang="zh-CN" sz="1000" dirty="0">
                  <a:solidFill>
                    <a:srgbClr val="FF0000"/>
                  </a:solidFill>
                </a:rPr>
                <a:t>50</a:t>
              </a:r>
              <a:r>
                <a:rPr lang="zh-CN" altLang="en-US" sz="1000" dirty="0">
                  <a:solidFill>
                    <a:srgbClr val="FF0000"/>
                  </a:solidFill>
                </a:rPr>
                <a:t>±</a:t>
              </a:r>
              <a:r>
                <a:rPr lang="en-US" altLang="zh-CN" sz="1000" dirty="0">
                  <a:solidFill>
                    <a:srgbClr val="FF0000"/>
                  </a:solidFill>
                </a:rPr>
                <a:t>10mm</a:t>
              </a:r>
            </a:p>
          </p:txBody>
        </p:sp>
        <p:grpSp>
          <p:nvGrpSpPr>
            <p:cNvPr id="23" name="组合 35"/>
            <p:cNvGrpSpPr/>
            <p:nvPr/>
          </p:nvGrpSpPr>
          <p:grpSpPr>
            <a:xfrm>
              <a:off x="8896819" y="3403778"/>
              <a:ext cx="1016986" cy="130977"/>
              <a:chOff x="7179" y="3207"/>
              <a:chExt cx="1762" cy="214"/>
            </a:xfrm>
          </p:grpSpPr>
          <p:sp>
            <p:nvSpPr>
              <p:cNvPr id="40" name="椭圆 26"/>
              <p:cNvSpPr>
                <a:spLocks noChangeAspect="1"/>
              </p:cNvSpPr>
              <p:nvPr/>
            </p:nvSpPr>
            <p:spPr>
              <a:xfrm>
                <a:off x="8790" y="3270"/>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1" name="肘形连接符 27"/>
              <p:cNvCxnSpPr>
                <a:stCxn id="24" idx="3"/>
                <a:endCxn id="40" idx="2"/>
              </p:cNvCxnSpPr>
              <p:nvPr/>
            </p:nvCxnSpPr>
            <p:spPr>
              <a:xfrm>
                <a:off x="7179" y="3207"/>
                <a:ext cx="1611" cy="138"/>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24" name="文本框 30"/>
            <p:cNvSpPr txBox="1"/>
            <p:nvPr/>
          </p:nvSpPr>
          <p:spPr>
            <a:xfrm>
              <a:off x="6641142" y="3265450"/>
              <a:ext cx="2255746" cy="276999"/>
            </a:xfrm>
            <a:prstGeom prst="rect">
              <a:avLst/>
            </a:prstGeom>
            <a:noFill/>
          </p:spPr>
          <p:txBody>
            <a:bodyPr wrap="none" rtlCol="0">
              <a:spAutoFit/>
            </a:bodyPr>
            <a:lstStyle/>
            <a:p>
              <a:pPr algn="ctr"/>
              <a:r>
                <a:rPr lang="en-US" altLang="zh-CN" sz="1200" b="0" kern="100" dirty="0">
                  <a:solidFill>
                    <a:schemeClr val="tx1"/>
                  </a:solidFill>
                  <a:effectLst/>
                  <a:latin typeface="等线" panose="02010600030101010101" charset="-122"/>
                  <a:ea typeface="等线" panose="02010600030101010101" charset="-122"/>
                  <a:cs typeface="+mn-cs"/>
                </a:rPr>
                <a:t>camera lens</a:t>
              </a:r>
              <a:r>
                <a:rPr lang="zh-CN" altLang="en-US" sz="1200" kern="100" dirty="0">
                  <a:effectLst/>
                  <a:latin typeface="等线" panose="02010600030101010101" charset="-122"/>
                  <a:ea typeface="等线" panose="02010600030101010101" charset="-122"/>
                  <a:sym typeface="+mn-ea"/>
                </a:rPr>
                <a:t>：</a:t>
              </a:r>
              <a:r>
                <a:rPr lang="en-US" altLang="zh-CN" sz="1200" kern="100" dirty="0">
                  <a:latin typeface="等线" panose="02010600030101010101" charset="-122"/>
                  <a:sym typeface="+mn-ea"/>
                </a:rPr>
                <a:t>FL-CC1214A-2M</a:t>
              </a:r>
            </a:p>
          </p:txBody>
        </p:sp>
        <p:grpSp>
          <p:nvGrpSpPr>
            <p:cNvPr id="25" name="组合 31"/>
            <p:cNvGrpSpPr/>
            <p:nvPr/>
          </p:nvGrpSpPr>
          <p:grpSpPr>
            <a:xfrm>
              <a:off x="8600725" y="2900675"/>
              <a:ext cx="1247856" cy="92418"/>
              <a:chOff x="6779" y="3270"/>
              <a:chExt cx="2162" cy="151"/>
            </a:xfrm>
          </p:grpSpPr>
          <p:sp>
            <p:nvSpPr>
              <p:cNvPr id="38" name="椭圆 37"/>
              <p:cNvSpPr>
                <a:spLocks noChangeAspect="1"/>
              </p:cNvSpPr>
              <p:nvPr/>
            </p:nvSpPr>
            <p:spPr>
              <a:xfrm>
                <a:off x="8790" y="3270"/>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肘形连接符 39"/>
              <p:cNvCxnSpPr>
                <a:stCxn id="26" idx="3"/>
                <a:endCxn id="38" idx="2"/>
              </p:cNvCxnSpPr>
              <p:nvPr/>
            </p:nvCxnSpPr>
            <p:spPr>
              <a:xfrm flipV="1">
                <a:off x="6779" y="3345"/>
                <a:ext cx="2011" cy="22"/>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26" name="文本框 40"/>
            <p:cNvSpPr txBox="1"/>
            <p:nvPr/>
          </p:nvSpPr>
          <p:spPr>
            <a:xfrm>
              <a:off x="6738523" y="2729304"/>
              <a:ext cx="1862202" cy="461665"/>
            </a:xfrm>
            <a:prstGeom prst="rect">
              <a:avLst/>
            </a:prstGeom>
            <a:noFill/>
          </p:spPr>
          <p:txBody>
            <a:bodyPr wrap="square" rtlCol="0">
              <a:spAutoFit/>
            </a:bodyPr>
            <a:lstStyle/>
            <a:p>
              <a:pPr algn="ctr"/>
              <a:r>
                <a:rPr lang="zh-CN" altLang="en-US" sz="1200" dirty="0">
                  <a:latin typeface="等线" panose="02010600030101010101" charset="-122"/>
                  <a:ea typeface="等线" panose="02010600030101010101" charset="-122"/>
                  <a:cs typeface="等线" panose="02010600030101010101" charset="-122"/>
                </a:rPr>
                <a:t>camera：</a:t>
              </a:r>
              <a:r>
                <a:rPr lang="en-US" altLang="zh-CN" sz="1200" dirty="0">
                  <a:latin typeface="等线" panose="02010600030101010101" charset="-122"/>
                  <a:sym typeface="+mn-ea"/>
                </a:rPr>
                <a:t>FM-GE500-22M</a:t>
              </a:r>
            </a:p>
          </p:txBody>
        </p:sp>
        <p:grpSp>
          <p:nvGrpSpPr>
            <p:cNvPr id="27" name="组合 50"/>
            <p:cNvGrpSpPr/>
            <p:nvPr/>
          </p:nvGrpSpPr>
          <p:grpSpPr>
            <a:xfrm>
              <a:off x="8720200" y="4162699"/>
              <a:ext cx="1015831" cy="123632"/>
              <a:chOff x="7181" y="3347"/>
              <a:chExt cx="1760" cy="202"/>
            </a:xfrm>
          </p:grpSpPr>
          <p:sp>
            <p:nvSpPr>
              <p:cNvPr id="36" name="椭圆 51"/>
              <p:cNvSpPr>
                <a:spLocks noChangeAspect="1"/>
              </p:cNvSpPr>
              <p:nvPr/>
            </p:nvSpPr>
            <p:spPr>
              <a:xfrm>
                <a:off x="8790" y="3398"/>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肘形连接符 52"/>
              <p:cNvCxnSpPr>
                <a:stCxn id="28" idx="3"/>
                <a:endCxn id="36" idx="2"/>
              </p:cNvCxnSpPr>
              <p:nvPr/>
            </p:nvCxnSpPr>
            <p:spPr>
              <a:xfrm>
                <a:off x="7181" y="3347"/>
                <a:ext cx="1609" cy="127"/>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28" name="文本框 53"/>
            <p:cNvSpPr txBox="1"/>
            <p:nvPr/>
          </p:nvSpPr>
          <p:spPr>
            <a:xfrm>
              <a:off x="6817183" y="4024134"/>
              <a:ext cx="1903086" cy="276999"/>
            </a:xfrm>
            <a:prstGeom prst="rect">
              <a:avLst/>
            </a:prstGeom>
            <a:noFill/>
          </p:spPr>
          <p:txBody>
            <a:bodyPr wrap="none" rtlCol="0">
              <a:spAutoFit/>
            </a:bodyPr>
            <a:lstStyle/>
            <a:p>
              <a:pPr algn="ctr"/>
              <a:r>
                <a:rPr lang="zh-CN" altLang="en-US" sz="1200" dirty="0">
                  <a:latin typeface="等线" panose="02010600030101010101" charset="-122"/>
                  <a:ea typeface="等线" panose="02010600030101010101" charset="-122"/>
                </a:rPr>
                <a:t>optical source：</a:t>
              </a:r>
              <a:r>
                <a:rPr lang="en-US" altLang="zh-CN" sz="1200" kern="100" dirty="0">
                  <a:latin typeface="等线" panose="02010600030101010101" charset="-122"/>
                  <a:sym typeface="+mn-ea"/>
                </a:rPr>
                <a:t>DRL-80W</a:t>
              </a:r>
            </a:p>
          </p:txBody>
        </p:sp>
        <p:grpSp>
          <p:nvGrpSpPr>
            <p:cNvPr id="29" name="组合 55"/>
            <p:cNvGrpSpPr/>
            <p:nvPr/>
          </p:nvGrpSpPr>
          <p:grpSpPr>
            <a:xfrm>
              <a:off x="8001616" y="5228871"/>
              <a:ext cx="1734416" cy="92418"/>
              <a:chOff x="5936" y="3270"/>
              <a:chExt cx="3005" cy="151"/>
            </a:xfrm>
          </p:grpSpPr>
          <p:sp>
            <p:nvSpPr>
              <p:cNvPr id="34" name="椭圆 56"/>
              <p:cNvSpPr>
                <a:spLocks noChangeAspect="1"/>
              </p:cNvSpPr>
              <p:nvPr/>
            </p:nvSpPr>
            <p:spPr>
              <a:xfrm>
                <a:off x="8790" y="3270"/>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肘形连接符 57"/>
              <p:cNvCxnSpPr>
                <a:stCxn id="32" idx="3"/>
                <a:endCxn id="34" idx="2"/>
              </p:cNvCxnSpPr>
              <p:nvPr/>
            </p:nvCxnSpPr>
            <p:spPr>
              <a:xfrm flipV="1">
                <a:off x="5936" y="3346"/>
                <a:ext cx="2854" cy="7"/>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32" name="文本框 58"/>
            <p:cNvSpPr txBox="1"/>
            <p:nvPr/>
          </p:nvSpPr>
          <p:spPr>
            <a:xfrm>
              <a:off x="7535835" y="5146858"/>
              <a:ext cx="465781" cy="265625"/>
            </a:xfrm>
            <a:prstGeom prst="rect">
              <a:avLst/>
            </a:prstGeom>
            <a:noFill/>
          </p:spPr>
          <p:txBody>
            <a:bodyPr wrap="none" rtlCol="0">
              <a:spAutoFit/>
            </a:bodyPr>
            <a:lstStyle/>
            <a:p>
              <a:pPr algn="ctr"/>
              <a:r>
                <a:rPr lang="en-US" altLang="zh-CN" sz="1200">
                  <a:latin typeface="等线" panose="02010600030101010101" charset="-122"/>
                  <a:ea typeface="等线" panose="02010600030101010101" charset="-122"/>
                </a:rPr>
                <a:t>PCBA</a:t>
              </a:r>
            </a:p>
          </p:txBody>
        </p:sp>
        <p:sp>
          <p:nvSpPr>
            <p:cNvPr id="33" name="圆角矩形 72"/>
            <p:cNvSpPr/>
            <p:nvPr/>
          </p:nvSpPr>
          <p:spPr>
            <a:xfrm>
              <a:off x="6738523" y="1042402"/>
              <a:ext cx="4631842" cy="5509453"/>
            </a:xfrm>
            <a:prstGeom prst="roundRect">
              <a:avLst>
                <a:gd name="adj" fmla="val 6205"/>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7" name="表格 6"/>
          <p:cNvGraphicFramePr>
            <a:graphicFrameLocks noGrp="1"/>
          </p:cNvGraphicFramePr>
          <p:nvPr>
            <p:custDataLst>
              <p:tags r:id="rId1"/>
            </p:custDataLst>
          </p:nvPr>
        </p:nvGraphicFramePr>
        <p:xfrm>
          <a:off x="300990" y="1169035"/>
          <a:ext cx="4439285" cy="2643505"/>
        </p:xfrm>
        <a:graphic>
          <a:graphicData uri="http://schemas.openxmlformats.org/drawingml/2006/table">
            <a:tbl>
              <a:tblPr firstRow="1" firstCol="1" bandRow="1">
                <a:tableStyleId>{5C22544A-7EE6-4342-B048-85BDC9FD1C3A}</a:tableStyleId>
              </a:tblPr>
              <a:tblGrid>
                <a:gridCol w="1244600">
                  <a:extLst>
                    <a:ext uri="{9D8B030D-6E8A-4147-A177-3AD203B41FA5}">
                      <a16:colId xmlns:a16="http://schemas.microsoft.com/office/drawing/2014/main" val="20000"/>
                    </a:ext>
                  </a:extLst>
                </a:gridCol>
                <a:gridCol w="2599055">
                  <a:extLst>
                    <a:ext uri="{9D8B030D-6E8A-4147-A177-3AD203B41FA5}">
                      <a16:colId xmlns:a16="http://schemas.microsoft.com/office/drawing/2014/main" val="20001"/>
                    </a:ext>
                  </a:extLst>
                </a:gridCol>
                <a:gridCol w="595630">
                  <a:extLst>
                    <a:ext uri="{9D8B030D-6E8A-4147-A177-3AD203B41FA5}">
                      <a16:colId xmlns:a16="http://schemas.microsoft.com/office/drawing/2014/main" val="20002"/>
                    </a:ext>
                  </a:extLst>
                </a:gridCol>
              </a:tblGrid>
              <a:tr h="385445">
                <a:tc>
                  <a:txBody>
                    <a:bodyPr/>
                    <a:lstStyle/>
                    <a:p>
                      <a:pPr algn="ctr">
                        <a:lnSpc>
                          <a:spcPct val="150000"/>
                        </a:lnSpc>
                        <a:spcAft>
                          <a:spcPts val="0"/>
                        </a:spcAft>
                      </a:pPr>
                      <a:r>
                        <a:rPr lang="en-US" altLang="zh-CN" sz="1200" b="1" kern="100" dirty="0">
                          <a:effectLst/>
                          <a:latin typeface="微软雅黑" panose="020B0503020204020204" pitchFamily="34" charset="-122"/>
                          <a:ea typeface="微软雅黑" panose="020B0503020204020204" pitchFamily="34" charset="-122"/>
                        </a:rPr>
                        <a:t>Hardware name</a:t>
                      </a:r>
                      <a:endParaRPr lang="zh-CN" sz="1200" b="1" kern="100" dirty="0">
                        <a:effectLst/>
                        <a:latin typeface="微软雅黑" panose="020B0503020204020204" pitchFamily="34" charset="-122"/>
                        <a:ea typeface="微软雅黑" panose="020B0503020204020204" pitchFamily="34" charset="-122"/>
                      </a:endParaRPr>
                    </a:p>
                  </a:txBody>
                  <a:tcPr marL="99060" marR="99060" marT="0" marB="0" anchor="ctr">
                    <a:solidFill>
                      <a:schemeClr val="bg2">
                        <a:lumMod val="25000"/>
                      </a:schemeClr>
                    </a:solidFill>
                  </a:tcPr>
                </a:tc>
                <a:tc>
                  <a:txBody>
                    <a:bodyPr/>
                    <a:lstStyle/>
                    <a:p>
                      <a:pPr algn="ctr">
                        <a:lnSpc>
                          <a:spcPct val="150000"/>
                        </a:lnSpc>
                        <a:spcAft>
                          <a:spcPts val="0"/>
                        </a:spcAft>
                      </a:pPr>
                      <a:r>
                        <a:rPr lang="en-US" altLang="zh-CN" sz="1200" b="1" kern="100" dirty="0">
                          <a:effectLst/>
                          <a:latin typeface="微软雅黑" panose="020B0503020204020204" pitchFamily="34" charset="-122"/>
                          <a:ea typeface="微软雅黑" panose="020B0503020204020204" pitchFamily="34" charset="-122"/>
                        </a:rPr>
                        <a:t>Model</a:t>
                      </a:r>
                      <a:endParaRPr lang="zh-CN" sz="1200" b="1" kern="100" dirty="0">
                        <a:effectLst/>
                        <a:latin typeface="微软雅黑" panose="020B0503020204020204" pitchFamily="34" charset="-122"/>
                        <a:ea typeface="微软雅黑" panose="020B0503020204020204" pitchFamily="34" charset="-122"/>
                      </a:endParaRPr>
                    </a:p>
                  </a:txBody>
                  <a:tcPr marL="99060" marR="99060" marT="0" marB="0" anchor="ctr">
                    <a:solidFill>
                      <a:schemeClr val="bg2">
                        <a:lumMod val="25000"/>
                      </a:schemeClr>
                    </a:solidFill>
                  </a:tcPr>
                </a:tc>
                <a:tc>
                  <a:txBody>
                    <a:bodyPr/>
                    <a:lstStyle/>
                    <a:p>
                      <a:pPr algn="ctr">
                        <a:lnSpc>
                          <a:spcPct val="150000"/>
                        </a:lnSpc>
                        <a:spcAft>
                          <a:spcPts val="0"/>
                        </a:spcAft>
                      </a:pPr>
                      <a:r>
                        <a:rPr lang="en-US" altLang="zh-CN" sz="1200" b="1" kern="100" dirty="0">
                          <a:effectLst/>
                          <a:latin typeface="微软雅黑" panose="020B0503020204020204" pitchFamily="34" charset="-122"/>
                          <a:ea typeface="微软雅黑" panose="020B0503020204020204" pitchFamily="34" charset="-122"/>
                        </a:rPr>
                        <a:t>quantity</a:t>
                      </a:r>
                      <a:endParaRPr lang="zh-CN" sz="1200" b="1" kern="100" dirty="0">
                        <a:effectLst/>
                        <a:latin typeface="微软雅黑" panose="020B0503020204020204" pitchFamily="34" charset="-122"/>
                        <a:ea typeface="微软雅黑" panose="020B0503020204020204" pitchFamily="34" charset="-122"/>
                      </a:endParaRPr>
                    </a:p>
                  </a:txBody>
                  <a:tcPr marL="99060" marR="99060" marT="0" marB="0" anchor="ctr">
                    <a:solidFill>
                      <a:schemeClr val="bg2">
                        <a:lumMod val="25000"/>
                      </a:schemeClr>
                    </a:solidFill>
                  </a:tcPr>
                </a:tc>
                <a:extLst>
                  <a:ext uri="{0D108BD9-81ED-4DB2-BD59-A6C34878D82A}">
                    <a16:rowId xmlns:a16="http://schemas.microsoft.com/office/drawing/2014/main" val="10000"/>
                  </a:ext>
                </a:extLst>
              </a:tr>
              <a:tr h="409575">
                <a:tc>
                  <a:txBody>
                    <a:bodyPr/>
                    <a:lstStyle/>
                    <a:p>
                      <a:pPr algn="ctr">
                        <a:lnSpc>
                          <a:spcPct val="150000"/>
                        </a:lnSpc>
                        <a:spcAft>
                          <a:spcPts val="0"/>
                        </a:spcAft>
                      </a:pPr>
                      <a:r>
                        <a:rPr lang="en-US" altLang="zh-CN" sz="1200" b="1" kern="100" dirty="0">
                          <a:solidFill>
                            <a:schemeClr val="tx1"/>
                          </a:solidFill>
                          <a:effectLst/>
                          <a:latin typeface="微软雅黑" panose="020B0503020204020204" pitchFamily="34" charset="-122"/>
                          <a:ea typeface="微软雅黑" panose="020B0503020204020204" pitchFamily="34" charset="-122"/>
                        </a:rPr>
                        <a:t>camera</a:t>
                      </a:r>
                      <a:endParaRPr lang="zh-CN"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rgbClr val="00FF00"/>
                    </a:solidFill>
                  </a:tcPr>
                </a:tc>
                <a:tc>
                  <a:txBody>
                    <a:bodyPr/>
                    <a:lstStyle/>
                    <a:p>
                      <a:pPr algn="ctr">
                        <a:lnSpc>
                          <a:spcPct val="150000"/>
                        </a:lnSpc>
                        <a:spcAft>
                          <a:spcPts val="0"/>
                        </a:spcAft>
                        <a:buClrTx/>
                        <a:buSzTx/>
                        <a:buFontTx/>
                      </a:pPr>
                      <a:r>
                        <a:rPr lang="en-US" altLang="zh-CN" sz="1200" dirty="0">
                          <a:solidFill>
                            <a:srgbClr val="0070C0"/>
                          </a:solidFill>
                          <a:sym typeface="Arial" panose="020B0604020202020204" pitchFamily="34" charset="0"/>
                        </a:rPr>
                        <a:t>FM-GE500-22M</a:t>
                      </a:r>
                      <a:endParaRPr lang="en-US" altLang="zh-CN" sz="1200" i="0" dirty="0">
                        <a:solidFill>
                          <a:srgbClr val="0070C0"/>
                        </a:solidFill>
                        <a:sym typeface="Arial" panose="020B0604020202020204" pitchFamily="34" charset="0"/>
                      </a:endParaRPr>
                    </a:p>
                  </a:txBody>
                  <a:tcPr marL="99060" marR="99060" marT="0" marB="0" anchor="ctr" anchorCtr="1"/>
                </a:tc>
                <a:tc>
                  <a:txBody>
                    <a:bodyPr/>
                    <a:lstStyle/>
                    <a:p>
                      <a:pPr algn="l">
                        <a:lnSpc>
                          <a:spcPct val="150000"/>
                        </a:lnSpc>
                        <a:spcAft>
                          <a:spcPts val="0"/>
                        </a:spcAft>
                      </a:pPr>
                      <a:r>
                        <a:rPr lang="en-US" altLang="zh-CN" sz="1200" b="0" kern="100" dirty="0">
                          <a:effectLst/>
                          <a:latin typeface="微软雅黑" panose="020B0503020204020204" pitchFamily="34" charset="-122"/>
                          <a:ea typeface="微软雅黑" panose="020B0503020204020204" pitchFamily="34" charset="-122"/>
                        </a:rPr>
                        <a:t>1</a:t>
                      </a:r>
                      <a:endParaRPr lang="zh-CN" sz="1200" b="0" kern="100" dirty="0">
                        <a:effectLst/>
                        <a:latin typeface="微软雅黑" panose="020B0503020204020204" pitchFamily="34" charset="-122"/>
                        <a:ea typeface="微软雅黑" panose="020B0503020204020204" pitchFamily="34" charset="-122"/>
                      </a:endParaRPr>
                    </a:p>
                  </a:txBody>
                  <a:tcPr marL="99060" marR="99060" marT="0" marB="0" anchor="ctr" anchorCtr="1"/>
                </a:tc>
                <a:extLst>
                  <a:ext uri="{0D108BD9-81ED-4DB2-BD59-A6C34878D82A}">
                    <a16:rowId xmlns:a16="http://schemas.microsoft.com/office/drawing/2014/main" val="10001"/>
                  </a:ext>
                </a:extLst>
              </a:tr>
              <a:tr h="385445">
                <a:tc>
                  <a:txBody>
                    <a:bodyPr/>
                    <a:lstStyle/>
                    <a:p>
                      <a:pPr algn="ctr">
                        <a:lnSpc>
                          <a:spcPct val="150000"/>
                        </a:lnSpc>
                        <a:spcAft>
                          <a:spcPts val="0"/>
                        </a:spcAft>
                      </a:pPr>
                      <a:r>
                        <a:rPr lang="en-US" altLang="zh-CN" sz="1200" b="1" kern="100" dirty="0">
                          <a:solidFill>
                            <a:schemeClr val="tx1"/>
                          </a:solidFill>
                          <a:effectLst/>
                          <a:latin typeface="微软雅黑" panose="020B0503020204020204" pitchFamily="34" charset="-122"/>
                          <a:ea typeface="微软雅黑" panose="020B0503020204020204" pitchFamily="34" charset="-122"/>
                        </a:rPr>
                        <a:t>lens</a:t>
                      </a:r>
                      <a:endParaRPr lang="zh-CN"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rgbClr val="00FF00"/>
                    </a:solidFill>
                  </a:tcPr>
                </a:tc>
                <a:tc>
                  <a:txBody>
                    <a:bodyPr/>
                    <a:lstStyle/>
                    <a:p>
                      <a:pPr algn="ctr">
                        <a:lnSpc>
                          <a:spcPct val="150000"/>
                        </a:lnSpc>
                        <a:spcAft>
                          <a:spcPts val="0"/>
                        </a:spcAft>
                      </a:pPr>
                      <a:r>
                        <a:rPr lang="en-US" altLang="zh-CN" sz="1200" dirty="0">
                          <a:solidFill>
                            <a:srgbClr val="0070C0"/>
                          </a:solidFill>
                          <a:sym typeface="Arial" panose="020B0604020202020204" pitchFamily="34" charset="0"/>
                        </a:rPr>
                        <a:t>RICOH/FL-CC2514-2M</a:t>
                      </a:r>
                      <a:endParaRPr lang="en-US" altLang="zh-CN" sz="1200" i="0" dirty="0">
                        <a:solidFill>
                          <a:srgbClr val="0070C0"/>
                        </a:solidFill>
                        <a:sym typeface="Arial" panose="020B0604020202020204" pitchFamily="34" charset="0"/>
                      </a:endParaRPr>
                    </a:p>
                  </a:txBody>
                  <a:tcPr marL="99060" marR="99060" marT="0" marB="0" anchor="ctr" anchorCtr="1"/>
                </a:tc>
                <a:tc>
                  <a:txBody>
                    <a:bodyPr/>
                    <a:lstStyle/>
                    <a:p>
                      <a:pPr algn="ctr">
                        <a:lnSpc>
                          <a:spcPct val="150000"/>
                        </a:lnSpc>
                        <a:spcAft>
                          <a:spcPts val="0"/>
                        </a:spcAft>
                      </a:pPr>
                      <a:r>
                        <a:rPr lang="en-US" altLang="zh-CN" sz="1200" b="0" kern="100" dirty="0">
                          <a:effectLst/>
                          <a:latin typeface="微软雅黑" panose="020B0503020204020204" pitchFamily="34" charset="-122"/>
                          <a:ea typeface="微软雅黑" panose="020B0503020204020204" pitchFamily="34" charset="-122"/>
                        </a:rPr>
                        <a:t>1</a:t>
                      </a:r>
                      <a:endParaRPr lang="zh-CN" sz="1200" b="0" kern="100" dirty="0">
                        <a:effectLst/>
                        <a:latin typeface="微软雅黑" panose="020B0503020204020204" pitchFamily="34" charset="-122"/>
                        <a:ea typeface="微软雅黑" panose="020B0503020204020204" pitchFamily="34" charset="-122"/>
                      </a:endParaRPr>
                    </a:p>
                  </a:txBody>
                  <a:tcPr marL="99060" marR="99060" marT="0" marB="0" anchor="ctr" anchorCtr="1"/>
                </a:tc>
                <a:extLst>
                  <a:ext uri="{0D108BD9-81ED-4DB2-BD59-A6C34878D82A}">
                    <a16:rowId xmlns:a16="http://schemas.microsoft.com/office/drawing/2014/main" val="10002"/>
                  </a:ext>
                </a:extLst>
              </a:tr>
              <a:tr h="385445">
                <a:tc>
                  <a:txBody>
                    <a:bodyPr/>
                    <a:lstStyle/>
                    <a:p>
                      <a:pPr algn="ctr">
                        <a:lnSpc>
                          <a:spcPct val="150000"/>
                        </a:lnSpc>
                        <a:spcAft>
                          <a:spcPts val="0"/>
                        </a:spcAft>
                        <a:buNone/>
                      </a:pPr>
                      <a:r>
                        <a:rPr lang="en-US" altLang="zh-CN" sz="1200" b="1" kern="100" dirty="0">
                          <a:solidFill>
                            <a:schemeClr val="tx1"/>
                          </a:solidFill>
                          <a:effectLst/>
                          <a:latin typeface="微软雅黑" panose="020B0503020204020204" pitchFamily="34" charset="-122"/>
                          <a:ea typeface="微软雅黑" panose="020B0503020204020204" pitchFamily="34" charset="-122"/>
                        </a:rPr>
                        <a:t>Lap pick-up</a:t>
                      </a:r>
                      <a:endParaRPr lang="zh-CN" altLang="en-US"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rgbClr val="00FF00"/>
                    </a:solidFill>
                  </a:tcPr>
                </a:tc>
                <a:tc>
                  <a:txBody>
                    <a:bodyPr/>
                    <a:lstStyle/>
                    <a:p>
                      <a:pPr algn="ctr">
                        <a:lnSpc>
                          <a:spcPct val="150000"/>
                        </a:lnSpc>
                        <a:spcAft>
                          <a:spcPts val="0"/>
                        </a:spcAft>
                        <a:buNone/>
                      </a:pPr>
                      <a:r>
                        <a:rPr lang="en-US" altLang="zh-CN" sz="1200" i="0" dirty="0">
                          <a:solidFill>
                            <a:srgbClr val="0070C0"/>
                          </a:solidFill>
                          <a:sym typeface="Arial" panose="020B0604020202020204" pitchFamily="34" charset="0"/>
                        </a:rPr>
                        <a:t>not</a:t>
                      </a:r>
                      <a:endParaRPr lang="zh-CN" altLang="en-US" sz="1200" i="0" dirty="0">
                        <a:solidFill>
                          <a:srgbClr val="0070C0"/>
                        </a:solidFill>
                        <a:sym typeface="Arial" panose="020B0604020202020204" pitchFamily="34" charset="0"/>
                      </a:endParaRPr>
                    </a:p>
                  </a:txBody>
                  <a:tcPr marL="99060" marR="99060" marT="0" marB="0" anchor="ctr" anchorCtr="1"/>
                </a:tc>
                <a:tc>
                  <a:txBody>
                    <a:bodyPr/>
                    <a:lstStyle/>
                    <a:p>
                      <a:pPr algn="ctr">
                        <a:lnSpc>
                          <a:spcPct val="150000"/>
                        </a:lnSpc>
                        <a:spcAft>
                          <a:spcPts val="0"/>
                        </a:spcAft>
                        <a:buNone/>
                      </a:pPr>
                      <a:r>
                        <a:rPr lang="en-US" altLang="zh-CN" sz="1200" b="0" kern="100" dirty="0">
                          <a:effectLst/>
                          <a:latin typeface="微软雅黑" panose="020B0503020204020204" pitchFamily="34" charset="-122"/>
                          <a:ea typeface="微软雅黑" panose="020B0503020204020204" pitchFamily="34" charset="-122"/>
                        </a:rPr>
                        <a:t>0</a:t>
                      </a:r>
                    </a:p>
                  </a:txBody>
                  <a:tcPr marL="99060" marR="99060" marT="0" marB="0" anchor="ctr" anchorCtr="1"/>
                </a:tc>
                <a:extLst>
                  <a:ext uri="{0D108BD9-81ED-4DB2-BD59-A6C34878D82A}">
                    <a16:rowId xmlns:a16="http://schemas.microsoft.com/office/drawing/2014/main" val="10003"/>
                  </a:ext>
                </a:extLst>
              </a:tr>
              <a:tr h="362585">
                <a:tc>
                  <a:txBody>
                    <a:bodyPr/>
                    <a:lstStyle/>
                    <a:p>
                      <a:pPr algn="ctr">
                        <a:lnSpc>
                          <a:spcPct val="150000"/>
                        </a:lnSpc>
                        <a:spcAft>
                          <a:spcPts val="0"/>
                        </a:spcAft>
                      </a:pPr>
                      <a:r>
                        <a:rPr lang="en-US" altLang="zh-CN" sz="1200" b="1" kern="100" dirty="0">
                          <a:solidFill>
                            <a:schemeClr val="tx1"/>
                          </a:solidFill>
                          <a:effectLst/>
                          <a:latin typeface="微软雅黑" panose="020B0503020204020204" pitchFamily="34" charset="-122"/>
                          <a:ea typeface="微软雅黑" panose="020B0503020204020204" pitchFamily="34" charset="-122"/>
                        </a:rPr>
                        <a:t>light source</a:t>
                      </a:r>
                      <a:endParaRPr lang="zh-CN"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rgbClr val="00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i="0" dirty="0">
                          <a:solidFill>
                            <a:srgbClr val="0070C0"/>
                          </a:solidFill>
                          <a:sym typeface="Arial" panose="020B0604020202020204" pitchFamily="34" charset="0"/>
                        </a:rPr>
                        <a:t>Light source/Hua Zhou/LRS-90W60</a:t>
                      </a:r>
                    </a:p>
                  </a:txBody>
                  <a:tcPr marL="99060" marR="99060" marT="0" marB="0" anchor="ctr" anchorCtr="1"/>
                </a:tc>
                <a:tc>
                  <a:txBody>
                    <a:bodyPr/>
                    <a:lstStyle/>
                    <a:p>
                      <a:pPr marL="0" marR="0" lvl="0" indent="0" algn="l" defTabSz="914400" rtl="0" eaLnBrk="1" fontAlgn="auto" latinLnBrk="0" hangingPunct="1">
                        <a:lnSpc>
                          <a:spcPct val="150000"/>
                        </a:lnSpc>
                        <a:spcBef>
                          <a:spcPts val="0"/>
                        </a:spcBef>
                        <a:spcAft>
                          <a:spcPts val="0"/>
                        </a:spcAft>
                        <a:buClrTx/>
                        <a:buSzTx/>
                        <a:buFontTx/>
                        <a:buNone/>
                        <a:defRPr/>
                      </a:pPr>
                      <a:r>
                        <a:rPr lang="en-US" altLang="zh-CN" sz="1200" b="0" kern="100" dirty="0">
                          <a:effectLst/>
                          <a:latin typeface="微软雅黑" panose="020B0503020204020204" pitchFamily="34" charset="-122"/>
                          <a:ea typeface="微软雅黑" panose="020B0503020204020204" pitchFamily="34" charset="-122"/>
                        </a:rPr>
                        <a:t>1</a:t>
                      </a:r>
                      <a:endParaRPr lang="zh-CN" altLang="zh-CN" sz="1200" b="0" kern="100" dirty="0">
                        <a:effectLst/>
                        <a:latin typeface="微软雅黑" panose="020B0503020204020204" pitchFamily="34" charset="-122"/>
                        <a:ea typeface="微软雅黑" panose="020B0503020204020204" pitchFamily="34" charset="-122"/>
                      </a:endParaRPr>
                    </a:p>
                  </a:txBody>
                  <a:tcPr marL="99060" marR="99060" marT="0" marB="0" anchor="ctr" anchorCtr="1"/>
                </a:tc>
                <a:extLst>
                  <a:ext uri="{0D108BD9-81ED-4DB2-BD59-A6C34878D82A}">
                    <a16:rowId xmlns:a16="http://schemas.microsoft.com/office/drawing/2014/main" val="10004"/>
                  </a:ext>
                </a:extLst>
              </a:tr>
              <a:tr h="390525">
                <a:tc>
                  <a:txBody>
                    <a:bodyPr/>
                    <a:lstStyle/>
                    <a:p>
                      <a:pPr algn="ctr">
                        <a:lnSpc>
                          <a:spcPct val="150000"/>
                        </a:lnSpc>
                        <a:spcAft>
                          <a:spcPts val="0"/>
                        </a:spcAft>
                      </a:pPr>
                      <a:r>
                        <a:rPr lang="en-US" altLang="zh-CN" sz="1200" b="1" kern="100" dirty="0">
                          <a:solidFill>
                            <a:schemeClr val="tx1"/>
                          </a:solidFill>
                          <a:effectLst/>
                          <a:latin typeface="微软雅黑" panose="020B0503020204020204" pitchFamily="34" charset="-122"/>
                          <a:ea typeface="微软雅黑" panose="020B0503020204020204" pitchFamily="34" charset="-122"/>
                        </a:rPr>
                        <a:t>Light source controller</a:t>
                      </a:r>
                      <a:endParaRPr lang="zh-CN"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rgbClr val="00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rgbClr val="0070C0"/>
                          </a:solidFill>
                          <a:sym typeface="Arial" panose="020B0604020202020204" pitchFamily="34" charset="0"/>
                        </a:rPr>
                        <a:t>DKZ2-24V-2-AC </a:t>
                      </a:r>
                      <a:endParaRPr lang="zh-CN" altLang="zh-CN" sz="1200" b="0" i="0" kern="100" dirty="0">
                        <a:solidFill>
                          <a:schemeClr val="dk1"/>
                        </a:solidFill>
                        <a:effectLst/>
                        <a:latin typeface="微软雅黑" panose="020B0503020204020204" pitchFamily="34" charset="-122"/>
                        <a:ea typeface="微软雅黑" panose="020B0503020204020204" pitchFamily="34" charset="-122"/>
                        <a:cs typeface="+mn-cs"/>
                      </a:endParaRPr>
                    </a:p>
                  </a:txBody>
                  <a:tcPr marL="99060" marR="99060" marT="0" marB="0" anchor="ctr" anchorCtr="1"/>
                </a:tc>
                <a:tc>
                  <a:txBody>
                    <a:bodyPr/>
                    <a:lstStyle/>
                    <a:p>
                      <a:pPr algn="l">
                        <a:lnSpc>
                          <a:spcPct val="150000"/>
                        </a:lnSpc>
                        <a:spcAft>
                          <a:spcPts val="0"/>
                        </a:spcAft>
                      </a:pPr>
                      <a:r>
                        <a:rPr lang="en-US" altLang="zh-CN" sz="1200" b="0" kern="100" dirty="0">
                          <a:effectLst/>
                          <a:latin typeface="微软雅黑" panose="020B0503020204020204" pitchFamily="34" charset="-122"/>
                          <a:ea typeface="微软雅黑" panose="020B0503020204020204" pitchFamily="34" charset="-122"/>
                        </a:rPr>
                        <a:t>1</a:t>
                      </a:r>
                      <a:endParaRPr lang="zh-CN" sz="1200" b="0" kern="100" dirty="0">
                        <a:effectLst/>
                        <a:latin typeface="微软雅黑" panose="020B0503020204020204" pitchFamily="34" charset="-122"/>
                        <a:ea typeface="微软雅黑" panose="020B0503020204020204" pitchFamily="34" charset="-122"/>
                      </a:endParaRPr>
                    </a:p>
                  </a:txBody>
                  <a:tcPr marL="99060" marR="99060" marT="0" marB="0" anchor="ctr" anchorCtr="1"/>
                </a:tc>
                <a:extLst>
                  <a:ext uri="{0D108BD9-81ED-4DB2-BD59-A6C34878D82A}">
                    <a16:rowId xmlns:a16="http://schemas.microsoft.com/office/drawing/2014/main" val="10005"/>
                  </a:ext>
                </a:extLst>
              </a:tr>
            </a:tbl>
          </a:graphicData>
        </a:graphic>
      </p:graphicFrame>
      <p:graphicFrame>
        <p:nvGraphicFramePr>
          <p:cNvPr id="6" name="表格 5"/>
          <p:cNvGraphicFramePr>
            <a:graphicFrameLocks noGrp="1"/>
          </p:cNvGraphicFramePr>
          <p:nvPr>
            <p:custDataLst>
              <p:tags r:id="rId2"/>
            </p:custDataLst>
          </p:nvPr>
        </p:nvGraphicFramePr>
        <p:xfrm>
          <a:off x="108434" y="4023995"/>
          <a:ext cx="5291892" cy="2483485"/>
        </p:xfrm>
        <a:graphic>
          <a:graphicData uri="http://schemas.openxmlformats.org/drawingml/2006/table">
            <a:tbl>
              <a:tblPr firstRow="1" firstCol="1" bandRow="1">
                <a:tableStyleId>{5C22544A-7EE6-4342-B048-85BDC9FD1C3A}</a:tableStyleId>
              </a:tblPr>
              <a:tblGrid>
                <a:gridCol w="2535178">
                  <a:extLst>
                    <a:ext uri="{9D8B030D-6E8A-4147-A177-3AD203B41FA5}">
                      <a16:colId xmlns:a16="http://schemas.microsoft.com/office/drawing/2014/main" val="20000"/>
                    </a:ext>
                  </a:extLst>
                </a:gridCol>
                <a:gridCol w="2756714">
                  <a:extLst>
                    <a:ext uri="{9D8B030D-6E8A-4147-A177-3AD203B41FA5}">
                      <a16:colId xmlns:a16="http://schemas.microsoft.com/office/drawing/2014/main" val="20001"/>
                    </a:ext>
                  </a:extLst>
                </a:gridCol>
              </a:tblGrid>
              <a:tr h="359410">
                <a:tc>
                  <a:txBody>
                    <a:bodyPr/>
                    <a:lstStyle/>
                    <a:p>
                      <a:pPr algn="ctr">
                        <a:lnSpc>
                          <a:spcPct val="150000"/>
                        </a:lnSpc>
                        <a:spcAft>
                          <a:spcPts val="0"/>
                        </a:spcAft>
                        <a:buClrTx/>
                        <a:buSzTx/>
                        <a:buFontTx/>
                        <a:buNone/>
                      </a:pPr>
                      <a:r>
                        <a:rPr lang="en-US" altLang="zh-CN" sz="1200" b="1" kern="100" dirty="0">
                          <a:solidFill>
                            <a:schemeClr val="tx1"/>
                          </a:solidFill>
                          <a:effectLst/>
                          <a:latin typeface="微软雅黑" panose="020B0503020204020204" pitchFamily="34" charset="-122"/>
                          <a:ea typeface="微软雅黑" panose="020B0503020204020204" pitchFamily="34" charset="-122"/>
                        </a:rPr>
                        <a:t>Camera mounting orientation</a:t>
                      </a:r>
                      <a:endParaRPr lang="zh-CN" altLang="en-US"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chemeClr val="accent2">
                        <a:lumMod val="40000"/>
                        <a:lumOff val="60000"/>
                      </a:schemeClr>
                    </a:solidFill>
                  </a:tcPr>
                </a:tc>
                <a:tc>
                  <a:txBody>
                    <a:bodyPr/>
                    <a:lstStyle/>
                    <a:p>
                      <a:pPr algn="ctr">
                        <a:lnSpc>
                          <a:spcPct val="150000"/>
                        </a:lnSpc>
                        <a:spcAft>
                          <a:spcPts val="0"/>
                        </a:spcAft>
                        <a:buClrTx/>
                        <a:buSzTx/>
                        <a:buFontTx/>
                        <a:buNone/>
                      </a:pPr>
                      <a:r>
                        <a:rPr lang="en-US" altLang="zh-CN" sz="1200" b="0" i="0" dirty="0">
                          <a:solidFill>
                            <a:srgbClr val="0070C0"/>
                          </a:solidFill>
                          <a:sym typeface="Arial" panose="020B0604020202020204" pitchFamily="34" charset="0"/>
                        </a:rPr>
                        <a:t>Turn your back to the man-machine↑</a:t>
                      </a: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0"/>
                  </a:ext>
                </a:extLst>
              </a:tr>
              <a:tr h="359410">
                <a:tc>
                  <a:txBody>
                    <a:bodyPr/>
                    <a:lstStyle/>
                    <a:p>
                      <a:pPr algn="ctr">
                        <a:lnSpc>
                          <a:spcPct val="150000"/>
                        </a:lnSpc>
                        <a:spcAft>
                          <a:spcPts val="0"/>
                        </a:spcAft>
                        <a:buClrTx/>
                        <a:buSzTx/>
                        <a:buFontTx/>
                      </a:pPr>
                      <a:r>
                        <a:rPr lang="en-US" altLang="zh-CN" sz="1200" b="1" kern="100" dirty="0">
                          <a:solidFill>
                            <a:schemeClr val="tx1"/>
                          </a:solidFill>
                          <a:effectLst/>
                          <a:latin typeface="微软雅黑" panose="020B0503020204020204" pitchFamily="34" charset="-122"/>
                          <a:ea typeface="微软雅黑" panose="020B0503020204020204" pitchFamily="34" charset="-122"/>
                        </a:rPr>
                        <a:t>The distance between the camera surface → the product</a:t>
                      </a:r>
                      <a:endParaRPr lang="zh-CN" altLang="en-US"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chemeClr val="accent2">
                        <a:lumMod val="40000"/>
                        <a:lumOff val="60000"/>
                      </a:schemeClr>
                    </a:solidFill>
                  </a:tcPr>
                </a:tc>
                <a:tc>
                  <a:txBody>
                    <a:bodyPr/>
                    <a:lstStyle/>
                    <a:p>
                      <a:pPr algn="ctr">
                        <a:lnSpc>
                          <a:spcPct val="150000"/>
                        </a:lnSpc>
                        <a:spcAft>
                          <a:spcPts val="0"/>
                        </a:spcAft>
                        <a:buClrTx/>
                        <a:buSzTx/>
                        <a:buFontTx/>
                      </a:pPr>
                      <a:r>
                        <a:rPr lang="en-US" sz="1200" b="0" i="0" dirty="0">
                          <a:solidFill>
                            <a:srgbClr val="0070C0"/>
                          </a:solidFill>
                          <a:sym typeface="Arial" panose="020B0604020202020204" pitchFamily="34" charset="0"/>
                        </a:rPr>
                        <a:t>350±10 mm</a:t>
                      </a: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1"/>
                  </a:ext>
                </a:extLst>
              </a:tr>
              <a:tr h="340360">
                <a:tc>
                  <a:txBody>
                    <a:bodyPr/>
                    <a:lstStyle/>
                    <a:p>
                      <a:pPr algn="ctr">
                        <a:lnSpc>
                          <a:spcPct val="150000"/>
                        </a:lnSpc>
                        <a:spcAft>
                          <a:spcPts val="0"/>
                        </a:spcAft>
                        <a:buClrTx/>
                        <a:buSzTx/>
                        <a:buFontTx/>
                      </a:pPr>
                      <a:r>
                        <a:rPr lang="en-US" altLang="zh-CN" sz="1200" b="1" kern="100" dirty="0">
                          <a:solidFill>
                            <a:schemeClr val="tx1"/>
                          </a:solidFill>
                          <a:effectLst/>
                          <a:latin typeface="微软雅黑" panose="020B0503020204020204" pitchFamily="34" charset="-122"/>
                          <a:ea typeface="微软雅黑" panose="020B0503020204020204" pitchFamily="34" charset="-122"/>
                        </a:rPr>
                        <a:t>The light source → the camera surface</a:t>
                      </a:r>
                      <a:endParaRPr lang="zh-CN" altLang="en-US"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chemeClr val="accent2">
                        <a:lumMod val="40000"/>
                        <a:lumOff val="60000"/>
                      </a:schemeClr>
                    </a:solidFill>
                  </a:tcPr>
                </a:tc>
                <a:tc>
                  <a:txBody>
                    <a:bodyPr/>
                    <a:lstStyle/>
                    <a:p>
                      <a:pPr algn="ctr">
                        <a:lnSpc>
                          <a:spcPct val="150000"/>
                        </a:lnSpc>
                        <a:spcAft>
                          <a:spcPts val="0"/>
                        </a:spcAft>
                      </a:pPr>
                      <a:r>
                        <a:rPr lang="en-US" sz="1200" i="0" dirty="0">
                          <a:solidFill>
                            <a:srgbClr val="0070C0"/>
                          </a:solidFill>
                          <a:sym typeface="Arial" panose="020B0604020202020204" pitchFamily="34" charset="0"/>
                        </a:rPr>
                        <a:t>50</a:t>
                      </a:r>
                      <a:r>
                        <a:rPr lang="zh-CN" altLang="en-US" sz="1200" i="0" dirty="0">
                          <a:solidFill>
                            <a:srgbClr val="0070C0"/>
                          </a:solidFill>
                          <a:sym typeface="Arial" panose="020B0604020202020204" pitchFamily="34" charset="0"/>
                        </a:rPr>
                        <a:t>±</a:t>
                      </a:r>
                      <a:r>
                        <a:rPr lang="en-US" altLang="zh-CN" sz="1200" i="0" dirty="0">
                          <a:solidFill>
                            <a:srgbClr val="0070C0"/>
                          </a:solidFill>
                          <a:sym typeface="Arial" panose="020B0604020202020204" pitchFamily="34" charset="0"/>
                        </a:rPr>
                        <a:t>10mm</a:t>
                      </a: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2"/>
                  </a:ext>
                </a:extLst>
              </a:tr>
              <a:tr h="342265">
                <a:tc>
                  <a:txBody>
                    <a:bodyPr/>
                    <a:lstStyle/>
                    <a:p>
                      <a:pPr algn="ctr">
                        <a:lnSpc>
                          <a:spcPct val="150000"/>
                        </a:lnSpc>
                        <a:spcAft>
                          <a:spcPts val="0"/>
                        </a:spcAft>
                        <a:buClrTx/>
                        <a:buSzTx/>
                        <a:buFontTx/>
                      </a:pPr>
                      <a:r>
                        <a:rPr lang="en-US" altLang="zh-CN" sz="1200" b="1" kern="100" dirty="0">
                          <a:solidFill>
                            <a:schemeClr val="tx1"/>
                          </a:solidFill>
                          <a:effectLst/>
                          <a:latin typeface="微软雅黑" panose="020B0503020204020204" pitchFamily="34" charset="-122"/>
                          <a:ea typeface="微软雅黑" panose="020B0503020204020204" pitchFamily="34" charset="-122"/>
                        </a:rPr>
                        <a:t>visual field</a:t>
                      </a:r>
                      <a:endParaRPr lang="zh-CN" altLang="en-US"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rgbClr val="0070C0"/>
                          </a:solidFill>
                          <a:sym typeface="Arial" panose="020B0604020202020204" pitchFamily="34" charset="0"/>
                        </a:rPr>
                        <a:t>72mm*54mm</a:t>
                      </a:r>
                      <a:endParaRPr lang="en-US" altLang="zh-CN" sz="1200" i="0" dirty="0">
                        <a:solidFill>
                          <a:srgbClr val="0070C0"/>
                        </a:solidFill>
                        <a:sym typeface="Arial" panose="020B0604020202020204" pitchFamily="34" charset="0"/>
                      </a:endParaRP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3"/>
                  </a:ext>
                </a:extLst>
              </a:tr>
              <a:tr h="342265">
                <a:tc>
                  <a:txBody>
                    <a:bodyPr/>
                    <a:lstStyle/>
                    <a:p>
                      <a:pPr algn="ctr">
                        <a:lnSpc>
                          <a:spcPct val="150000"/>
                        </a:lnSpc>
                        <a:spcAft>
                          <a:spcPts val="0"/>
                        </a:spcAft>
                        <a:buClrTx/>
                        <a:buSzTx/>
                        <a:buFontTx/>
                        <a:buNone/>
                      </a:pPr>
                      <a:r>
                        <a:rPr lang="en-US" altLang="zh-CN" sz="1200" b="1" kern="100" dirty="0">
                          <a:solidFill>
                            <a:schemeClr val="tx1"/>
                          </a:solidFill>
                          <a:effectLst/>
                          <a:latin typeface="微软雅黑" panose="020B0503020204020204" pitchFamily="34" charset="-122"/>
                          <a:ea typeface="微软雅黑" panose="020B0503020204020204" pitchFamily="34" charset="-122"/>
                        </a:rPr>
                        <a:t>Image pixel size</a:t>
                      </a:r>
                      <a:endParaRPr lang="zh-CN" altLang="en-US"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rgbClr val="0070C0"/>
                          </a:solidFill>
                          <a:sym typeface="Arial" panose="020B0604020202020204" pitchFamily="34" charset="0"/>
                        </a:rPr>
                        <a:t>2592*1944</a:t>
                      </a:r>
                      <a:endParaRPr lang="en-US" altLang="zh-CN" sz="1200" i="0" dirty="0">
                        <a:solidFill>
                          <a:srgbClr val="0070C0"/>
                        </a:solidFill>
                        <a:sym typeface="Arial" panose="020B0604020202020204" pitchFamily="34" charset="0"/>
                      </a:endParaRP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4"/>
                  </a:ext>
                </a:extLst>
              </a:tr>
              <a:tr h="342265">
                <a:tc>
                  <a:txBody>
                    <a:bodyPr/>
                    <a:lstStyle/>
                    <a:p>
                      <a:pPr algn="ctr">
                        <a:lnSpc>
                          <a:spcPct val="150000"/>
                        </a:lnSpc>
                        <a:spcAft>
                          <a:spcPts val="0"/>
                        </a:spcAft>
                        <a:buClrTx/>
                        <a:buSzTx/>
                        <a:buFontTx/>
                        <a:buNone/>
                      </a:pPr>
                      <a:r>
                        <a:rPr lang="en-US" altLang="zh-CN" sz="1200" b="1" kern="100" dirty="0">
                          <a:solidFill>
                            <a:schemeClr val="tx1"/>
                          </a:solidFill>
                          <a:effectLst/>
                          <a:latin typeface="微软雅黑" panose="020B0503020204020204" pitchFamily="34" charset="-122"/>
                          <a:ea typeface="微软雅黑" panose="020B0503020204020204" pitchFamily="34" charset="-122"/>
                        </a:rPr>
                        <a:t>Camera single-pixel accuracy</a:t>
                      </a:r>
                      <a:endParaRPr lang="zh-CN" altLang="en-US"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i="0" dirty="0">
                          <a:solidFill>
                            <a:srgbClr val="0070C0"/>
                          </a:solidFill>
                          <a:sym typeface="Arial" panose="020B0604020202020204" pitchFamily="34" charset="0"/>
                        </a:rPr>
                        <a:t>0.028</a:t>
                      </a: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defRPr/>
            </a:pPr>
            <a:r>
              <a:rPr lang="en-US" altLang="zh-CN" noProof="0" dirty="0">
                <a:sym typeface="+mn-ea"/>
              </a:rPr>
              <a:t>5. </a:t>
            </a:r>
            <a:r>
              <a:rPr lang="en-US" altLang="zh-CN" dirty="0">
                <a:sym typeface="+mn-ea"/>
              </a:rPr>
              <a:t>The key components</a:t>
            </a:r>
            <a:endParaRPr lang="en-US" altLang="zh-CN" dirty="0">
              <a:latin typeface="+mn-lt"/>
            </a:endParaRPr>
          </a:p>
        </p:txBody>
      </p:sp>
      <p:sp>
        <p:nvSpPr>
          <p:cNvPr id="3" name="文本框 2"/>
          <p:cNvSpPr txBox="1"/>
          <p:nvPr/>
        </p:nvSpPr>
        <p:spPr>
          <a:xfrm>
            <a:off x="301626" y="1234260"/>
            <a:ext cx="3517900" cy="119888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sz="1800" dirty="0">
                <a:sym typeface="+mn-ea"/>
              </a:rPr>
              <a:t>UpCCD image processing</a:t>
            </a:r>
            <a:r>
              <a:rPr lang="en-US" altLang="zh-CN" sz="1800" dirty="0">
                <a:sym typeface="+mn-ea"/>
              </a:rPr>
              <a:t>:</a:t>
            </a:r>
          </a:p>
          <a:p>
            <a:r>
              <a:rPr lang="en-US" altLang="zh-CN" sz="1800" dirty="0">
                <a:sym typeface="+mn-ea"/>
              </a:rPr>
              <a:t>1.UpCCDMark Photo Location</a:t>
            </a:r>
          </a:p>
          <a:p>
            <a:r>
              <a:rPr lang="en-US" altLang="zh-CN" sz="1800" dirty="0">
                <a:sym typeface="+mn-ea"/>
              </a:rPr>
              <a:t>2.</a:t>
            </a:r>
            <a:r>
              <a:rPr lang="zh-CN" altLang="en-US" sz="1800" dirty="0">
                <a:sym typeface="+mn-ea"/>
              </a:rPr>
              <a:t>Check for</a:t>
            </a:r>
            <a:r>
              <a:rPr lang="en-US" altLang="zh-CN" sz="1800" dirty="0">
                <a:sym typeface="+mn-ea"/>
              </a:rPr>
              <a:t> putting EMI</a:t>
            </a:r>
          </a:p>
          <a:p>
            <a:r>
              <a:rPr lang="en-US" altLang="zh-CN" sz="1800" dirty="0">
                <a:sym typeface="+mn-ea"/>
              </a:rPr>
              <a:t>3.</a:t>
            </a:r>
            <a:r>
              <a:rPr lang="zh-CN" altLang="en-US" sz="1800" dirty="0">
                <a:sym typeface="+mn-ea"/>
              </a:rPr>
              <a:t>Check for</a:t>
            </a:r>
            <a:r>
              <a:rPr lang="en-US" altLang="zh-CN" sz="1800" dirty="0">
                <a:sym typeface="+mn-ea"/>
              </a:rPr>
              <a:t> putting Heat sinks</a:t>
            </a:r>
          </a:p>
        </p:txBody>
      </p:sp>
      <p:sp>
        <p:nvSpPr>
          <p:cNvPr id="30" name="文本框 29"/>
          <p:cNvSpPr txBox="1"/>
          <p:nvPr/>
        </p:nvSpPr>
        <p:spPr>
          <a:xfrm>
            <a:off x="4782820" y="1007110"/>
            <a:ext cx="6580505" cy="922020"/>
          </a:xfrm>
          <a:prstGeom prst="rect">
            <a:avLst/>
          </a:prstGeom>
          <a:noFill/>
        </p:spPr>
        <p:txBody>
          <a:bodyPr wrap="square" rtlCol="0">
            <a:spAutoFit/>
          </a:bodyPr>
          <a:lstStyle/>
          <a:p>
            <a:r>
              <a:rPr lang="en-US" altLang="zh-CN"/>
              <a:t>1.</a:t>
            </a:r>
            <a:r>
              <a:rPr lang="zh-CN" altLang="en-US">
                <a:sym typeface="+mn-ea"/>
              </a:rPr>
              <a:t>Take Mark1 and Mark2 to calculate the Mark center of the camera to f</a:t>
            </a:r>
            <a:r>
              <a:rPr lang="en-US" altLang="zh-CN">
                <a:sym typeface="+mn-ea"/>
              </a:rPr>
              <a:t>ind</a:t>
            </a:r>
            <a:r>
              <a:rPr lang="zh-CN" altLang="en-US">
                <a:sym typeface="+mn-ea"/>
              </a:rPr>
              <a:t> the position</a:t>
            </a:r>
            <a:r>
              <a:rPr lang="en-US" altLang="zh-CN">
                <a:sym typeface="+mn-ea"/>
              </a:rPr>
              <a:t>.</a:t>
            </a:r>
          </a:p>
          <a:p>
            <a:r>
              <a:rPr lang="zh-CN" altLang="en-US"/>
              <a:t>The image processing method is </a:t>
            </a:r>
            <a:r>
              <a:rPr lang="en-US" altLang="zh-CN"/>
              <a:t>NCC Pattern</a:t>
            </a:r>
            <a:r>
              <a:rPr lang="zh-CN" altLang="en-US"/>
              <a:t> + </a:t>
            </a:r>
            <a:r>
              <a:rPr lang="en-US" altLang="zh-CN"/>
              <a:t>Fit</a:t>
            </a:r>
            <a:r>
              <a:rPr lang="zh-CN" altLang="en-US"/>
              <a:t> </a:t>
            </a:r>
            <a:r>
              <a:rPr lang="en-US" altLang="zh-CN"/>
              <a:t>C</a:t>
            </a:r>
            <a:r>
              <a:rPr lang="zh-CN" altLang="en-US"/>
              <a:t>ircle</a:t>
            </a:r>
          </a:p>
        </p:txBody>
      </p:sp>
      <p:sp>
        <p:nvSpPr>
          <p:cNvPr id="74" name="TextBox 216"/>
          <p:cNvSpPr txBox="1">
            <a:spLocks noChangeArrowheads="1"/>
          </p:cNvSpPr>
          <p:nvPr>
            <p:custDataLst>
              <p:tags r:id="rId1"/>
            </p:custDataLst>
          </p:nvPr>
        </p:nvSpPr>
        <p:spPr bwMode="auto">
          <a:xfrm>
            <a:off x="6324622" y="4981746"/>
            <a:ext cx="1404538"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lang="en-US" altLang="zh-CN" sz="1400" b="1" dirty="0">
                <a:cs typeface="Calibri" panose="020F0502020204030204" charset="0"/>
                <a:sym typeface="+mn-ea"/>
              </a:rPr>
              <a:t>Bot Side</a:t>
            </a:r>
            <a:endParaRPr lang="zh-CN" altLang="en-US" sz="1400" b="1" dirty="0">
              <a:cs typeface="Calibri" panose="020F0502020204030204" charset="0"/>
            </a:endParaRPr>
          </a:p>
        </p:txBody>
      </p:sp>
      <p:grpSp>
        <p:nvGrpSpPr>
          <p:cNvPr id="10" name="组合 9"/>
          <p:cNvGrpSpPr/>
          <p:nvPr/>
        </p:nvGrpSpPr>
        <p:grpSpPr>
          <a:xfrm>
            <a:off x="4983480" y="1971040"/>
            <a:ext cx="4445635" cy="2943860"/>
            <a:chOff x="7848" y="3104"/>
            <a:chExt cx="7001" cy="4636"/>
          </a:xfrm>
        </p:grpSpPr>
        <p:pic>
          <p:nvPicPr>
            <p:cNvPr id="5" name="图片 4"/>
            <p:cNvPicPr>
              <a:picLocks noChangeAspect="1"/>
            </p:cNvPicPr>
            <p:nvPr/>
          </p:nvPicPr>
          <p:blipFill>
            <a:blip r:embed="rId7"/>
            <a:stretch>
              <a:fillRect/>
            </a:stretch>
          </p:blipFill>
          <p:spPr>
            <a:xfrm>
              <a:off x="7848" y="3104"/>
              <a:ext cx="7001" cy="4636"/>
            </a:xfrm>
            <a:prstGeom prst="rect">
              <a:avLst/>
            </a:prstGeom>
          </p:spPr>
        </p:pic>
        <p:grpSp>
          <p:nvGrpSpPr>
            <p:cNvPr id="21" name="组合 20"/>
            <p:cNvGrpSpPr/>
            <p:nvPr/>
          </p:nvGrpSpPr>
          <p:grpSpPr>
            <a:xfrm>
              <a:off x="7848" y="3497"/>
              <a:ext cx="6916" cy="4015"/>
              <a:chOff x="3587" y="2833"/>
              <a:chExt cx="6916" cy="4015"/>
            </a:xfrm>
          </p:grpSpPr>
          <p:sp>
            <p:nvSpPr>
              <p:cNvPr id="37" name="矩形 36"/>
              <p:cNvSpPr/>
              <p:nvPr/>
            </p:nvSpPr>
            <p:spPr>
              <a:xfrm>
                <a:off x="9958" y="2833"/>
                <a:ext cx="213" cy="175"/>
              </a:xfrm>
              <a:prstGeom prst="rect">
                <a:avLst/>
              </a:prstGeom>
              <a:noFill/>
              <a:ln w="254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矩形 1"/>
              <p:cNvSpPr/>
              <p:nvPr/>
            </p:nvSpPr>
            <p:spPr>
              <a:xfrm>
                <a:off x="4204" y="6673"/>
                <a:ext cx="213" cy="175"/>
              </a:xfrm>
              <a:prstGeom prst="rect">
                <a:avLst/>
              </a:prstGeom>
              <a:noFill/>
              <a:ln w="254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4" name="矩形 23"/>
              <p:cNvSpPr/>
              <p:nvPr>
                <p:custDataLst>
                  <p:tags r:id="rId3"/>
                </p:custDataLst>
              </p:nvPr>
            </p:nvSpPr>
            <p:spPr>
              <a:xfrm>
                <a:off x="3587" y="5865"/>
                <a:ext cx="2870" cy="853"/>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rgbClr val="FF0000"/>
                    </a:solidFill>
                  </a:rPr>
                  <a:t>CCDUPMark1</a:t>
                </a:r>
              </a:p>
            </p:txBody>
          </p:sp>
          <p:sp>
            <p:nvSpPr>
              <p:cNvPr id="25" name="矩形 24"/>
              <p:cNvSpPr/>
              <p:nvPr>
                <p:custDataLst>
                  <p:tags r:id="rId4"/>
                </p:custDataLst>
              </p:nvPr>
            </p:nvSpPr>
            <p:spPr>
              <a:xfrm>
                <a:off x="7633" y="3008"/>
                <a:ext cx="2870" cy="853"/>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rgbClr val="FF0000"/>
                    </a:solidFill>
                  </a:rPr>
                  <a:t>CCDUPMark2</a:t>
                </a:r>
              </a:p>
            </p:txBody>
          </p:sp>
        </p:grpSp>
      </p:grpSp>
      <p:sp>
        <p:nvSpPr>
          <p:cNvPr id="46" name="文本框 45"/>
          <p:cNvSpPr txBox="1"/>
          <p:nvPr/>
        </p:nvSpPr>
        <p:spPr>
          <a:xfrm>
            <a:off x="2534285" y="5642610"/>
            <a:ext cx="8279765" cy="846455"/>
          </a:xfrm>
          <a:prstGeom prst="rect">
            <a:avLst/>
          </a:prstGeom>
          <a:noFill/>
        </p:spPr>
        <p:txBody>
          <a:bodyPr wrap="square" rtlCol="0">
            <a:noAutofit/>
          </a:bodyPr>
          <a:lstStyle/>
          <a:p>
            <a:r>
              <a:rPr lang="en-US" altLang="zh-CN"/>
              <a:t>2.Check</a:t>
            </a:r>
            <a:r>
              <a:rPr lang="zh-CN" altLang="en-US"/>
              <a:t>：</a:t>
            </a:r>
            <a:r>
              <a:t>Whether there is </a:t>
            </a:r>
            <a:r>
              <a:rPr lang="en-US"/>
              <a:t>EMI &amp; </a:t>
            </a:r>
            <a:r>
              <a:rPr lang="en-US" altLang="zh-CN" dirty="0">
                <a:sym typeface="+mn-ea"/>
              </a:rPr>
              <a:t>Heat sinks</a:t>
            </a:r>
          </a:p>
          <a:p>
            <a:r>
              <a:rPr lang="zh-CN" altLang="en-US">
                <a:sym typeface="+mn-ea"/>
              </a:rPr>
              <a:t>The image processing method is</a:t>
            </a:r>
            <a:r>
              <a:rPr lang="en-US" altLang="zh-CN">
                <a:sym typeface="+mn-ea"/>
              </a:rPr>
              <a:t> </a:t>
            </a:r>
            <a:r>
              <a:rPr lang="en-US"/>
              <a:t>Image Statistic / YoloV5 Object Detection</a:t>
            </a:r>
          </a:p>
        </p:txBody>
      </p:sp>
      <p:grpSp>
        <p:nvGrpSpPr>
          <p:cNvPr id="16" name="组合 15"/>
          <p:cNvGrpSpPr/>
          <p:nvPr/>
        </p:nvGrpSpPr>
        <p:grpSpPr>
          <a:xfrm>
            <a:off x="360045" y="4805045"/>
            <a:ext cx="2028190" cy="1684020"/>
            <a:chOff x="567" y="7567"/>
            <a:chExt cx="3194" cy="2652"/>
          </a:xfrm>
        </p:grpSpPr>
        <p:pic>
          <p:nvPicPr>
            <p:cNvPr id="14" name="图片 13"/>
            <p:cNvPicPr>
              <a:picLocks noChangeAspect="1"/>
            </p:cNvPicPr>
            <p:nvPr/>
          </p:nvPicPr>
          <p:blipFill>
            <a:blip r:embed="rId8"/>
            <a:stretch>
              <a:fillRect/>
            </a:stretch>
          </p:blipFill>
          <p:spPr>
            <a:xfrm>
              <a:off x="567" y="7567"/>
              <a:ext cx="3194" cy="2652"/>
            </a:xfrm>
            <a:prstGeom prst="rect">
              <a:avLst/>
            </a:prstGeom>
          </p:spPr>
        </p:pic>
        <p:pic>
          <p:nvPicPr>
            <p:cNvPr id="15" name="图片 14"/>
            <p:cNvPicPr>
              <a:picLocks noChangeAspect="1"/>
            </p:cNvPicPr>
            <p:nvPr/>
          </p:nvPicPr>
          <p:blipFill>
            <a:blip r:embed="rId9"/>
            <a:stretch>
              <a:fillRect/>
            </a:stretch>
          </p:blipFill>
          <p:spPr>
            <a:xfrm>
              <a:off x="2566" y="9058"/>
              <a:ext cx="360" cy="640"/>
            </a:xfrm>
            <a:prstGeom prst="rect">
              <a:avLst/>
            </a:prstGeom>
          </p:spPr>
        </p:pic>
      </p:grpSp>
      <p:sp>
        <p:nvSpPr>
          <p:cNvPr id="17" name="矩形 16"/>
          <p:cNvSpPr/>
          <p:nvPr/>
        </p:nvSpPr>
        <p:spPr>
          <a:xfrm>
            <a:off x="1619885" y="5751195"/>
            <a:ext cx="228600" cy="407035"/>
          </a:xfrm>
          <a:prstGeom prst="rect">
            <a:avLst/>
          </a:prstGeom>
          <a:noFill/>
          <a:ln w="9525">
            <a:solidFill>
              <a:srgbClr val="10D51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4" name="组合 3"/>
          <p:cNvGrpSpPr/>
          <p:nvPr/>
        </p:nvGrpSpPr>
        <p:grpSpPr>
          <a:xfrm>
            <a:off x="2120265" y="2744470"/>
            <a:ext cx="2289175" cy="1696720"/>
            <a:chOff x="2053590" y="2331720"/>
            <a:chExt cx="2289175" cy="1696720"/>
          </a:xfrm>
        </p:grpSpPr>
        <p:pic>
          <p:nvPicPr>
            <p:cNvPr id="18" name="图片 17"/>
            <p:cNvPicPr>
              <a:picLocks noChangeAspect="1"/>
            </p:cNvPicPr>
            <p:nvPr/>
          </p:nvPicPr>
          <p:blipFill>
            <a:blip r:embed="rId10"/>
            <a:stretch>
              <a:fillRect/>
            </a:stretch>
          </p:blipFill>
          <p:spPr>
            <a:xfrm>
              <a:off x="2053590" y="2331720"/>
              <a:ext cx="2289175" cy="1455420"/>
            </a:xfrm>
            <a:prstGeom prst="rect">
              <a:avLst/>
            </a:prstGeom>
          </p:spPr>
        </p:pic>
        <p:sp>
          <p:nvSpPr>
            <p:cNvPr id="19" name="TextBox 216"/>
            <p:cNvSpPr txBox="1">
              <a:spLocks noChangeArrowheads="1"/>
            </p:cNvSpPr>
            <p:nvPr>
              <p:custDataLst>
                <p:tags r:id="rId2"/>
              </p:custDataLst>
            </p:nvPr>
          </p:nvSpPr>
          <p:spPr bwMode="auto">
            <a:xfrm>
              <a:off x="2266950" y="3721735"/>
              <a:ext cx="206756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lang="en-US" altLang="zh-CN" sz="1400" b="1" dirty="0">
                  <a:cs typeface="Calibri" panose="020F0502020204030204" charset="0"/>
                  <a:sym typeface="+mn-ea"/>
                </a:rPr>
                <a:t>Mark</a:t>
              </a:r>
              <a:r>
                <a:rPr lang="zh-CN" altLang="en-US" sz="1400" b="1" dirty="0">
                  <a:cs typeface="Calibri" panose="020F0502020204030204" charset="0"/>
                  <a:sym typeface="+mn-ea"/>
                </a:rPr>
                <a:t> image processing</a:t>
              </a:r>
            </a:p>
          </p:txBody>
        </p:sp>
      </p:grpSp>
      <p:sp>
        <p:nvSpPr>
          <p:cNvPr id="22" name="文本框 21"/>
          <p:cNvSpPr txBox="1"/>
          <p:nvPr/>
        </p:nvSpPr>
        <p:spPr>
          <a:xfrm>
            <a:off x="301059" y="768252"/>
            <a:ext cx="3337529"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t>5.5 Upper CCD</a:t>
            </a:r>
            <a:endParaRPr lang="zh-CN" altLang="en-US" sz="1800" b="1" dirty="0">
              <a:sym typeface="+mn-ea"/>
            </a:endParaRPr>
          </a:p>
        </p:txBody>
      </p:sp>
      <p:sp>
        <p:nvSpPr>
          <p:cNvPr id="23" name="椭圆 22"/>
          <p:cNvSpPr/>
          <p:nvPr/>
        </p:nvSpPr>
        <p:spPr>
          <a:xfrm>
            <a:off x="2017975" y="781505"/>
            <a:ext cx="329157" cy="343064"/>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2</a:t>
            </a:r>
            <a:endParaRPr kumimoji="0" lang="zh-CN" alt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endParaRPr>
          </a:p>
        </p:txBody>
      </p:sp>
      <p:sp>
        <p:nvSpPr>
          <p:cNvPr id="26" name="Explosion 1 25"/>
          <p:cNvSpPr/>
          <p:nvPr/>
        </p:nvSpPr>
        <p:spPr>
          <a:xfrm>
            <a:off x="5044621" y="2017476"/>
            <a:ext cx="5016137" cy="3001440"/>
          </a:xfrm>
          <a:prstGeom prst="irregularSeal1">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mtClean="0">
                <a:solidFill>
                  <a:srgbClr val="FF0000"/>
                </a:solidFill>
              </a:rPr>
              <a:t>Need to change the image from Calla newest panel design Drw, the W reduce from 184mm to 177 mm</a:t>
            </a:r>
            <a:endParaRPr lang="en-US">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nvPicPr>
        <p:blipFill>
          <a:blip r:embed="rId6"/>
          <a:stretch>
            <a:fillRect/>
          </a:stretch>
        </p:blipFill>
        <p:spPr>
          <a:xfrm>
            <a:off x="8907149" y="1035747"/>
            <a:ext cx="1261930" cy="1588725"/>
          </a:xfrm>
          <a:prstGeom prst="rect">
            <a:avLst/>
          </a:prstGeom>
        </p:spPr>
      </p:pic>
      <p:pic>
        <p:nvPicPr>
          <p:cNvPr id="9" name="图片 8"/>
          <p:cNvPicPr>
            <a:picLocks noChangeAspect="1"/>
          </p:cNvPicPr>
          <p:nvPr/>
        </p:nvPicPr>
        <p:blipFill>
          <a:blip r:embed="rId7"/>
          <a:stretch>
            <a:fillRect/>
          </a:stretch>
        </p:blipFill>
        <p:spPr>
          <a:xfrm>
            <a:off x="8991688" y="3344516"/>
            <a:ext cx="1290280" cy="3254721"/>
          </a:xfrm>
          <a:prstGeom prst="rect">
            <a:avLst/>
          </a:prstGeom>
        </p:spPr>
      </p:pic>
      <p:sp>
        <p:nvSpPr>
          <p:cNvPr id="66" name="標題 1"/>
          <p:cNvSpPr txBox="1"/>
          <p:nvPr/>
        </p:nvSpPr>
        <p:spPr>
          <a:xfrm>
            <a:off x="741988" y="135368"/>
            <a:ext cx="9543610" cy="584701"/>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defRPr/>
            </a:pPr>
            <a:r>
              <a:rPr lang="en-US" altLang="zh-CN" noProof="0" dirty="0">
                <a:sym typeface="+mn-ea"/>
              </a:rPr>
              <a:t>5. </a:t>
            </a:r>
            <a:r>
              <a:rPr lang="en-US" altLang="zh-CN" sz="2800" dirty="0">
                <a:sym typeface="+mn-ea"/>
              </a:rPr>
              <a:t>The key components</a:t>
            </a:r>
            <a:endParaRPr lang="en-US" altLang="zh-CN" dirty="0">
              <a:latin typeface="+mn-lt"/>
            </a:endParaRPr>
          </a:p>
        </p:txBody>
      </p:sp>
      <p:sp>
        <p:nvSpPr>
          <p:cNvPr id="21" name="文本框 20"/>
          <p:cNvSpPr txBox="1"/>
          <p:nvPr/>
        </p:nvSpPr>
        <p:spPr>
          <a:xfrm>
            <a:off x="301059" y="768252"/>
            <a:ext cx="3337529"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sym typeface="+mn-ea"/>
              </a:rPr>
              <a:t>5</a:t>
            </a:r>
            <a:r>
              <a:rPr lang="zh-CN" altLang="en-US" sz="1800" b="1" dirty="0">
                <a:sym typeface="+mn-ea"/>
              </a:rPr>
              <a:t>.</a:t>
            </a:r>
            <a:r>
              <a:rPr lang="en-US" altLang="zh-CN" sz="1800" b="1" dirty="0">
                <a:sym typeface="+mn-ea"/>
              </a:rPr>
              <a:t>5  </a:t>
            </a:r>
            <a:r>
              <a:rPr lang="zh-CN" altLang="en-US" sz="1800" b="1" dirty="0">
                <a:sym typeface="+mn-ea"/>
              </a:rPr>
              <a:t>Lower CCD</a:t>
            </a:r>
          </a:p>
        </p:txBody>
      </p:sp>
      <p:sp>
        <p:nvSpPr>
          <p:cNvPr id="11267" name="灯片编号占位符 3"/>
          <p:cNvSpPr txBox="1">
            <a:spLocks noGrp="1"/>
          </p:cNvSpPr>
          <p:nvPr>
            <p:ph type="sldNum" sz="quarter" idx="4294967295"/>
          </p:nvPr>
        </p:nvSpPr>
        <p:spPr>
          <a:xfrm>
            <a:off x="9196388" y="6403975"/>
            <a:ext cx="2743200" cy="365125"/>
          </a:xfrm>
          <a:noFill/>
          <a:ln>
            <a:noFill/>
          </a:ln>
        </p:spPr>
        <p:txBody>
          <a:bodyPr lIns="108850" tIns="54425" rIns="108850" bIns="54425" anchor="ctr"/>
          <a:lstStyle>
            <a:lvl1pPr marL="0" lvl="0" indent="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defRPr>
            </a:lvl1pPr>
            <a:lvl2pPr marL="542925" lvl="1" indent="-8572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cs typeface="+mn-cs"/>
              </a:defRPr>
            </a:lvl2pPr>
            <a:lvl3pPr marL="1087755" lvl="2" indent="-17335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cs typeface="+mn-cs"/>
              </a:defRPr>
            </a:lvl3pPr>
            <a:lvl4pPr marL="1631950" lvl="3" indent="-26035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cs typeface="+mn-cs"/>
              </a:defRPr>
            </a:lvl4pPr>
            <a:lvl5pPr marL="2176780" lvl="4" indent="-34798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cs typeface="+mn-cs"/>
              </a:defRPr>
            </a:lvl5pPr>
          </a:lstStyle>
          <a:p>
            <a:pPr lvl="0" algn="r" eaLnBrk="1" hangingPunct="1"/>
            <a:fld id="{9A0DB2DC-4C9A-4742-B13C-FB6460FD3503}" type="slidenum">
              <a:rPr lang="en-US" altLang="en-US" sz="1400" dirty="0">
                <a:solidFill>
                  <a:srgbClr val="898989"/>
                </a:solidFill>
                <a:latin typeface="Arial" panose="020B0604020202020204" pitchFamily="34" charset="0"/>
                <a:ea typeface="微软雅黑" panose="020B0503020204020204" pitchFamily="34" charset="-122"/>
              </a:rPr>
              <a:t>18</a:t>
            </a:fld>
            <a:endParaRPr lang="en-US" altLang="en-US" sz="1400" dirty="0">
              <a:solidFill>
                <a:srgbClr val="898989"/>
              </a:solidFill>
              <a:latin typeface="Arial" panose="020B0604020202020204" pitchFamily="34" charset="0"/>
              <a:ea typeface="微软雅黑" panose="020B0503020204020204" pitchFamily="34" charset="-122"/>
            </a:endParaRPr>
          </a:p>
        </p:txBody>
      </p:sp>
      <p:sp>
        <p:nvSpPr>
          <p:cNvPr id="6"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15" name="文本框 12"/>
          <p:cNvSpPr txBox="1"/>
          <p:nvPr/>
        </p:nvSpPr>
        <p:spPr>
          <a:xfrm>
            <a:off x="6964466" y="1094424"/>
            <a:ext cx="1031051" cy="369332"/>
          </a:xfrm>
          <a:prstGeom prst="rect">
            <a:avLst/>
          </a:prstGeom>
          <a:noFill/>
        </p:spPr>
        <p:txBody>
          <a:bodyPr wrap="none" rtlCol="0" anchor="t">
            <a:spAutoFit/>
          </a:bodyPr>
          <a:lstStyle/>
          <a:p>
            <a:pPr algn="l"/>
            <a:r>
              <a:rPr lang="zh-CN" altLang="en-US" dirty="0"/>
              <a:t>layout：</a:t>
            </a:r>
          </a:p>
        </p:txBody>
      </p:sp>
      <p:sp>
        <p:nvSpPr>
          <p:cNvPr id="22" name="文本框 19"/>
          <p:cNvSpPr txBox="1"/>
          <p:nvPr/>
        </p:nvSpPr>
        <p:spPr>
          <a:xfrm>
            <a:off x="11034895" y="3883964"/>
            <a:ext cx="880369" cy="246221"/>
          </a:xfrm>
          <a:prstGeom prst="rect">
            <a:avLst/>
          </a:prstGeom>
          <a:noFill/>
        </p:spPr>
        <p:txBody>
          <a:bodyPr wrap="none" rtlCol="0">
            <a:spAutoFit/>
          </a:bodyPr>
          <a:lstStyle/>
          <a:p>
            <a:r>
              <a:rPr lang="en-US" altLang="zh-CN" sz="1000" dirty="0">
                <a:solidFill>
                  <a:srgbClr val="FF0000"/>
                </a:solidFill>
              </a:rPr>
              <a:t>350</a:t>
            </a:r>
            <a:r>
              <a:rPr lang="zh-CN" altLang="en-US" sz="1000" dirty="0">
                <a:solidFill>
                  <a:srgbClr val="FF0000"/>
                </a:solidFill>
              </a:rPr>
              <a:t>±</a:t>
            </a:r>
            <a:r>
              <a:rPr lang="en-US" altLang="zh-CN" sz="1000" dirty="0">
                <a:solidFill>
                  <a:srgbClr val="FF0000"/>
                </a:solidFill>
              </a:rPr>
              <a:t>10mm</a:t>
            </a:r>
          </a:p>
        </p:txBody>
      </p:sp>
      <p:grpSp>
        <p:nvGrpSpPr>
          <p:cNvPr id="10" name="组合 9"/>
          <p:cNvGrpSpPr/>
          <p:nvPr/>
        </p:nvGrpSpPr>
        <p:grpSpPr>
          <a:xfrm>
            <a:off x="9675799" y="2416562"/>
            <a:ext cx="1681096" cy="3254720"/>
            <a:chOff x="9596363" y="4009638"/>
            <a:chExt cx="1451929" cy="1373148"/>
          </a:xfrm>
        </p:grpSpPr>
        <p:cxnSp>
          <p:nvCxnSpPr>
            <p:cNvPr id="19" name="直接连接符 25"/>
            <p:cNvCxnSpPr/>
            <p:nvPr/>
          </p:nvCxnSpPr>
          <p:spPr>
            <a:xfrm flipH="1">
              <a:off x="9641009" y="5382786"/>
              <a:ext cx="140728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箭头连接符 28"/>
            <p:cNvCxnSpPr/>
            <p:nvPr/>
          </p:nvCxnSpPr>
          <p:spPr>
            <a:xfrm>
              <a:off x="10821215" y="4009638"/>
              <a:ext cx="0" cy="1373147"/>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4" name="直接连接符 20"/>
            <p:cNvCxnSpPr/>
            <p:nvPr/>
          </p:nvCxnSpPr>
          <p:spPr>
            <a:xfrm flipH="1">
              <a:off x="9596363" y="4016860"/>
              <a:ext cx="1415857"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9" name="文本框 23"/>
          <p:cNvSpPr txBox="1"/>
          <p:nvPr/>
        </p:nvSpPr>
        <p:spPr>
          <a:xfrm>
            <a:off x="9883266" y="3495864"/>
            <a:ext cx="880369" cy="246221"/>
          </a:xfrm>
          <a:prstGeom prst="rect">
            <a:avLst/>
          </a:prstGeom>
          <a:noFill/>
        </p:spPr>
        <p:txBody>
          <a:bodyPr wrap="none" rtlCol="0">
            <a:spAutoFit/>
          </a:bodyPr>
          <a:lstStyle/>
          <a:p>
            <a:r>
              <a:rPr lang="en-US" altLang="zh-CN" sz="1000" dirty="0">
                <a:solidFill>
                  <a:srgbClr val="FF0000"/>
                </a:solidFill>
              </a:rPr>
              <a:t>215</a:t>
            </a:r>
            <a:r>
              <a:rPr lang="zh-CN" altLang="en-US" sz="1000" dirty="0">
                <a:solidFill>
                  <a:srgbClr val="FF0000"/>
                </a:solidFill>
              </a:rPr>
              <a:t>±</a:t>
            </a:r>
            <a:r>
              <a:rPr lang="en-US" altLang="zh-CN" sz="1000" dirty="0">
                <a:solidFill>
                  <a:srgbClr val="FF0000"/>
                </a:solidFill>
              </a:rPr>
              <a:t>10mm</a:t>
            </a:r>
          </a:p>
        </p:txBody>
      </p:sp>
      <p:grpSp>
        <p:nvGrpSpPr>
          <p:cNvPr id="30" name="组合 35"/>
          <p:cNvGrpSpPr/>
          <p:nvPr/>
        </p:nvGrpSpPr>
        <p:grpSpPr>
          <a:xfrm>
            <a:off x="8783446" y="5421471"/>
            <a:ext cx="863955" cy="130974"/>
            <a:chOff x="7050" y="3207"/>
            <a:chExt cx="1461" cy="214"/>
          </a:xfrm>
        </p:grpSpPr>
        <p:sp>
          <p:nvSpPr>
            <p:cNvPr id="50" name="椭圆 26"/>
            <p:cNvSpPr>
              <a:spLocks noChangeAspect="1"/>
            </p:cNvSpPr>
            <p:nvPr/>
          </p:nvSpPr>
          <p:spPr>
            <a:xfrm>
              <a:off x="8360" y="3270"/>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肘形连接符 27"/>
            <p:cNvCxnSpPr>
              <a:stCxn id="32" idx="3"/>
            </p:cNvCxnSpPr>
            <p:nvPr/>
          </p:nvCxnSpPr>
          <p:spPr>
            <a:xfrm>
              <a:off x="7050" y="3207"/>
              <a:ext cx="1375" cy="137"/>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32" name="文本框 30"/>
          <p:cNvSpPr txBox="1"/>
          <p:nvPr/>
        </p:nvSpPr>
        <p:spPr>
          <a:xfrm>
            <a:off x="6625259" y="5283147"/>
            <a:ext cx="2157963" cy="276999"/>
          </a:xfrm>
          <a:prstGeom prst="rect">
            <a:avLst/>
          </a:prstGeom>
          <a:noFill/>
        </p:spPr>
        <p:txBody>
          <a:bodyPr wrap="none" rtlCol="0">
            <a:spAutoFit/>
          </a:bodyPr>
          <a:lstStyle/>
          <a:p>
            <a:pPr algn="ctr"/>
            <a:r>
              <a:rPr lang="en-US" altLang="zh-CN" sz="1200" b="0" kern="100" dirty="0">
                <a:solidFill>
                  <a:schemeClr val="tx1"/>
                </a:solidFill>
                <a:effectLst/>
                <a:latin typeface="等线" panose="02010600030101010101" charset="-122"/>
                <a:ea typeface="等线" panose="02010600030101010101" charset="-122"/>
                <a:cs typeface="+mn-cs"/>
              </a:rPr>
              <a:t>camera lens</a:t>
            </a:r>
            <a:r>
              <a:rPr lang="zh-CN" altLang="en-US" sz="1200" kern="100" dirty="0">
                <a:effectLst/>
                <a:latin typeface="等线" panose="02010600030101010101" charset="-122"/>
                <a:ea typeface="等线" panose="02010600030101010101" charset="-122"/>
                <a:sym typeface="+mn-ea"/>
              </a:rPr>
              <a:t>：</a:t>
            </a:r>
            <a:r>
              <a:rPr lang="en-US" altLang="zh-CN" sz="1200" kern="100" dirty="0">
                <a:latin typeface="等线" panose="02010600030101010101" charset="-122"/>
                <a:sym typeface="+mn-ea"/>
              </a:rPr>
              <a:t>FL-CC3516-2M</a:t>
            </a:r>
          </a:p>
        </p:txBody>
      </p:sp>
      <p:grpSp>
        <p:nvGrpSpPr>
          <p:cNvPr id="34" name="组合 15"/>
          <p:cNvGrpSpPr/>
          <p:nvPr/>
        </p:nvGrpSpPr>
        <p:grpSpPr>
          <a:xfrm>
            <a:off x="6652649" y="5770583"/>
            <a:ext cx="3033006" cy="277249"/>
            <a:chOff x="10521" y="4180"/>
            <a:chExt cx="5129" cy="453"/>
          </a:xfrm>
        </p:grpSpPr>
        <p:grpSp>
          <p:nvGrpSpPr>
            <p:cNvPr id="46" name="组合 31"/>
            <p:cNvGrpSpPr/>
            <p:nvPr/>
          </p:nvGrpSpPr>
          <p:grpSpPr>
            <a:xfrm>
              <a:off x="13745" y="4407"/>
              <a:ext cx="1905" cy="204"/>
              <a:chOff x="6950" y="3217"/>
              <a:chExt cx="1905" cy="204"/>
            </a:xfrm>
          </p:grpSpPr>
          <p:sp>
            <p:nvSpPr>
              <p:cNvPr id="48" name="椭圆 37"/>
              <p:cNvSpPr>
                <a:spLocks noChangeAspect="1"/>
              </p:cNvSpPr>
              <p:nvPr/>
            </p:nvSpPr>
            <p:spPr>
              <a:xfrm>
                <a:off x="8704" y="3270"/>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9" name="肘形连接符 39"/>
              <p:cNvCxnSpPr>
                <a:stCxn id="47" idx="3"/>
                <a:endCxn id="48" idx="2"/>
              </p:cNvCxnSpPr>
              <p:nvPr/>
            </p:nvCxnSpPr>
            <p:spPr>
              <a:xfrm>
                <a:off x="6950" y="3217"/>
                <a:ext cx="1754" cy="129"/>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47" name="文本框 40"/>
            <p:cNvSpPr txBox="1"/>
            <p:nvPr/>
          </p:nvSpPr>
          <p:spPr>
            <a:xfrm>
              <a:off x="10521" y="4180"/>
              <a:ext cx="3224" cy="453"/>
            </a:xfrm>
            <a:prstGeom prst="rect">
              <a:avLst/>
            </a:prstGeom>
            <a:noFill/>
          </p:spPr>
          <p:txBody>
            <a:bodyPr wrap="none" rtlCol="0">
              <a:spAutoFit/>
            </a:bodyPr>
            <a:lstStyle/>
            <a:p>
              <a:pPr algn="ctr"/>
              <a:r>
                <a:rPr lang="zh-CN" altLang="en-US" sz="1200" dirty="0">
                  <a:latin typeface="等线" panose="02010600030101010101" charset="-122"/>
                  <a:ea typeface="等线" panose="02010600030101010101" charset="-122"/>
                  <a:cs typeface="等线" panose="02010600030101010101" charset="-122"/>
                </a:rPr>
                <a:t>camera：</a:t>
              </a:r>
              <a:r>
                <a:rPr lang="en-US" altLang="zh-CN" sz="1200" dirty="0">
                  <a:latin typeface="等线" panose="02010600030101010101" charset="-122"/>
                  <a:cs typeface="等线" panose="02010600030101010101" charset="-122"/>
                  <a:sym typeface="+mn-ea"/>
                </a:rPr>
                <a:t>FM-GE500-22M</a:t>
              </a:r>
            </a:p>
          </p:txBody>
        </p:sp>
      </p:grpSp>
      <p:sp>
        <p:nvSpPr>
          <p:cNvPr id="44" name="椭圆 51"/>
          <p:cNvSpPr>
            <a:spLocks noChangeAspect="1"/>
          </p:cNvSpPr>
          <p:nvPr/>
        </p:nvSpPr>
        <p:spPr>
          <a:xfrm>
            <a:off x="9566087" y="4512910"/>
            <a:ext cx="89293" cy="9241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53"/>
          <p:cNvSpPr txBox="1"/>
          <p:nvPr/>
        </p:nvSpPr>
        <p:spPr>
          <a:xfrm>
            <a:off x="6592960" y="4820870"/>
            <a:ext cx="2196435" cy="276999"/>
          </a:xfrm>
          <a:prstGeom prst="rect">
            <a:avLst/>
          </a:prstGeom>
          <a:noFill/>
        </p:spPr>
        <p:txBody>
          <a:bodyPr wrap="none" rtlCol="0">
            <a:spAutoFit/>
          </a:bodyPr>
          <a:lstStyle/>
          <a:p>
            <a:pPr algn="ctr"/>
            <a:r>
              <a:rPr lang="zh-CN" altLang="en-US" sz="1200" dirty="0">
                <a:latin typeface="等线" panose="02010600030101010101" charset="-122"/>
                <a:ea typeface="等线" panose="02010600030101010101" charset="-122"/>
              </a:rPr>
              <a:t>optical source：</a:t>
            </a:r>
            <a:r>
              <a:rPr lang="en-US" altLang="zh-CN" sz="1200" kern="100" dirty="0">
                <a:latin typeface="等线" panose="02010600030101010101" charset="-122"/>
                <a:sym typeface="+mn-ea"/>
              </a:rPr>
              <a:t> BAR-108W30</a:t>
            </a:r>
          </a:p>
        </p:txBody>
      </p:sp>
      <p:grpSp>
        <p:nvGrpSpPr>
          <p:cNvPr id="37" name="组合 16"/>
          <p:cNvGrpSpPr/>
          <p:nvPr/>
        </p:nvGrpSpPr>
        <p:grpSpPr>
          <a:xfrm>
            <a:off x="6843295" y="2191971"/>
            <a:ext cx="2370699" cy="461470"/>
            <a:chOff x="11796" y="5823"/>
            <a:chExt cx="4009" cy="754"/>
          </a:xfrm>
        </p:grpSpPr>
        <p:grpSp>
          <p:nvGrpSpPr>
            <p:cNvPr id="39" name="组合 55"/>
            <p:cNvGrpSpPr/>
            <p:nvPr/>
          </p:nvGrpSpPr>
          <p:grpSpPr>
            <a:xfrm>
              <a:off x="13241" y="6121"/>
              <a:ext cx="2564" cy="151"/>
              <a:chOff x="6044" y="3270"/>
              <a:chExt cx="2564" cy="151"/>
            </a:xfrm>
          </p:grpSpPr>
          <p:sp>
            <p:nvSpPr>
              <p:cNvPr id="41" name="椭圆 56"/>
              <p:cNvSpPr>
                <a:spLocks noChangeAspect="1"/>
              </p:cNvSpPr>
              <p:nvPr/>
            </p:nvSpPr>
            <p:spPr>
              <a:xfrm>
                <a:off x="8457" y="3270"/>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2" name="肘形连接符 57"/>
              <p:cNvCxnSpPr>
                <a:stCxn id="40" idx="3"/>
              </p:cNvCxnSpPr>
              <p:nvPr/>
            </p:nvCxnSpPr>
            <p:spPr>
              <a:xfrm flipV="1">
                <a:off x="6044" y="3340"/>
                <a:ext cx="2478" cy="9"/>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40" name="文本框 58"/>
            <p:cNvSpPr txBox="1"/>
            <p:nvPr/>
          </p:nvSpPr>
          <p:spPr>
            <a:xfrm>
              <a:off x="11796" y="5823"/>
              <a:ext cx="1445" cy="754"/>
            </a:xfrm>
            <a:prstGeom prst="rect">
              <a:avLst/>
            </a:prstGeom>
            <a:noFill/>
          </p:spPr>
          <p:txBody>
            <a:bodyPr wrap="none" rtlCol="0">
              <a:spAutoFit/>
            </a:bodyPr>
            <a:lstStyle/>
            <a:p>
              <a:pPr algn="ctr"/>
              <a:r>
                <a:rPr lang="en-US" altLang="zh-CN" sz="1200" dirty="0">
                  <a:latin typeface="等线" panose="02010600030101010101" charset="-122"/>
                  <a:ea typeface="等线" panose="02010600030101010101" charset="-122"/>
                </a:rPr>
                <a:t>material</a:t>
              </a:r>
            </a:p>
            <a:p>
              <a:pPr algn="ctr"/>
              <a:r>
                <a:rPr lang="en-US" altLang="zh-CN" sz="1200" dirty="0">
                  <a:latin typeface="等线" panose="02010600030101010101" charset="-122"/>
                  <a:ea typeface="等线" panose="02010600030101010101" charset="-122"/>
                </a:rPr>
                <a:t>Heat sinks</a:t>
              </a:r>
              <a:endParaRPr lang="zh-CN" altLang="en-US" sz="1200" dirty="0">
                <a:latin typeface="等线" panose="02010600030101010101" charset="-122"/>
                <a:ea typeface="等线" panose="02010600030101010101" charset="-122"/>
              </a:endParaRPr>
            </a:p>
          </p:txBody>
        </p:sp>
      </p:grpSp>
      <p:sp>
        <p:nvSpPr>
          <p:cNvPr id="38" name="圆角矩形 72"/>
          <p:cNvSpPr/>
          <p:nvPr/>
        </p:nvSpPr>
        <p:spPr>
          <a:xfrm>
            <a:off x="6662739" y="1042402"/>
            <a:ext cx="5228202" cy="5509358"/>
          </a:xfrm>
          <a:prstGeom prst="roundRect">
            <a:avLst>
              <a:gd name="adj" fmla="val 6205"/>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表格 6"/>
          <p:cNvGraphicFramePr>
            <a:graphicFrameLocks noGrp="1"/>
          </p:cNvGraphicFramePr>
          <p:nvPr>
            <p:custDataLst>
              <p:tags r:id="rId1"/>
            </p:custDataLst>
          </p:nvPr>
        </p:nvGraphicFramePr>
        <p:xfrm>
          <a:off x="325503" y="1083715"/>
          <a:ext cx="5939495" cy="2807335"/>
        </p:xfrm>
        <a:graphic>
          <a:graphicData uri="http://schemas.openxmlformats.org/drawingml/2006/table">
            <a:tbl>
              <a:tblPr firstRow="1" firstCol="1" bandRow="1">
                <a:tableStyleId>{5C22544A-7EE6-4342-B048-85BDC9FD1C3A}</a:tableStyleId>
              </a:tblPr>
              <a:tblGrid>
                <a:gridCol w="1754147">
                  <a:extLst>
                    <a:ext uri="{9D8B030D-6E8A-4147-A177-3AD203B41FA5}">
                      <a16:colId xmlns:a16="http://schemas.microsoft.com/office/drawing/2014/main" val="20000"/>
                    </a:ext>
                  </a:extLst>
                </a:gridCol>
                <a:gridCol w="3289055">
                  <a:extLst>
                    <a:ext uri="{9D8B030D-6E8A-4147-A177-3AD203B41FA5}">
                      <a16:colId xmlns:a16="http://schemas.microsoft.com/office/drawing/2014/main" val="20001"/>
                    </a:ext>
                  </a:extLst>
                </a:gridCol>
                <a:gridCol w="896293">
                  <a:extLst>
                    <a:ext uri="{9D8B030D-6E8A-4147-A177-3AD203B41FA5}">
                      <a16:colId xmlns:a16="http://schemas.microsoft.com/office/drawing/2014/main" val="20002"/>
                    </a:ext>
                  </a:extLst>
                </a:gridCol>
              </a:tblGrid>
              <a:tr h="385445">
                <a:tc>
                  <a:txBody>
                    <a:bodyPr/>
                    <a:lstStyle/>
                    <a:p>
                      <a:pPr algn="ctr">
                        <a:lnSpc>
                          <a:spcPct val="150000"/>
                        </a:lnSpc>
                        <a:spcAft>
                          <a:spcPts val="0"/>
                        </a:spcAft>
                      </a:pPr>
                      <a:r>
                        <a:rPr lang="en-US" altLang="zh-CN" sz="1200" b="1" kern="100" dirty="0">
                          <a:effectLst/>
                          <a:latin typeface="微软雅黑" panose="020B0503020204020204" pitchFamily="34" charset="-122"/>
                          <a:ea typeface="微软雅黑" panose="020B0503020204020204" pitchFamily="34" charset="-122"/>
                        </a:rPr>
                        <a:t>Hardware name</a:t>
                      </a:r>
                      <a:endParaRPr lang="zh-CN" altLang="zh-CN" sz="1200" b="1" kern="100" dirty="0">
                        <a:effectLst/>
                        <a:latin typeface="微软雅黑" panose="020B0503020204020204" pitchFamily="34" charset="-122"/>
                        <a:ea typeface="微软雅黑" panose="020B0503020204020204" pitchFamily="34" charset="-122"/>
                      </a:endParaRPr>
                    </a:p>
                  </a:txBody>
                  <a:tcPr marL="99060" marR="99060" marT="0" marB="0" anchor="ctr">
                    <a:solidFill>
                      <a:schemeClr val="bg2">
                        <a:lumMod val="25000"/>
                      </a:schemeClr>
                    </a:solidFill>
                  </a:tcPr>
                </a:tc>
                <a:tc>
                  <a:txBody>
                    <a:bodyPr/>
                    <a:lstStyle/>
                    <a:p>
                      <a:pPr algn="ctr">
                        <a:lnSpc>
                          <a:spcPct val="150000"/>
                        </a:lnSpc>
                        <a:spcAft>
                          <a:spcPts val="0"/>
                        </a:spcAft>
                      </a:pPr>
                      <a:r>
                        <a:rPr lang="en-US" altLang="zh-CN" sz="1200" b="1" kern="100" dirty="0">
                          <a:effectLst/>
                          <a:latin typeface="微软雅黑" panose="020B0503020204020204" pitchFamily="34" charset="-122"/>
                          <a:ea typeface="微软雅黑" panose="020B0503020204020204" pitchFamily="34" charset="-122"/>
                        </a:rPr>
                        <a:t>Model</a:t>
                      </a:r>
                      <a:endParaRPr lang="zh-CN" altLang="zh-CN" sz="1200" b="1" kern="100" dirty="0">
                        <a:effectLst/>
                        <a:latin typeface="微软雅黑" panose="020B0503020204020204" pitchFamily="34" charset="-122"/>
                        <a:ea typeface="微软雅黑" panose="020B0503020204020204" pitchFamily="34" charset="-122"/>
                      </a:endParaRPr>
                    </a:p>
                  </a:txBody>
                  <a:tcPr marL="99060" marR="99060" marT="0" marB="0" anchor="ctr">
                    <a:solidFill>
                      <a:schemeClr val="bg2">
                        <a:lumMod val="25000"/>
                      </a:schemeClr>
                    </a:solidFill>
                  </a:tcPr>
                </a:tc>
                <a:tc>
                  <a:txBody>
                    <a:bodyPr/>
                    <a:lstStyle/>
                    <a:p>
                      <a:pPr algn="ctr">
                        <a:lnSpc>
                          <a:spcPct val="150000"/>
                        </a:lnSpc>
                        <a:spcAft>
                          <a:spcPts val="0"/>
                        </a:spcAft>
                      </a:pPr>
                      <a:r>
                        <a:rPr lang="en-US" altLang="zh-CN" sz="1200" b="1" kern="100" dirty="0">
                          <a:effectLst/>
                          <a:latin typeface="微软雅黑" panose="020B0503020204020204" pitchFamily="34" charset="-122"/>
                          <a:ea typeface="微软雅黑" panose="020B0503020204020204" pitchFamily="34" charset="-122"/>
                        </a:rPr>
                        <a:t>quantity</a:t>
                      </a:r>
                      <a:endParaRPr lang="zh-CN" altLang="zh-CN" sz="1200" b="1" kern="100" dirty="0">
                        <a:effectLst/>
                        <a:latin typeface="微软雅黑" panose="020B0503020204020204" pitchFamily="34" charset="-122"/>
                        <a:ea typeface="微软雅黑" panose="020B0503020204020204" pitchFamily="34" charset="-122"/>
                      </a:endParaRPr>
                    </a:p>
                  </a:txBody>
                  <a:tcPr marL="99060" marR="99060" marT="0" marB="0" anchor="ctr">
                    <a:solidFill>
                      <a:schemeClr val="bg2">
                        <a:lumMod val="25000"/>
                      </a:schemeClr>
                    </a:solidFill>
                  </a:tcPr>
                </a:tc>
                <a:extLst>
                  <a:ext uri="{0D108BD9-81ED-4DB2-BD59-A6C34878D82A}">
                    <a16:rowId xmlns:a16="http://schemas.microsoft.com/office/drawing/2014/main" val="10000"/>
                  </a:ext>
                </a:extLst>
              </a:tr>
              <a:tr h="409575">
                <a:tc>
                  <a:txBody>
                    <a:bodyPr/>
                    <a:lstStyle/>
                    <a:p>
                      <a:pPr algn="ctr">
                        <a:lnSpc>
                          <a:spcPct val="150000"/>
                        </a:lnSpc>
                        <a:spcAft>
                          <a:spcPts val="0"/>
                        </a:spcAft>
                      </a:pPr>
                      <a:r>
                        <a:rPr lang="en-US" altLang="zh-CN" sz="1200" b="1" kern="100" dirty="0">
                          <a:solidFill>
                            <a:schemeClr val="tx1"/>
                          </a:solidFill>
                          <a:effectLst/>
                          <a:latin typeface="微软雅黑" panose="020B0503020204020204" pitchFamily="34" charset="-122"/>
                          <a:ea typeface="微软雅黑" panose="020B0503020204020204" pitchFamily="34" charset="-122"/>
                        </a:rPr>
                        <a:t>camera</a:t>
                      </a:r>
                      <a:endParaRPr lang="zh-CN" altLang="zh-CN"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rgbClr val="00FF00"/>
                    </a:solidFill>
                  </a:tcPr>
                </a:tc>
                <a:tc>
                  <a:txBody>
                    <a:bodyPr/>
                    <a:lstStyle/>
                    <a:p>
                      <a:pPr algn="ctr">
                        <a:lnSpc>
                          <a:spcPct val="150000"/>
                        </a:lnSpc>
                        <a:spcAft>
                          <a:spcPts val="0"/>
                        </a:spcAft>
                        <a:buClrTx/>
                        <a:buSzTx/>
                        <a:buFontTx/>
                      </a:pPr>
                      <a:r>
                        <a:rPr lang="en-US" altLang="zh-CN" sz="1200" dirty="0">
                          <a:solidFill>
                            <a:srgbClr val="0070C0"/>
                          </a:solidFill>
                          <a:sym typeface="Arial" panose="020B0604020202020204" pitchFamily="34" charset="0"/>
                        </a:rPr>
                        <a:t>FM-GE500-22M</a:t>
                      </a:r>
                    </a:p>
                  </a:txBody>
                  <a:tcPr marL="99060" marR="99060" marT="0" marB="0" anchor="ctr" anchorCtr="1"/>
                </a:tc>
                <a:tc>
                  <a:txBody>
                    <a:bodyPr/>
                    <a:lstStyle/>
                    <a:p>
                      <a:pPr algn="l">
                        <a:lnSpc>
                          <a:spcPct val="150000"/>
                        </a:lnSpc>
                        <a:spcAft>
                          <a:spcPts val="0"/>
                        </a:spcAft>
                      </a:pPr>
                      <a:r>
                        <a:rPr lang="en-US" altLang="zh-CN" sz="1200" b="0" kern="100" dirty="0">
                          <a:effectLst/>
                          <a:latin typeface="微软雅黑" panose="020B0503020204020204" pitchFamily="34" charset="-122"/>
                          <a:ea typeface="微软雅黑" panose="020B0503020204020204" pitchFamily="34" charset="-122"/>
                        </a:rPr>
                        <a:t>1</a:t>
                      </a:r>
                      <a:endParaRPr lang="zh-CN" sz="1200" b="0" kern="100" dirty="0">
                        <a:effectLst/>
                        <a:latin typeface="微软雅黑" panose="020B0503020204020204" pitchFamily="34" charset="-122"/>
                        <a:ea typeface="微软雅黑" panose="020B0503020204020204" pitchFamily="34" charset="-122"/>
                      </a:endParaRPr>
                    </a:p>
                  </a:txBody>
                  <a:tcPr marL="99060" marR="99060" marT="0" marB="0" anchor="ctr" anchorCtr="1"/>
                </a:tc>
                <a:extLst>
                  <a:ext uri="{0D108BD9-81ED-4DB2-BD59-A6C34878D82A}">
                    <a16:rowId xmlns:a16="http://schemas.microsoft.com/office/drawing/2014/main" val="10001"/>
                  </a:ext>
                </a:extLst>
              </a:tr>
              <a:tr h="385445">
                <a:tc>
                  <a:txBody>
                    <a:bodyPr/>
                    <a:lstStyle/>
                    <a:p>
                      <a:pPr algn="ctr">
                        <a:lnSpc>
                          <a:spcPct val="150000"/>
                        </a:lnSpc>
                        <a:spcAft>
                          <a:spcPts val="0"/>
                        </a:spcAft>
                      </a:pPr>
                      <a:r>
                        <a:rPr lang="en-US" altLang="zh-CN" sz="1200" b="1" kern="100" dirty="0">
                          <a:solidFill>
                            <a:schemeClr val="tx1"/>
                          </a:solidFill>
                          <a:effectLst/>
                          <a:latin typeface="微软雅黑" panose="020B0503020204020204" pitchFamily="34" charset="-122"/>
                          <a:ea typeface="微软雅黑" panose="020B0503020204020204" pitchFamily="34" charset="-122"/>
                        </a:rPr>
                        <a:t>lens</a:t>
                      </a:r>
                      <a:endParaRPr lang="zh-CN" altLang="zh-CN"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rgbClr val="00FF00"/>
                    </a:solidFill>
                  </a:tcPr>
                </a:tc>
                <a:tc>
                  <a:txBody>
                    <a:bodyPr/>
                    <a:lstStyle/>
                    <a:p>
                      <a:pPr algn="ctr">
                        <a:lnSpc>
                          <a:spcPct val="150000"/>
                        </a:lnSpc>
                        <a:spcAft>
                          <a:spcPts val="0"/>
                        </a:spcAft>
                      </a:pPr>
                      <a:r>
                        <a:rPr lang="en-US" altLang="zh-CN" sz="1200" dirty="0">
                          <a:solidFill>
                            <a:srgbClr val="0070C0"/>
                          </a:solidFill>
                          <a:sym typeface="Arial" panose="020B0604020202020204" pitchFamily="34" charset="0"/>
                        </a:rPr>
                        <a:t>RICOH/FL-CC2514-2M</a:t>
                      </a:r>
                      <a:endParaRPr lang="en-US" altLang="zh-CN" sz="1200" i="0" dirty="0">
                        <a:solidFill>
                          <a:srgbClr val="0070C0"/>
                        </a:solidFill>
                        <a:sym typeface="Arial" panose="020B0604020202020204" pitchFamily="34" charset="0"/>
                      </a:endParaRPr>
                    </a:p>
                  </a:txBody>
                  <a:tcPr marL="99060" marR="99060" marT="0" marB="0" anchor="ctr" anchorCtr="1"/>
                </a:tc>
                <a:tc>
                  <a:txBody>
                    <a:bodyPr/>
                    <a:lstStyle/>
                    <a:p>
                      <a:pPr algn="ctr">
                        <a:lnSpc>
                          <a:spcPct val="150000"/>
                        </a:lnSpc>
                        <a:spcAft>
                          <a:spcPts val="0"/>
                        </a:spcAft>
                      </a:pPr>
                      <a:r>
                        <a:rPr lang="en-US" altLang="zh-CN" sz="1200" b="0" kern="100" dirty="0">
                          <a:effectLst/>
                          <a:latin typeface="微软雅黑" panose="020B0503020204020204" pitchFamily="34" charset="-122"/>
                          <a:ea typeface="微软雅黑" panose="020B0503020204020204" pitchFamily="34" charset="-122"/>
                        </a:rPr>
                        <a:t>1</a:t>
                      </a:r>
                      <a:endParaRPr lang="zh-CN" sz="1200" b="0" kern="100" dirty="0">
                        <a:effectLst/>
                        <a:latin typeface="微软雅黑" panose="020B0503020204020204" pitchFamily="34" charset="-122"/>
                        <a:ea typeface="微软雅黑" panose="020B0503020204020204" pitchFamily="34" charset="-122"/>
                      </a:endParaRPr>
                    </a:p>
                  </a:txBody>
                  <a:tcPr marL="99060" marR="99060" marT="0" marB="0" anchor="ctr" anchorCtr="1"/>
                </a:tc>
                <a:extLst>
                  <a:ext uri="{0D108BD9-81ED-4DB2-BD59-A6C34878D82A}">
                    <a16:rowId xmlns:a16="http://schemas.microsoft.com/office/drawing/2014/main" val="10002"/>
                  </a:ext>
                </a:extLst>
              </a:tr>
              <a:tr h="385445">
                <a:tc>
                  <a:txBody>
                    <a:bodyPr/>
                    <a:lstStyle/>
                    <a:p>
                      <a:pPr algn="ctr">
                        <a:lnSpc>
                          <a:spcPct val="150000"/>
                        </a:lnSpc>
                        <a:spcAft>
                          <a:spcPts val="0"/>
                        </a:spcAft>
                        <a:buNone/>
                      </a:pPr>
                      <a:r>
                        <a:rPr lang="en-US" altLang="zh-CN" sz="1200" b="1" kern="100" dirty="0">
                          <a:solidFill>
                            <a:schemeClr val="tx1"/>
                          </a:solidFill>
                          <a:effectLst/>
                          <a:latin typeface="微软雅黑" panose="020B0503020204020204" pitchFamily="34" charset="-122"/>
                          <a:ea typeface="微软雅黑" panose="020B0503020204020204" pitchFamily="34" charset="-122"/>
                        </a:rPr>
                        <a:t>Lap pick-up</a:t>
                      </a:r>
                      <a:endParaRPr lang="zh-CN" altLang="en-US"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rgbClr val="00FF00"/>
                    </a:solidFill>
                  </a:tcPr>
                </a:tc>
                <a:tc>
                  <a:txBody>
                    <a:bodyPr/>
                    <a:lstStyle/>
                    <a:p>
                      <a:pPr algn="ctr">
                        <a:lnSpc>
                          <a:spcPct val="150000"/>
                        </a:lnSpc>
                        <a:spcAft>
                          <a:spcPts val="0"/>
                        </a:spcAft>
                        <a:buNone/>
                      </a:pPr>
                      <a:r>
                        <a:rPr lang="en-US" altLang="zh-CN" sz="1200" i="0" dirty="0">
                          <a:solidFill>
                            <a:srgbClr val="0070C0"/>
                          </a:solidFill>
                          <a:sym typeface="Arial" panose="020B0604020202020204" pitchFamily="34" charset="0"/>
                        </a:rPr>
                        <a:t>not</a:t>
                      </a:r>
                      <a:endParaRPr lang="zh-CN" altLang="en-US" sz="1200" i="0" dirty="0">
                        <a:solidFill>
                          <a:srgbClr val="0070C0"/>
                        </a:solidFill>
                        <a:sym typeface="Arial" panose="020B0604020202020204" pitchFamily="34" charset="0"/>
                      </a:endParaRPr>
                    </a:p>
                  </a:txBody>
                  <a:tcPr marL="99060" marR="99060" marT="0" marB="0" anchor="ctr" anchorCtr="1"/>
                </a:tc>
                <a:tc>
                  <a:txBody>
                    <a:bodyPr/>
                    <a:lstStyle/>
                    <a:p>
                      <a:pPr algn="ctr">
                        <a:lnSpc>
                          <a:spcPct val="150000"/>
                        </a:lnSpc>
                        <a:spcAft>
                          <a:spcPts val="0"/>
                        </a:spcAft>
                        <a:buNone/>
                      </a:pPr>
                      <a:r>
                        <a:rPr lang="en-US" altLang="zh-CN" sz="1200" b="0" kern="100" dirty="0">
                          <a:effectLst/>
                          <a:latin typeface="微软雅黑" panose="020B0503020204020204" pitchFamily="34" charset="-122"/>
                          <a:ea typeface="微软雅黑" panose="020B0503020204020204" pitchFamily="34" charset="-122"/>
                        </a:rPr>
                        <a:t>0</a:t>
                      </a:r>
                    </a:p>
                  </a:txBody>
                  <a:tcPr marL="99060" marR="99060" marT="0" marB="0" anchor="ctr" anchorCtr="1"/>
                </a:tc>
                <a:extLst>
                  <a:ext uri="{0D108BD9-81ED-4DB2-BD59-A6C34878D82A}">
                    <a16:rowId xmlns:a16="http://schemas.microsoft.com/office/drawing/2014/main" val="10003"/>
                  </a:ext>
                </a:extLst>
              </a:tr>
              <a:tr h="362585">
                <a:tc rowSpan="2">
                  <a:txBody>
                    <a:bodyPr/>
                    <a:lstStyle/>
                    <a:p>
                      <a:pPr algn="ctr">
                        <a:lnSpc>
                          <a:spcPct val="150000"/>
                        </a:lnSpc>
                        <a:spcAft>
                          <a:spcPts val="0"/>
                        </a:spcAft>
                      </a:pPr>
                      <a:r>
                        <a:rPr lang="en-US" altLang="zh-CN" sz="1200" b="1" kern="100" dirty="0">
                          <a:solidFill>
                            <a:schemeClr val="tx1"/>
                          </a:solidFill>
                          <a:effectLst/>
                          <a:latin typeface="微软雅黑" panose="020B0503020204020204" pitchFamily="34" charset="-122"/>
                          <a:ea typeface="微软雅黑" panose="020B0503020204020204" pitchFamily="34" charset="-122"/>
                        </a:rPr>
                        <a:t>light source</a:t>
                      </a:r>
                      <a:endParaRPr lang="zh-CN" altLang="zh-CN"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rgbClr val="00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i="0" dirty="0">
                          <a:solidFill>
                            <a:srgbClr val="0070C0"/>
                          </a:solidFill>
                          <a:sym typeface="Arial" panose="020B0604020202020204" pitchFamily="34" charset="0"/>
                        </a:rPr>
                        <a:t>Light source/Hua Zhou/LRS-132W30</a:t>
                      </a:r>
                    </a:p>
                  </a:txBody>
                  <a:tcPr marL="99060" marR="99060" marT="0" marB="0" anchor="ctr" anchorCtr="1"/>
                </a:tc>
                <a:tc>
                  <a:txBody>
                    <a:bodyPr/>
                    <a:lstStyle/>
                    <a:p>
                      <a:pPr marL="0" marR="0" lvl="0" indent="0" algn="l" defTabSz="914400" rtl="0" eaLnBrk="1" fontAlgn="auto" latinLnBrk="0" hangingPunct="1">
                        <a:lnSpc>
                          <a:spcPct val="150000"/>
                        </a:lnSpc>
                        <a:spcBef>
                          <a:spcPts val="0"/>
                        </a:spcBef>
                        <a:spcAft>
                          <a:spcPts val="0"/>
                        </a:spcAft>
                        <a:buClrTx/>
                        <a:buSzTx/>
                        <a:buFontTx/>
                        <a:buNone/>
                        <a:defRPr/>
                      </a:pPr>
                      <a:r>
                        <a:rPr lang="en-US" altLang="zh-CN" sz="1200" b="0" kern="100" dirty="0">
                          <a:effectLst/>
                          <a:latin typeface="微软雅黑" panose="020B0503020204020204" pitchFamily="34" charset="-122"/>
                          <a:ea typeface="微软雅黑" panose="020B0503020204020204" pitchFamily="34" charset="-122"/>
                        </a:rPr>
                        <a:t>1</a:t>
                      </a:r>
                      <a:endParaRPr lang="zh-CN" altLang="zh-CN" sz="1200" b="0" kern="100" dirty="0">
                        <a:effectLst/>
                        <a:latin typeface="微软雅黑" panose="020B0503020204020204" pitchFamily="34" charset="-122"/>
                        <a:ea typeface="微软雅黑" panose="020B0503020204020204" pitchFamily="34" charset="-122"/>
                      </a:endParaRPr>
                    </a:p>
                  </a:txBody>
                  <a:tcPr marL="99060" marR="99060" marT="0" marB="0" anchor="ctr" anchorCtr="1"/>
                </a:tc>
                <a:extLst>
                  <a:ext uri="{0D108BD9-81ED-4DB2-BD59-A6C34878D82A}">
                    <a16:rowId xmlns:a16="http://schemas.microsoft.com/office/drawing/2014/main" val="10004"/>
                  </a:ext>
                </a:extLst>
              </a:tr>
              <a:tr h="330200">
                <a:tc vMerge="1">
                  <a:txBody>
                    <a:bodyPr/>
                    <a:lstStyle/>
                    <a:p>
                      <a:endParaRPr lang="en-US"/>
                    </a:p>
                  </a:txBody>
                  <a:tcPr marL="99060" marR="99060" marT="0" marB="0" anchor="ctr" anchorCtr="1">
                    <a:solidFill>
                      <a:srgbClr val="00FF00"/>
                    </a:solidFill>
                  </a:tcPr>
                </a:tc>
                <a:tc>
                  <a:txBody>
                    <a:bodyPr/>
                    <a:lstStyle/>
                    <a:p>
                      <a:pPr marL="0" marR="0" lvl="0" algn="ctr" defTabSz="914400" rtl="0" eaLnBrk="1" fontAlgn="auto" latinLnBrk="0" hangingPunct="1">
                        <a:lnSpc>
                          <a:spcPct val="100000"/>
                        </a:lnSpc>
                        <a:spcBef>
                          <a:spcPts val="0"/>
                        </a:spcBef>
                        <a:spcAft>
                          <a:spcPts val="0"/>
                        </a:spcAft>
                        <a:buClrTx/>
                        <a:buSzTx/>
                        <a:buFontTx/>
                        <a:buNone/>
                        <a:defRPr/>
                      </a:pPr>
                      <a:r>
                        <a:rPr lang="en-US" altLang="zh-CN" sz="1200" i="0" dirty="0">
                          <a:solidFill>
                            <a:srgbClr val="0070C0"/>
                          </a:solidFill>
                          <a:sym typeface="Arial" panose="020B0604020202020204" pitchFamily="34" charset="0"/>
                        </a:rPr>
                        <a:t>Light source</a:t>
                      </a:r>
                      <a:r>
                        <a:rPr lang="en-US" altLang="zh-CN" sz="1200" b="0" i="0" dirty="0">
                          <a:solidFill>
                            <a:srgbClr val="0070C0"/>
                          </a:solidFill>
                          <a:cs typeface="+mn-cs"/>
                        </a:rPr>
                        <a:t>/Hua Zhou/BAR-108W30</a:t>
                      </a:r>
                    </a:p>
                  </a:txBody>
                  <a:tcPr marL="99060" marR="99060" marT="0" marB="0" anchor="ctr" anchorCtr="1"/>
                </a:tc>
                <a:tc>
                  <a:txBody>
                    <a:bodyPr/>
                    <a:lstStyle/>
                    <a:p>
                      <a:pPr algn="l">
                        <a:lnSpc>
                          <a:spcPct val="150000"/>
                        </a:lnSpc>
                        <a:spcAft>
                          <a:spcPts val="0"/>
                        </a:spcAft>
                        <a:buNone/>
                      </a:pPr>
                      <a:r>
                        <a:rPr lang="en-US" altLang="zh-CN" sz="1200" b="0" kern="100" dirty="0">
                          <a:effectLst/>
                          <a:latin typeface="微软雅黑" panose="020B0503020204020204" pitchFamily="34" charset="-122"/>
                          <a:ea typeface="微软雅黑" panose="020B0503020204020204" pitchFamily="34" charset="-122"/>
                        </a:rPr>
                        <a:t>2</a:t>
                      </a:r>
                    </a:p>
                  </a:txBody>
                  <a:tcPr marL="99060" marR="99060" marT="0" marB="0" anchor="ctr" anchorCtr="1"/>
                </a:tc>
                <a:extLst>
                  <a:ext uri="{0D108BD9-81ED-4DB2-BD59-A6C34878D82A}">
                    <a16:rowId xmlns:a16="http://schemas.microsoft.com/office/drawing/2014/main" val="10005"/>
                  </a:ext>
                </a:extLst>
              </a:tr>
              <a:tr h="390525">
                <a:tc>
                  <a:txBody>
                    <a:bodyPr/>
                    <a:lstStyle/>
                    <a:p>
                      <a:pPr algn="ctr">
                        <a:lnSpc>
                          <a:spcPct val="150000"/>
                        </a:lnSpc>
                        <a:spcAft>
                          <a:spcPts val="0"/>
                        </a:spcAft>
                      </a:pPr>
                      <a:r>
                        <a:rPr lang="en-US" altLang="zh-CN" sz="1200" b="1" kern="100" dirty="0">
                          <a:solidFill>
                            <a:schemeClr val="tx1"/>
                          </a:solidFill>
                          <a:effectLst/>
                          <a:latin typeface="微软雅黑" panose="020B0503020204020204" pitchFamily="34" charset="-122"/>
                          <a:ea typeface="微软雅黑" panose="020B0503020204020204" pitchFamily="34" charset="-122"/>
                        </a:rPr>
                        <a:t>Light source controller</a:t>
                      </a:r>
                      <a:endParaRPr lang="zh-CN" altLang="zh-CN"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rgbClr val="00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rgbClr val="0070C0"/>
                          </a:solidFill>
                          <a:sym typeface="Arial" panose="020B0604020202020204" pitchFamily="34" charset="0"/>
                        </a:rPr>
                        <a:t>DKZ2-24V-2-AC </a:t>
                      </a:r>
                      <a:endParaRPr lang="zh-CN" altLang="zh-CN" sz="1200" b="0" i="0" kern="100" dirty="0">
                        <a:solidFill>
                          <a:schemeClr val="dk1"/>
                        </a:solidFill>
                        <a:effectLst/>
                        <a:latin typeface="微软雅黑" panose="020B0503020204020204" pitchFamily="34" charset="-122"/>
                        <a:ea typeface="微软雅黑" panose="020B0503020204020204" pitchFamily="34" charset="-122"/>
                        <a:cs typeface="+mn-cs"/>
                      </a:endParaRPr>
                    </a:p>
                  </a:txBody>
                  <a:tcPr marL="99060" marR="99060" marT="0" marB="0" anchor="ctr" anchorCtr="1"/>
                </a:tc>
                <a:tc>
                  <a:txBody>
                    <a:bodyPr/>
                    <a:lstStyle/>
                    <a:p>
                      <a:pPr algn="l">
                        <a:lnSpc>
                          <a:spcPct val="150000"/>
                        </a:lnSpc>
                        <a:spcAft>
                          <a:spcPts val="0"/>
                        </a:spcAft>
                      </a:pPr>
                      <a:r>
                        <a:rPr lang="en-US" altLang="zh-CN" sz="1200" b="0" kern="100" dirty="0">
                          <a:effectLst/>
                          <a:latin typeface="微软雅黑" panose="020B0503020204020204" pitchFamily="34" charset="-122"/>
                          <a:ea typeface="微软雅黑" panose="020B0503020204020204" pitchFamily="34" charset="-122"/>
                        </a:rPr>
                        <a:t>1</a:t>
                      </a:r>
                      <a:endParaRPr lang="zh-CN" sz="1200" b="0" kern="100" dirty="0">
                        <a:effectLst/>
                        <a:latin typeface="微软雅黑" panose="020B0503020204020204" pitchFamily="34" charset="-122"/>
                        <a:ea typeface="微软雅黑" panose="020B0503020204020204" pitchFamily="34" charset="-122"/>
                      </a:endParaRPr>
                    </a:p>
                  </a:txBody>
                  <a:tcPr marL="99060" marR="99060" marT="0" marB="0" anchor="ctr" anchorCtr="1"/>
                </a:tc>
                <a:extLst>
                  <a:ext uri="{0D108BD9-81ED-4DB2-BD59-A6C34878D82A}">
                    <a16:rowId xmlns:a16="http://schemas.microsoft.com/office/drawing/2014/main" val="10006"/>
                  </a:ext>
                </a:extLst>
              </a:tr>
            </a:tbl>
          </a:graphicData>
        </a:graphic>
      </p:graphicFrame>
      <p:graphicFrame>
        <p:nvGraphicFramePr>
          <p:cNvPr id="3" name="表格 2"/>
          <p:cNvGraphicFramePr>
            <a:graphicFrameLocks noGrp="1"/>
          </p:cNvGraphicFramePr>
          <p:nvPr>
            <p:custDataLst>
              <p:tags r:id="rId2"/>
            </p:custDataLst>
          </p:nvPr>
        </p:nvGraphicFramePr>
        <p:xfrm>
          <a:off x="301059" y="3860608"/>
          <a:ext cx="5964008" cy="2804795"/>
        </p:xfrm>
        <a:graphic>
          <a:graphicData uri="http://schemas.openxmlformats.org/drawingml/2006/table">
            <a:tbl>
              <a:tblPr firstRow="1" firstCol="1" bandRow="1">
                <a:tableStyleId>{5C22544A-7EE6-4342-B048-85BDC9FD1C3A}</a:tableStyleId>
              </a:tblPr>
              <a:tblGrid>
                <a:gridCol w="3510450">
                  <a:extLst>
                    <a:ext uri="{9D8B030D-6E8A-4147-A177-3AD203B41FA5}">
                      <a16:colId xmlns:a16="http://schemas.microsoft.com/office/drawing/2014/main" val="20000"/>
                    </a:ext>
                  </a:extLst>
                </a:gridCol>
                <a:gridCol w="2453558">
                  <a:extLst>
                    <a:ext uri="{9D8B030D-6E8A-4147-A177-3AD203B41FA5}">
                      <a16:colId xmlns:a16="http://schemas.microsoft.com/office/drawing/2014/main" val="20001"/>
                    </a:ext>
                  </a:extLst>
                </a:gridCol>
              </a:tblGrid>
              <a:tr h="367665">
                <a:tc>
                  <a:txBody>
                    <a:bodyPr/>
                    <a:lstStyle/>
                    <a:p>
                      <a:pPr algn="ctr">
                        <a:lnSpc>
                          <a:spcPct val="150000"/>
                        </a:lnSpc>
                        <a:spcAft>
                          <a:spcPts val="0"/>
                        </a:spcAft>
                        <a:buClrTx/>
                        <a:buSzTx/>
                        <a:buFontTx/>
                        <a:buNone/>
                      </a:pPr>
                      <a:r>
                        <a:rPr lang="en-US" altLang="zh-CN" sz="1200" b="1" kern="100" dirty="0">
                          <a:solidFill>
                            <a:schemeClr val="tx1"/>
                          </a:solidFill>
                          <a:effectLst/>
                          <a:latin typeface="微软雅黑" panose="020B0503020204020204" pitchFamily="34" charset="-122"/>
                          <a:ea typeface="微软雅黑" panose="020B0503020204020204" pitchFamily="34" charset="-122"/>
                        </a:rPr>
                        <a:t>Camera mounting orientation</a:t>
                      </a:r>
                      <a:endParaRPr lang="zh-CN" altLang="en-US"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chemeClr val="accent2">
                        <a:lumMod val="40000"/>
                        <a:lumOff val="60000"/>
                      </a:schemeClr>
                    </a:solidFill>
                  </a:tcPr>
                </a:tc>
                <a:tc>
                  <a:txBody>
                    <a:bodyPr/>
                    <a:lstStyle/>
                    <a:p>
                      <a:pPr algn="ctr">
                        <a:lnSpc>
                          <a:spcPct val="150000"/>
                        </a:lnSpc>
                        <a:spcAft>
                          <a:spcPts val="0"/>
                        </a:spcAft>
                        <a:buClrTx/>
                        <a:buSzTx/>
                        <a:buFontTx/>
                        <a:buNone/>
                      </a:pPr>
                      <a:r>
                        <a:rPr lang="en-US" altLang="zh-CN" sz="1200" b="0" dirty="0">
                          <a:solidFill>
                            <a:srgbClr val="0070C0"/>
                          </a:solidFill>
                          <a:sym typeface="Arial" panose="020B0604020202020204" pitchFamily="34" charset="0"/>
                        </a:rPr>
                        <a:t>Turn your back to the man-machine↓</a:t>
                      </a:r>
                      <a:endParaRPr lang="en-US" sz="1200" b="0" i="0" dirty="0">
                        <a:solidFill>
                          <a:srgbClr val="0070C0"/>
                        </a:solidFill>
                        <a:sym typeface="Arial" panose="020B0604020202020204" pitchFamily="34" charset="0"/>
                      </a:endParaRP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0"/>
                  </a:ext>
                </a:extLst>
              </a:tr>
              <a:tr h="359410">
                <a:tc>
                  <a:txBody>
                    <a:bodyPr/>
                    <a:lstStyle/>
                    <a:p>
                      <a:pPr algn="ctr">
                        <a:lnSpc>
                          <a:spcPct val="150000"/>
                        </a:lnSpc>
                        <a:spcAft>
                          <a:spcPts val="0"/>
                        </a:spcAft>
                        <a:buClrTx/>
                        <a:buSzTx/>
                        <a:buFontTx/>
                      </a:pPr>
                      <a:r>
                        <a:rPr lang="en-US" altLang="zh-CN" sz="1200" b="1" kern="100" dirty="0">
                          <a:solidFill>
                            <a:schemeClr val="tx1"/>
                          </a:solidFill>
                          <a:effectLst/>
                          <a:latin typeface="微软雅黑" panose="020B0503020204020204" pitchFamily="34" charset="-122"/>
                          <a:ea typeface="微软雅黑" panose="020B0503020204020204" pitchFamily="34" charset="-122"/>
                        </a:rPr>
                        <a:t>The distance between the camera surface → the product</a:t>
                      </a:r>
                      <a:endParaRPr lang="zh-CN" altLang="en-US"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chemeClr val="accent2">
                        <a:lumMod val="40000"/>
                        <a:lumOff val="60000"/>
                      </a:schemeClr>
                    </a:solidFill>
                  </a:tcPr>
                </a:tc>
                <a:tc>
                  <a:txBody>
                    <a:bodyPr/>
                    <a:lstStyle/>
                    <a:p>
                      <a:pPr algn="ctr">
                        <a:lnSpc>
                          <a:spcPct val="150000"/>
                        </a:lnSpc>
                        <a:spcAft>
                          <a:spcPts val="0"/>
                        </a:spcAft>
                        <a:buClrTx/>
                        <a:buSzTx/>
                        <a:buFontTx/>
                      </a:pPr>
                      <a:r>
                        <a:rPr lang="en-US" sz="1200" b="0" i="0" dirty="0">
                          <a:solidFill>
                            <a:srgbClr val="0070C0"/>
                          </a:solidFill>
                          <a:sym typeface="Arial" panose="020B0604020202020204" pitchFamily="34" charset="0"/>
                        </a:rPr>
                        <a:t>350±10 mm</a:t>
                      </a: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1"/>
                  </a:ext>
                </a:extLst>
              </a:tr>
              <a:tr h="340360">
                <a:tc>
                  <a:txBody>
                    <a:bodyPr/>
                    <a:lstStyle/>
                    <a:p>
                      <a:pPr algn="ctr">
                        <a:lnSpc>
                          <a:spcPct val="150000"/>
                        </a:lnSpc>
                        <a:spcAft>
                          <a:spcPts val="0"/>
                        </a:spcAft>
                        <a:buClrTx/>
                        <a:buSzTx/>
                        <a:buFontTx/>
                      </a:pPr>
                      <a:r>
                        <a:rPr lang="en-US" altLang="zh-CN" sz="1200" b="1" kern="100" dirty="0">
                          <a:solidFill>
                            <a:schemeClr val="tx1"/>
                          </a:solidFill>
                          <a:effectLst/>
                          <a:latin typeface="微软雅黑" panose="020B0503020204020204" pitchFamily="34" charset="-122"/>
                          <a:ea typeface="微软雅黑" panose="020B0503020204020204" pitchFamily="34" charset="-122"/>
                        </a:rPr>
                        <a:t>The light source → the camera surface</a:t>
                      </a:r>
                      <a:endParaRPr lang="zh-CN" altLang="en-US"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chemeClr val="accent2">
                        <a:lumMod val="40000"/>
                        <a:lumOff val="60000"/>
                      </a:schemeClr>
                    </a:solidFill>
                  </a:tcPr>
                </a:tc>
                <a:tc>
                  <a:txBody>
                    <a:bodyPr/>
                    <a:lstStyle/>
                    <a:p>
                      <a:pPr algn="ctr">
                        <a:lnSpc>
                          <a:spcPct val="150000"/>
                        </a:lnSpc>
                        <a:spcAft>
                          <a:spcPts val="0"/>
                        </a:spcAft>
                      </a:pPr>
                      <a:r>
                        <a:rPr lang="en-US" sz="1200" i="0" dirty="0">
                          <a:solidFill>
                            <a:srgbClr val="0070C0"/>
                          </a:solidFill>
                          <a:sym typeface="Arial" panose="020B0604020202020204" pitchFamily="34" charset="0"/>
                        </a:rPr>
                        <a:t>40</a:t>
                      </a:r>
                      <a:r>
                        <a:rPr lang="zh-CN" altLang="en-US" sz="1200" i="0" dirty="0">
                          <a:solidFill>
                            <a:srgbClr val="0070C0"/>
                          </a:solidFill>
                          <a:sym typeface="Arial" panose="020B0604020202020204" pitchFamily="34" charset="0"/>
                        </a:rPr>
                        <a:t>±</a:t>
                      </a:r>
                      <a:r>
                        <a:rPr lang="en-US" altLang="zh-CN" sz="1200" i="0" dirty="0">
                          <a:solidFill>
                            <a:srgbClr val="0070C0"/>
                          </a:solidFill>
                          <a:sym typeface="Arial" panose="020B0604020202020204" pitchFamily="34" charset="0"/>
                        </a:rPr>
                        <a:t>10mm</a:t>
                      </a: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2"/>
                  </a:ext>
                </a:extLst>
              </a:tr>
              <a:tr h="340360">
                <a:tc>
                  <a:txBody>
                    <a:bodyPr/>
                    <a:lstStyle/>
                    <a:p>
                      <a:pPr algn="ctr">
                        <a:lnSpc>
                          <a:spcPct val="150000"/>
                        </a:lnSpc>
                        <a:spcAft>
                          <a:spcPts val="0"/>
                        </a:spcAft>
                        <a:buClrTx/>
                        <a:buSzTx/>
                        <a:buFontTx/>
                        <a:buNone/>
                      </a:pPr>
                      <a:r>
                        <a:rPr lang="en-US" altLang="zh-CN" sz="1200" kern="100" dirty="0">
                          <a:solidFill>
                            <a:schemeClr val="tx1"/>
                          </a:solidFill>
                          <a:effectLst/>
                          <a:latin typeface="微软雅黑" panose="020B0503020204020204" pitchFamily="34" charset="-122"/>
                          <a:ea typeface="微软雅黑" panose="020B0503020204020204" pitchFamily="34" charset="-122"/>
                          <a:sym typeface="+mn-ea"/>
                        </a:rPr>
                        <a:t>The camera surface → a ring-light source</a:t>
                      </a:r>
                    </a:p>
                  </a:txBody>
                  <a:tcPr marL="99060" marR="99060" marT="0" marB="0" anchor="ctr" anchorCtr="1">
                    <a:solidFill>
                      <a:schemeClr val="accent2">
                        <a:lumMod val="40000"/>
                        <a:lumOff val="60000"/>
                      </a:schemeClr>
                    </a:solidFill>
                  </a:tcPr>
                </a:tc>
                <a:tc>
                  <a:txBody>
                    <a:bodyPr/>
                    <a:lstStyle/>
                    <a:p>
                      <a:pPr algn="ctr">
                        <a:lnSpc>
                          <a:spcPct val="150000"/>
                        </a:lnSpc>
                        <a:spcAft>
                          <a:spcPts val="0"/>
                        </a:spcAft>
                        <a:buNone/>
                      </a:pPr>
                      <a:r>
                        <a:rPr lang="en-US" altLang="zh-CN" sz="1200" i="0" dirty="0">
                          <a:solidFill>
                            <a:srgbClr val="0070C0"/>
                          </a:solidFill>
                          <a:sym typeface="Arial" panose="020B0604020202020204" pitchFamily="34" charset="0"/>
                        </a:rPr>
                        <a:t>215</a:t>
                      </a:r>
                      <a:r>
                        <a:rPr lang="zh-CN" altLang="en-US" sz="1200" dirty="0">
                          <a:solidFill>
                            <a:srgbClr val="0070C0"/>
                          </a:solidFill>
                          <a:sym typeface="Arial" panose="020B0604020202020204" pitchFamily="34" charset="0"/>
                        </a:rPr>
                        <a:t>±</a:t>
                      </a:r>
                      <a:r>
                        <a:rPr lang="en-US" altLang="zh-CN" sz="1200" dirty="0">
                          <a:solidFill>
                            <a:srgbClr val="0070C0"/>
                          </a:solidFill>
                          <a:sym typeface="Arial" panose="020B0604020202020204" pitchFamily="34" charset="0"/>
                        </a:rPr>
                        <a:t>10mm</a:t>
                      </a:r>
                      <a:endParaRPr lang="en-US" altLang="zh-CN" sz="1200" i="0" dirty="0">
                        <a:solidFill>
                          <a:srgbClr val="0070C0"/>
                        </a:solidFill>
                        <a:sym typeface="Arial" panose="020B0604020202020204" pitchFamily="34" charset="0"/>
                      </a:endParaRP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3"/>
                  </a:ext>
                </a:extLst>
              </a:tr>
              <a:tr h="342265">
                <a:tc>
                  <a:txBody>
                    <a:bodyPr/>
                    <a:lstStyle/>
                    <a:p>
                      <a:pPr algn="ctr">
                        <a:lnSpc>
                          <a:spcPct val="150000"/>
                        </a:lnSpc>
                        <a:spcAft>
                          <a:spcPts val="0"/>
                        </a:spcAft>
                        <a:buClrTx/>
                        <a:buSzTx/>
                        <a:buFontTx/>
                      </a:pPr>
                      <a:r>
                        <a:rPr lang="en-US" altLang="zh-CN" sz="1200" b="1" kern="100" dirty="0">
                          <a:solidFill>
                            <a:schemeClr val="tx1"/>
                          </a:solidFill>
                          <a:effectLst/>
                          <a:latin typeface="微软雅黑" panose="020B0503020204020204" pitchFamily="34" charset="-122"/>
                          <a:ea typeface="微软雅黑" panose="020B0503020204020204" pitchFamily="34" charset="-122"/>
                        </a:rPr>
                        <a:t>visual field</a:t>
                      </a:r>
                    </a:p>
                  </a:txBody>
                  <a:tcPr marL="99060" marR="99060" marT="0" marB="0" anchor="ctr" anchorCtr="1">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i="0" dirty="0">
                          <a:solidFill>
                            <a:srgbClr val="0070C0"/>
                          </a:solidFill>
                          <a:sym typeface="Arial" panose="020B0604020202020204" pitchFamily="34" charset="0"/>
                        </a:rPr>
                        <a:t>72mm*54mm</a:t>
                      </a: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4"/>
                  </a:ext>
                </a:extLst>
              </a:tr>
              <a:tr h="342265">
                <a:tc>
                  <a:txBody>
                    <a:bodyPr/>
                    <a:lstStyle/>
                    <a:p>
                      <a:pPr algn="ctr">
                        <a:lnSpc>
                          <a:spcPct val="150000"/>
                        </a:lnSpc>
                        <a:spcAft>
                          <a:spcPts val="0"/>
                        </a:spcAft>
                        <a:buClrTx/>
                        <a:buSzTx/>
                        <a:buFontTx/>
                        <a:buNone/>
                      </a:pPr>
                      <a:r>
                        <a:rPr lang="en-US" altLang="zh-CN" sz="1200" b="1" kern="100" dirty="0">
                          <a:solidFill>
                            <a:schemeClr val="tx1"/>
                          </a:solidFill>
                          <a:effectLst/>
                          <a:latin typeface="微软雅黑" panose="020B0503020204020204" pitchFamily="34" charset="-122"/>
                          <a:ea typeface="微软雅黑" panose="020B0503020204020204" pitchFamily="34" charset="-122"/>
                        </a:rPr>
                        <a:t>Image pixel size</a:t>
                      </a:r>
                    </a:p>
                  </a:txBody>
                  <a:tcPr marL="99060" marR="99060" marT="0" marB="0" anchor="ctr" anchorCtr="1">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rgbClr val="0070C0"/>
                          </a:solidFill>
                          <a:sym typeface="Arial" panose="020B0604020202020204" pitchFamily="34" charset="0"/>
                        </a:rPr>
                        <a:t>2592*1944</a:t>
                      </a:r>
                      <a:endParaRPr lang="en-US" altLang="zh-CN" sz="1200" i="0" dirty="0">
                        <a:solidFill>
                          <a:srgbClr val="0070C0"/>
                        </a:solidFill>
                        <a:sym typeface="Arial" panose="020B0604020202020204" pitchFamily="34" charset="0"/>
                      </a:endParaRP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5"/>
                  </a:ext>
                </a:extLst>
              </a:tr>
              <a:tr h="342265">
                <a:tc>
                  <a:txBody>
                    <a:bodyPr/>
                    <a:lstStyle/>
                    <a:p>
                      <a:pPr algn="ctr">
                        <a:lnSpc>
                          <a:spcPct val="150000"/>
                        </a:lnSpc>
                        <a:spcAft>
                          <a:spcPts val="0"/>
                        </a:spcAft>
                        <a:buClrTx/>
                        <a:buSzTx/>
                        <a:buFontTx/>
                        <a:buNone/>
                      </a:pPr>
                      <a:r>
                        <a:rPr lang="en-US" altLang="zh-CN" sz="1200" b="1" kern="100" dirty="0">
                          <a:solidFill>
                            <a:schemeClr val="tx1"/>
                          </a:solidFill>
                          <a:effectLst/>
                          <a:latin typeface="微软雅黑" panose="020B0503020204020204" pitchFamily="34" charset="-122"/>
                          <a:ea typeface="微软雅黑" panose="020B0503020204020204" pitchFamily="34" charset="-122"/>
                        </a:rPr>
                        <a:t>Camera single-pixel accuracy</a:t>
                      </a:r>
                    </a:p>
                  </a:txBody>
                  <a:tcPr marL="99060" marR="99060" marT="0" marB="0" anchor="ctr" anchorCtr="1">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i="0" dirty="0">
                          <a:solidFill>
                            <a:srgbClr val="0070C0"/>
                          </a:solidFill>
                          <a:sym typeface="Arial" panose="020B0604020202020204" pitchFamily="34" charset="0"/>
                        </a:rPr>
                        <a:t>0.028</a:t>
                      </a: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6"/>
                  </a:ext>
                </a:extLst>
              </a:tr>
            </a:tbl>
          </a:graphicData>
        </a:graphic>
      </p:graphicFrame>
      <p:grpSp>
        <p:nvGrpSpPr>
          <p:cNvPr id="43" name="组合 35"/>
          <p:cNvGrpSpPr/>
          <p:nvPr/>
        </p:nvGrpSpPr>
        <p:grpSpPr>
          <a:xfrm>
            <a:off x="8708934" y="5113283"/>
            <a:ext cx="602297" cy="76353"/>
            <a:chOff x="6924" y="3270"/>
            <a:chExt cx="1587" cy="151"/>
          </a:xfrm>
        </p:grpSpPr>
        <p:sp>
          <p:nvSpPr>
            <p:cNvPr id="52" name="椭圆 26"/>
            <p:cNvSpPr>
              <a:spLocks noChangeAspect="1"/>
            </p:cNvSpPr>
            <p:nvPr/>
          </p:nvSpPr>
          <p:spPr>
            <a:xfrm>
              <a:off x="8360" y="3270"/>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 name="肘形连接符 27"/>
            <p:cNvCxnSpPr/>
            <p:nvPr/>
          </p:nvCxnSpPr>
          <p:spPr>
            <a:xfrm flipV="1">
              <a:off x="6924" y="3344"/>
              <a:ext cx="1501" cy="1"/>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54" name="文本框 53"/>
          <p:cNvSpPr txBox="1"/>
          <p:nvPr/>
        </p:nvSpPr>
        <p:spPr>
          <a:xfrm>
            <a:off x="6735121" y="3515198"/>
            <a:ext cx="2121093" cy="276999"/>
          </a:xfrm>
          <a:prstGeom prst="rect">
            <a:avLst/>
          </a:prstGeom>
          <a:noFill/>
        </p:spPr>
        <p:txBody>
          <a:bodyPr wrap="none" rtlCol="0">
            <a:spAutoFit/>
          </a:bodyPr>
          <a:lstStyle/>
          <a:p>
            <a:pPr algn="ctr"/>
            <a:r>
              <a:rPr lang="zh-CN" altLang="en-US" sz="1200" dirty="0">
                <a:latin typeface="等线" panose="02010600030101010101" charset="-122"/>
                <a:ea typeface="等线" panose="02010600030101010101" charset="-122"/>
              </a:rPr>
              <a:t>optical source：</a:t>
            </a:r>
            <a:r>
              <a:rPr lang="en-US" altLang="zh-CN" sz="1200" kern="100" dirty="0">
                <a:latin typeface="等线" panose="02010600030101010101" charset="-122"/>
                <a:sym typeface="+mn-ea"/>
              </a:rPr>
              <a:t>LRS-132W30</a:t>
            </a:r>
          </a:p>
        </p:txBody>
      </p:sp>
      <p:grpSp>
        <p:nvGrpSpPr>
          <p:cNvPr id="55" name="组合 35"/>
          <p:cNvGrpSpPr/>
          <p:nvPr/>
        </p:nvGrpSpPr>
        <p:grpSpPr>
          <a:xfrm>
            <a:off x="8813424" y="3807611"/>
            <a:ext cx="602297" cy="76353"/>
            <a:chOff x="6924" y="3270"/>
            <a:chExt cx="1587" cy="151"/>
          </a:xfrm>
        </p:grpSpPr>
        <p:sp>
          <p:nvSpPr>
            <p:cNvPr id="56" name="椭圆 26"/>
            <p:cNvSpPr>
              <a:spLocks noChangeAspect="1"/>
            </p:cNvSpPr>
            <p:nvPr/>
          </p:nvSpPr>
          <p:spPr>
            <a:xfrm>
              <a:off x="8360" y="3270"/>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7" name="肘形连接符 27"/>
            <p:cNvCxnSpPr/>
            <p:nvPr/>
          </p:nvCxnSpPr>
          <p:spPr>
            <a:xfrm flipV="1">
              <a:off x="6924" y="3344"/>
              <a:ext cx="1501" cy="1"/>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cxnSp>
        <p:nvCxnSpPr>
          <p:cNvPr id="62" name="直接连接符 20"/>
          <p:cNvCxnSpPr/>
          <p:nvPr/>
        </p:nvCxnSpPr>
        <p:spPr>
          <a:xfrm flipH="1">
            <a:off x="9744556" y="5094231"/>
            <a:ext cx="68505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3" name="直接箭头连接符 28"/>
          <p:cNvCxnSpPr/>
          <p:nvPr/>
        </p:nvCxnSpPr>
        <p:spPr>
          <a:xfrm>
            <a:off x="10281968" y="5094231"/>
            <a:ext cx="1973" cy="577049"/>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64" name="文本框 19"/>
          <p:cNvSpPr txBox="1"/>
          <p:nvPr/>
        </p:nvSpPr>
        <p:spPr>
          <a:xfrm>
            <a:off x="9727492" y="4835890"/>
            <a:ext cx="809837" cy="246221"/>
          </a:xfrm>
          <a:prstGeom prst="rect">
            <a:avLst/>
          </a:prstGeom>
          <a:noFill/>
        </p:spPr>
        <p:txBody>
          <a:bodyPr wrap="none" rtlCol="0">
            <a:spAutoFit/>
          </a:bodyPr>
          <a:lstStyle/>
          <a:p>
            <a:r>
              <a:rPr lang="en-US" altLang="zh-CN" sz="1000" dirty="0">
                <a:solidFill>
                  <a:srgbClr val="FF0000"/>
                </a:solidFill>
              </a:rPr>
              <a:t>40</a:t>
            </a:r>
            <a:r>
              <a:rPr lang="zh-CN" altLang="en-US" sz="1000" dirty="0">
                <a:solidFill>
                  <a:srgbClr val="FF0000"/>
                </a:solidFill>
              </a:rPr>
              <a:t>±</a:t>
            </a:r>
            <a:r>
              <a:rPr lang="en-US" altLang="zh-CN" sz="1000" dirty="0">
                <a:solidFill>
                  <a:srgbClr val="FF0000"/>
                </a:solidFill>
              </a:rPr>
              <a:t>10mm</a:t>
            </a:r>
          </a:p>
        </p:txBody>
      </p:sp>
      <p:cxnSp>
        <p:nvCxnSpPr>
          <p:cNvPr id="65" name="直接箭头连接符 28"/>
          <p:cNvCxnSpPr/>
          <p:nvPr/>
        </p:nvCxnSpPr>
        <p:spPr>
          <a:xfrm>
            <a:off x="10506109" y="3745298"/>
            <a:ext cx="0" cy="1934293"/>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7" name="直接连接符 20"/>
          <p:cNvCxnSpPr/>
          <p:nvPr/>
        </p:nvCxnSpPr>
        <p:spPr>
          <a:xfrm flipH="1">
            <a:off x="9882937" y="3745298"/>
            <a:ext cx="68505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椭圆 3"/>
          <p:cNvSpPr/>
          <p:nvPr>
            <p:custDataLst>
              <p:tags r:id="rId3"/>
            </p:custDataLst>
          </p:nvPr>
        </p:nvSpPr>
        <p:spPr>
          <a:xfrm>
            <a:off x="3199779" y="794555"/>
            <a:ext cx="329157" cy="343064"/>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lang="en-US" altLang="zh-CN" sz="1000" dirty="0">
                <a:solidFill>
                  <a:srgbClr val="000000"/>
                </a:solidFill>
                <a:latin typeface="微软雅黑" panose="020B0503020204020204" pitchFamily="34" charset="-122"/>
                <a:ea typeface="微软雅黑" panose="020B0503020204020204" pitchFamily="34" charset="-122"/>
                <a:sym typeface="Helvetica Neue Light"/>
              </a:rPr>
              <a:t>3</a:t>
            </a:r>
            <a:endParaRPr kumimoji="0" lang="zh-CN" alt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defRPr/>
            </a:pPr>
            <a:r>
              <a:rPr lang="en-US" altLang="zh-CN" noProof="0" dirty="0">
                <a:sym typeface="+mn-ea"/>
              </a:rPr>
              <a:t>5. </a:t>
            </a:r>
            <a:r>
              <a:rPr lang="en-US" altLang="zh-CN" dirty="0">
                <a:sym typeface="+mn-ea"/>
              </a:rPr>
              <a:t>The key components</a:t>
            </a:r>
            <a:endParaRPr lang="en-US" altLang="zh-CN" dirty="0">
              <a:latin typeface="+mn-lt"/>
            </a:endParaRPr>
          </a:p>
        </p:txBody>
      </p:sp>
      <p:sp>
        <p:nvSpPr>
          <p:cNvPr id="3" name="文本框 2"/>
          <p:cNvSpPr txBox="1"/>
          <p:nvPr/>
        </p:nvSpPr>
        <p:spPr>
          <a:xfrm>
            <a:off x="631749" y="1320115"/>
            <a:ext cx="3502102" cy="64516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sz="1800" dirty="0">
                <a:sym typeface="+mn-ea"/>
              </a:rPr>
              <a:t>DnCCD image processing</a:t>
            </a:r>
            <a:r>
              <a:rPr lang="en-US" altLang="zh-CN" sz="1800" dirty="0">
                <a:sym typeface="+mn-ea"/>
              </a:rPr>
              <a:t>:</a:t>
            </a:r>
          </a:p>
          <a:p>
            <a:r>
              <a:rPr lang="en-US" altLang="zh-CN" sz="1800" dirty="0">
                <a:sym typeface="+mn-ea"/>
              </a:rPr>
              <a:t>1.DnCCDMark Photo Location</a:t>
            </a:r>
          </a:p>
        </p:txBody>
      </p:sp>
      <p:sp>
        <p:nvSpPr>
          <p:cNvPr id="30" name="文本框 29"/>
          <p:cNvSpPr txBox="1"/>
          <p:nvPr/>
        </p:nvSpPr>
        <p:spPr>
          <a:xfrm>
            <a:off x="5239385" y="4829810"/>
            <a:ext cx="6457950" cy="922020"/>
          </a:xfrm>
          <a:prstGeom prst="rect">
            <a:avLst/>
          </a:prstGeom>
          <a:noFill/>
        </p:spPr>
        <p:txBody>
          <a:bodyPr wrap="square" rtlCol="0">
            <a:spAutoFit/>
          </a:bodyPr>
          <a:lstStyle/>
          <a:p>
            <a:r>
              <a:rPr lang="zh-CN" altLang="en-US" dirty="0">
                <a:sym typeface="+mn-ea"/>
              </a:rPr>
              <a:t>Take Mark1  to calculate the Mark center of the camera </a:t>
            </a:r>
            <a:r>
              <a:rPr lang="en-US" altLang="zh-CN" dirty="0">
                <a:sym typeface="+mn-ea"/>
              </a:rPr>
              <a:t> and the angle </a:t>
            </a:r>
            <a:r>
              <a:rPr lang="zh-CN" altLang="en-US" dirty="0">
                <a:sym typeface="+mn-ea"/>
              </a:rPr>
              <a:t>to f</a:t>
            </a:r>
            <a:r>
              <a:rPr lang="en-US" altLang="zh-CN" dirty="0" err="1">
                <a:sym typeface="+mn-ea"/>
              </a:rPr>
              <a:t>ind</a:t>
            </a:r>
            <a:r>
              <a:rPr lang="zh-CN" altLang="en-US" dirty="0">
                <a:sym typeface="+mn-ea"/>
              </a:rPr>
              <a:t> the position</a:t>
            </a:r>
            <a:r>
              <a:rPr lang="en-US" altLang="zh-CN" dirty="0">
                <a:sym typeface="+mn-ea"/>
              </a:rPr>
              <a:t>.</a:t>
            </a:r>
            <a:endParaRPr lang="zh-CN" altLang="en-US" dirty="0"/>
          </a:p>
          <a:p>
            <a:r>
              <a:rPr lang="zh-CN" altLang="en-US" dirty="0">
                <a:sym typeface="+mn-ea"/>
              </a:rPr>
              <a:t>The image processing method is </a:t>
            </a:r>
            <a:r>
              <a:rPr lang="en-US" dirty="0">
                <a:sym typeface="+mn-ea"/>
              </a:rPr>
              <a:t>Shape Pattern</a:t>
            </a:r>
            <a:endParaRPr lang="en-US" dirty="0"/>
          </a:p>
        </p:txBody>
      </p:sp>
      <p:pic>
        <p:nvPicPr>
          <p:cNvPr id="8" name="图片 7"/>
          <p:cNvPicPr>
            <a:picLocks noChangeAspect="1"/>
          </p:cNvPicPr>
          <p:nvPr/>
        </p:nvPicPr>
        <p:blipFill>
          <a:blip r:embed="rId4"/>
          <a:stretch>
            <a:fillRect/>
          </a:stretch>
        </p:blipFill>
        <p:spPr>
          <a:xfrm>
            <a:off x="741988" y="2275891"/>
            <a:ext cx="3139440" cy="2626360"/>
          </a:xfrm>
          <a:prstGeom prst="rect">
            <a:avLst/>
          </a:prstGeom>
          <a:ln>
            <a:solidFill>
              <a:schemeClr val="accent6"/>
            </a:solidFill>
          </a:ln>
        </p:spPr>
      </p:pic>
      <p:pic>
        <p:nvPicPr>
          <p:cNvPr id="2" name="图片 1"/>
          <p:cNvPicPr>
            <a:picLocks noChangeAspect="1"/>
          </p:cNvPicPr>
          <p:nvPr/>
        </p:nvPicPr>
        <p:blipFill>
          <a:blip r:embed="rId5"/>
          <a:stretch>
            <a:fillRect/>
          </a:stretch>
        </p:blipFill>
        <p:spPr>
          <a:xfrm>
            <a:off x="5736590" y="1634172"/>
            <a:ext cx="5138420" cy="2834005"/>
          </a:xfrm>
          <a:prstGeom prst="rect">
            <a:avLst/>
          </a:prstGeom>
        </p:spPr>
      </p:pic>
      <p:sp>
        <p:nvSpPr>
          <p:cNvPr id="7" name="文本框 6"/>
          <p:cNvSpPr txBox="1"/>
          <p:nvPr/>
        </p:nvSpPr>
        <p:spPr>
          <a:xfrm>
            <a:off x="301059" y="768252"/>
            <a:ext cx="3337529"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sym typeface="+mn-ea"/>
              </a:rPr>
              <a:t>5</a:t>
            </a:r>
            <a:r>
              <a:rPr lang="zh-CN" altLang="en-US" sz="1800" b="1" dirty="0">
                <a:sym typeface="+mn-ea"/>
              </a:rPr>
              <a:t>.</a:t>
            </a:r>
            <a:r>
              <a:rPr lang="en-US" altLang="zh-CN" sz="1800" b="1" dirty="0">
                <a:sym typeface="+mn-ea"/>
              </a:rPr>
              <a:t>5  </a:t>
            </a:r>
            <a:r>
              <a:rPr lang="zh-CN" altLang="en-US" sz="1800" b="1" dirty="0">
                <a:sym typeface="+mn-ea"/>
              </a:rPr>
              <a:t>Lower CCD</a:t>
            </a:r>
          </a:p>
        </p:txBody>
      </p:sp>
      <p:sp>
        <p:nvSpPr>
          <p:cNvPr id="9" name="椭圆 8"/>
          <p:cNvSpPr/>
          <p:nvPr>
            <p:custDataLst>
              <p:tags r:id="rId1"/>
            </p:custDataLst>
          </p:nvPr>
        </p:nvSpPr>
        <p:spPr>
          <a:xfrm>
            <a:off x="3199779" y="794555"/>
            <a:ext cx="329157" cy="343064"/>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4</a:t>
            </a:r>
            <a:endParaRPr kumimoji="0" lang="zh-CN" alt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endParaRPr>
          </a:p>
        </p:txBody>
      </p:sp>
      <p:sp>
        <p:nvSpPr>
          <p:cNvPr id="10" name="Explosion 1 9"/>
          <p:cNvSpPr/>
          <p:nvPr/>
        </p:nvSpPr>
        <p:spPr>
          <a:xfrm>
            <a:off x="2382800" y="2247259"/>
            <a:ext cx="5016137" cy="3001440"/>
          </a:xfrm>
          <a:prstGeom prst="irregularSeal1">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mtClean="0">
                <a:solidFill>
                  <a:srgbClr val="FF0000"/>
                </a:solidFill>
              </a:rPr>
              <a:t>Need to change the </a:t>
            </a:r>
            <a:r>
              <a:rPr lang="en-US" smtClean="0">
                <a:solidFill>
                  <a:srgbClr val="FF0000"/>
                </a:solidFill>
              </a:rPr>
              <a:t>Heatsink image of Calla instead of Cony</a:t>
            </a:r>
            <a:endParaRPr lang="en-US">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6"/>
          <a:stretch>
            <a:fillRect/>
          </a:stretch>
        </p:blipFill>
        <p:spPr>
          <a:xfrm>
            <a:off x="299720" y="1705610"/>
            <a:ext cx="3449955" cy="2825750"/>
          </a:xfrm>
          <a:prstGeom prst="rect">
            <a:avLst/>
          </a:prstGeom>
        </p:spPr>
      </p:pic>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20</a:t>
            </a:fld>
            <a:endParaRPr lang="zh-TW" altLang="en-US" sz="1400">
              <a:solidFill>
                <a:srgbClr val="898989"/>
              </a:solidFill>
              <a:latin typeface="Arial" panose="020B0604020202020204" pitchFamily="34" charset="0"/>
              <a:ea typeface="微软雅黑" panose="020B0503020204020204" pitchFamily="34" charset="-122"/>
            </a:endParaRPr>
          </a:p>
        </p:txBody>
      </p:sp>
      <p:sp>
        <p:nvSpPr>
          <p:cNvPr id="5" name="椭圆 4"/>
          <p:cNvSpPr/>
          <p:nvPr>
            <p:custDataLst>
              <p:tags r:id="rId2"/>
            </p:custDataLst>
          </p:nvPr>
        </p:nvSpPr>
        <p:spPr>
          <a:xfrm>
            <a:off x="3420674" y="795927"/>
            <a:ext cx="329157" cy="343064"/>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1</a:t>
            </a:r>
          </a:p>
        </p:txBody>
      </p:sp>
      <p:sp>
        <p:nvSpPr>
          <p:cNvPr id="7"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89"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6.</a:t>
            </a:r>
            <a:r>
              <a:rPr lang="en-US" altLang="zh-CN" sz="2800" dirty="0">
                <a:sym typeface="+mn-ea"/>
              </a:rPr>
              <a:t> The key components</a:t>
            </a:r>
            <a:endParaRPr lang="en-US" altLang="zh-CN" dirty="0">
              <a:latin typeface="+mn-lt"/>
            </a:endParaRPr>
          </a:p>
        </p:txBody>
      </p:sp>
      <p:sp>
        <p:nvSpPr>
          <p:cNvPr id="90" name="圆角矩形标注 6"/>
          <p:cNvSpPr/>
          <p:nvPr/>
        </p:nvSpPr>
        <p:spPr>
          <a:xfrm>
            <a:off x="613267" y="4855183"/>
            <a:ext cx="1715309" cy="1144905"/>
          </a:xfrm>
          <a:prstGeom prst="wedgeRoundRectCallout">
            <a:avLst>
              <a:gd name="adj1" fmla="val 44768"/>
              <a:gd name="adj2" fmla="val -96130"/>
              <a:gd name="adj3" fmla="val 16667"/>
            </a:avLst>
          </a:prstGeom>
          <a:noFill/>
          <a:ln w="22225" cap="flat" cmpd="sng">
            <a:solidFill>
              <a:srgbClr val="FF0000"/>
            </a:solidFill>
            <a:prstDash val="solid"/>
            <a:round/>
            <a:headEnd type="none" w="med" len="med"/>
            <a:tailEnd type="none" w="med" len="med"/>
          </a:ln>
        </p:spPr>
        <p:txBody>
          <a:bodyPr wrap="square" anchor="ctr" anchorCtr="0"/>
          <a:lstStyle/>
          <a:p>
            <a:pPr algn="ctr"/>
            <a:r>
              <a:rPr lang="en-US" altLang="zh-CN" sz="1200" dirty="0">
                <a:latin typeface="等线" panose="02010600030101010101" charset="-122"/>
                <a:ea typeface="等线" panose="02010600030101010101" charset="-122"/>
                <a:sym typeface="+mn-ea"/>
              </a:rPr>
              <a:t>The adsorption surface is customized according to the shape of each excipient</a:t>
            </a:r>
            <a:endParaRPr lang="zh-CN" altLang="en-US" sz="1200" dirty="0">
              <a:latin typeface="等线" panose="02010600030101010101" charset="-122"/>
              <a:ea typeface="等线" panose="02010600030101010101" charset="-122"/>
              <a:sym typeface="+mn-ea"/>
            </a:endParaRPr>
          </a:p>
        </p:txBody>
      </p:sp>
      <p:sp>
        <p:nvSpPr>
          <p:cNvPr id="97" name="文本框 96"/>
          <p:cNvSpPr txBox="1"/>
          <p:nvPr>
            <p:custDataLst>
              <p:tags r:id="rId3"/>
            </p:custDataLst>
          </p:nvPr>
        </p:nvSpPr>
        <p:spPr>
          <a:xfrm>
            <a:off x="301059" y="768252"/>
            <a:ext cx="3337529"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t>6.1 Feed suction nozzle</a:t>
            </a:r>
          </a:p>
        </p:txBody>
      </p:sp>
      <p:pic>
        <p:nvPicPr>
          <p:cNvPr id="3" name="图片 2"/>
          <p:cNvPicPr>
            <a:picLocks noChangeAspect="1"/>
          </p:cNvPicPr>
          <p:nvPr/>
        </p:nvPicPr>
        <p:blipFill>
          <a:blip r:embed="rId7"/>
          <a:stretch>
            <a:fillRect/>
          </a:stretch>
        </p:blipFill>
        <p:spPr>
          <a:xfrm rot="5400000">
            <a:off x="3592830" y="2529205"/>
            <a:ext cx="3841115" cy="2193290"/>
          </a:xfrm>
          <a:prstGeom prst="rect">
            <a:avLst/>
          </a:prstGeom>
        </p:spPr>
      </p:pic>
      <p:pic>
        <p:nvPicPr>
          <p:cNvPr id="6" name="图片 5"/>
          <p:cNvPicPr>
            <a:picLocks noChangeAspect="1"/>
          </p:cNvPicPr>
          <p:nvPr/>
        </p:nvPicPr>
        <p:blipFill>
          <a:blip r:embed="rId8"/>
          <a:stretch>
            <a:fillRect/>
          </a:stretch>
        </p:blipFill>
        <p:spPr>
          <a:xfrm>
            <a:off x="6990080" y="2141855"/>
            <a:ext cx="4793615" cy="370332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9"/>
          <a:stretch>
            <a:fillRect/>
          </a:stretch>
        </p:blipFill>
        <p:spPr>
          <a:xfrm>
            <a:off x="637540" y="782320"/>
            <a:ext cx="2837815" cy="2278380"/>
          </a:xfrm>
          <a:prstGeom prst="rect">
            <a:avLst/>
          </a:prstGeom>
        </p:spPr>
      </p:pic>
      <p:pic>
        <p:nvPicPr>
          <p:cNvPr id="14" name="图片 13"/>
          <p:cNvPicPr>
            <a:picLocks noChangeAspect="1"/>
          </p:cNvPicPr>
          <p:nvPr/>
        </p:nvPicPr>
        <p:blipFill>
          <a:blip r:embed="rId9"/>
          <a:stretch>
            <a:fillRect/>
          </a:stretch>
        </p:blipFill>
        <p:spPr>
          <a:xfrm>
            <a:off x="634365" y="3775075"/>
            <a:ext cx="2837815" cy="2278380"/>
          </a:xfrm>
          <a:prstGeom prst="rect">
            <a:avLst/>
          </a:prstGeom>
        </p:spPr>
      </p:pic>
      <p:pic>
        <p:nvPicPr>
          <p:cNvPr id="10" name="图片 9"/>
          <p:cNvPicPr>
            <a:picLocks noChangeAspect="1"/>
          </p:cNvPicPr>
          <p:nvPr/>
        </p:nvPicPr>
        <p:blipFill>
          <a:blip r:embed="rId10"/>
          <a:stretch>
            <a:fillRect/>
          </a:stretch>
        </p:blipFill>
        <p:spPr>
          <a:xfrm>
            <a:off x="4787265" y="3537585"/>
            <a:ext cx="3140710" cy="2458085"/>
          </a:xfrm>
          <a:prstGeom prst="rect">
            <a:avLst/>
          </a:prstGeom>
        </p:spPr>
      </p:pic>
      <p:pic>
        <p:nvPicPr>
          <p:cNvPr id="8" name="图片 7"/>
          <p:cNvPicPr>
            <a:picLocks noChangeAspect="1"/>
          </p:cNvPicPr>
          <p:nvPr/>
        </p:nvPicPr>
        <p:blipFill>
          <a:blip r:embed="rId9"/>
          <a:stretch>
            <a:fillRect/>
          </a:stretch>
        </p:blipFill>
        <p:spPr>
          <a:xfrm>
            <a:off x="4813300" y="782320"/>
            <a:ext cx="2837815" cy="2278380"/>
          </a:xfrm>
          <a:prstGeom prst="rect">
            <a:avLst/>
          </a:prstGeom>
        </p:spPr>
      </p:pic>
      <p:pic>
        <p:nvPicPr>
          <p:cNvPr id="7" name="图片 6"/>
          <p:cNvPicPr>
            <a:picLocks noChangeAspect="1"/>
          </p:cNvPicPr>
          <p:nvPr/>
        </p:nvPicPr>
        <p:blipFill>
          <a:blip r:embed="rId11"/>
          <a:stretch>
            <a:fillRect/>
          </a:stretch>
        </p:blipFill>
        <p:spPr>
          <a:xfrm>
            <a:off x="8952865" y="3608070"/>
            <a:ext cx="2814320" cy="2256155"/>
          </a:xfrm>
          <a:prstGeom prst="rect">
            <a:avLst/>
          </a:prstGeom>
        </p:spPr>
      </p:pic>
      <p:pic>
        <p:nvPicPr>
          <p:cNvPr id="6" name="图片 5"/>
          <p:cNvPicPr>
            <a:picLocks noChangeAspect="1"/>
          </p:cNvPicPr>
          <p:nvPr/>
        </p:nvPicPr>
        <p:blipFill>
          <a:blip r:embed="rId12"/>
          <a:stretch>
            <a:fillRect/>
          </a:stretch>
        </p:blipFill>
        <p:spPr>
          <a:xfrm>
            <a:off x="8921750" y="956945"/>
            <a:ext cx="2712085" cy="2086610"/>
          </a:xfrm>
          <a:prstGeom prst="rect">
            <a:avLst/>
          </a:prstGeom>
        </p:spPr>
      </p:pic>
      <p:sp>
        <p:nvSpPr>
          <p:cNvPr id="25" name="標題 1"/>
          <p:cNvSpPr txBox="1"/>
          <p:nvPr/>
        </p:nvSpPr>
        <p:spPr>
          <a:xfrm>
            <a:off x="741987" y="135368"/>
            <a:ext cx="10796077"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7. Action flow design</a:t>
            </a:r>
            <a:endParaRPr lang="en-US" altLang="zh-CN" dirty="0">
              <a:latin typeface="+mn-lt"/>
            </a:endParaRPr>
          </a:p>
        </p:txBody>
      </p:sp>
      <p:sp>
        <p:nvSpPr>
          <p:cNvPr id="17" name="Text Box 146"/>
          <p:cNvSpPr txBox="1">
            <a:spLocks noChangeArrowheads="1"/>
          </p:cNvSpPr>
          <p:nvPr/>
        </p:nvSpPr>
        <p:spPr bwMode="auto">
          <a:xfrm>
            <a:off x="4813489" y="2961722"/>
            <a:ext cx="29629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defPPr>
              <a:defRPr lang="zh-TW"/>
            </a:defPPr>
            <a:lvl1pPr>
              <a:spcBef>
                <a:spcPct val="0"/>
              </a:spcBef>
              <a:defRPr sz="1200">
                <a:latin typeface="Arial" panose="020B0604020202020204" pitchFamily="34" charset="0"/>
                <a:ea typeface="微软雅黑" panose="020B0503020204020204" pitchFamily="34" charset="-122"/>
              </a:defRPr>
            </a:lvl1pPr>
          </a:lstStyle>
          <a:p>
            <a:pPr>
              <a:spcBef>
                <a:spcPct val="0"/>
              </a:spcBef>
            </a:pPr>
            <a:r>
              <a:rPr lang="en-US" altLang="zh-CN" dirty="0">
                <a:sym typeface="+mn-ea"/>
              </a:rPr>
              <a:t>Step2: The CCD identifies and locates the Mark point of the PCBA</a:t>
            </a:r>
            <a:endParaRPr lang="zh-CN" altLang="en-US" dirty="0">
              <a:sym typeface="+mn-ea"/>
            </a:endParaRPr>
          </a:p>
        </p:txBody>
      </p:sp>
      <p:sp>
        <p:nvSpPr>
          <p:cNvPr id="18" name="Text Box 146"/>
          <p:cNvSpPr txBox="1">
            <a:spLocks noChangeArrowheads="1"/>
          </p:cNvSpPr>
          <p:nvPr/>
        </p:nvSpPr>
        <p:spPr bwMode="auto">
          <a:xfrm>
            <a:off x="9242888" y="2961722"/>
            <a:ext cx="25839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defPPr>
              <a:defRPr lang="zh-TW"/>
            </a:defPPr>
            <a:lvl1pPr>
              <a:spcBef>
                <a:spcPct val="0"/>
              </a:spcBef>
              <a:defRPr sz="1200">
                <a:latin typeface="Arial" panose="020B0604020202020204" pitchFamily="34" charset="0"/>
                <a:ea typeface="微软雅黑" panose="020B0503020204020204" pitchFamily="34" charset="-122"/>
              </a:defRPr>
            </a:lvl1pPr>
          </a:lstStyle>
          <a:p>
            <a:r>
              <a:rPr lang="en-US" altLang="zh-CN" dirty="0">
                <a:latin typeface="+mj-ea"/>
                <a:ea typeface="+mj-ea"/>
                <a:cs typeface="+mj-ea"/>
                <a:sym typeface="+mn-ea"/>
              </a:rPr>
              <a:t>Step3: The placement head moves to the reclaiming area to pick up the loose heat sheets</a:t>
            </a:r>
            <a:endParaRPr lang="zh-CN" altLang="en-US" dirty="0">
              <a:latin typeface="+mj-ea"/>
              <a:ea typeface="+mj-ea"/>
              <a:cs typeface="+mj-ea"/>
              <a:sym typeface="+mn-ea"/>
            </a:endParaRPr>
          </a:p>
        </p:txBody>
      </p:sp>
      <p:sp>
        <p:nvSpPr>
          <p:cNvPr id="36" name="Text Box 146"/>
          <p:cNvSpPr txBox="1">
            <a:spLocks noChangeArrowheads="1"/>
          </p:cNvSpPr>
          <p:nvPr/>
        </p:nvSpPr>
        <p:spPr bwMode="auto">
          <a:xfrm>
            <a:off x="5141255" y="6109102"/>
            <a:ext cx="2970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defPPr>
              <a:defRPr lang="zh-TW"/>
            </a:defPPr>
            <a:lvl1pPr>
              <a:spcBef>
                <a:spcPct val="0"/>
              </a:spcBef>
              <a:defRPr sz="1200">
                <a:latin typeface="Arial" panose="020B0604020202020204" pitchFamily="34" charset="0"/>
                <a:ea typeface="微软雅黑" panose="020B0503020204020204" pitchFamily="34" charset="-122"/>
              </a:defRPr>
            </a:lvl1pPr>
          </a:lstStyle>
          <a:p>
            <a:r>
              <a:rPr lang="en-US" altLang="zh-CN" dirty="0"/>
              <a:t>Step5:</a:t>
            </a:r>
            <a:r>
              <a:rPr lang="en-US" altLang="zh-CN" dirty="0">
                <a:latin typeface="+mj-ea"/>
                <a:ea typeface="+mj-ea"/>
                <a:cs typeface="+mj-ea"/>
                <a:sym typeface="+mn-ea"/>
              </a:rPr>
              <a:t> The placement head is moved to the placement area for placement</a:t>
            </a:r>
            <a:endParaRPr lang="zh-CN" altLang="en-US" dirty="0">
              <a:latin typeface="+mj-ea"/>
              <a:ea typeface="+mj-ea"/>
              <a:cs typeface="+mj-ea"/>
              <a:sym typeface="+mn-ea"/>
            </a:endParaRPr>
          </a:p>
        </p:txBody>
      </p:sp>
      <p:sp>
        <p:nvSpPr>
          <p:cNvPr id="5" name="Text Box 146"/>
          <p:cNvSpPr txBox="1">
            <a:spLocks noChangeArrowheads="1"/>
          </p:cNvSpPr>
          <p:nvPr/>
        </p:nvSpPr>
        <p:spPr bwMode="auto">
          <a:xfrm>
            <a:off x="9230586" y="5903987"/>
            <a:ext cx="25839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defPPr>
              <a:defRPr lang="zh-TW"/>
            </a:defPPr>
            <a:lvl1pPr>
              <a:spcBef>
                <a:spcPct val="0"/>
              </a:spcBef>
              <a:defRPr sz="1200">
                <a:latin typeface="Arial" panose="020B0604020202020204" pitchFamily="34" charset="0"/>
                <a:ea typeface="微软雅黑" panose="020B0503020204020204" pitchFamily="34" charset="-122"/>
              </a:defRPr>
            </a:lvl1pPr>
          </a:lstStyle>
          <a:p>
            <a:r>
              <a:rPr lang="en-US" altLang="zh-CN" dirty="0">
                <a:latin typeface="+mj-ea"/>
                <a:ea typeface="+mj-ea"/>
                <a:cs typeface="+mj-ea"/>
              </a:rPr>
              <a:t>Step4:</a:t>
            </a:r>
            <a:r>
              <a:rPr lang="en-US" altLang="zh-CN" dirty="0">
                <a:latin typeface="+mj-ea"/>
                <a:ea typeface="+mj-ea"/>
                <a:cs typeface="+mj-ea"/>
                <a:sym typeface="+mn-ea"/>
              </a:rPr>
              <a:t> The placement head is moved to the lower CCD to identify EMI</a:t>
            </a:r>
            <a:endParaRPr lang="zh-CN" altLang="en-US" dirty="0"/>
          </a:p>
        </p:txBody>
      </p:sp>
      <p:sp>
        <p:nvSpPr>
          <p:cNvPr id="12" name="Shape 78"/>
          <p:cNvSpPr/>
          <p:nvPr>
            <p:custDataLst>
              <p:tags r:id="rId1"/>
            </p:custDataLst>
          </p:nvPr>
        </p:nvSpPr>
        <p:spPr>
          <a:xfrm flipV="1">
            <a:off x="3882206" y="2171045"/>
            <a:ext cx="360000" cy="0"/>
          </a:xfrm>
          <a:prstGeom prst="line">
            <a:avLst/>
          </a:prstGeom>
          <a:ln w="38100" cmpd="sng">
            <a:solidFill>
              <a:srgbClr val="00B05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sp>
        <p:nvSpPr>
          <p:cNvPr id="13" name="Shape 78"/>
          <p:cNvSpPr/>
          <p:nvPr>
            <p:custDataLst>
              <p:tags r:id="rId2"/>
            </p:custDataLst>
          </p:nvPr>
        </p:nvSpPr>
        <p:spPr>
          <a:xfrm flipV="1">
            <a:off x="8326734" y="2162519"/>
            <a:ext cx="360000" cy="8526"/>
          </a:xfrm>
          <a:prstGeom prst="line">
            <a:avLst/>
          </a:prstGeom>
          <a:ln w="38100" cmpd="sng">
            <a:solidFill>
              <a:srgbClr val="00B05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lIns="0" tIns="0" rIns="0" bIns="0" numCol="1" spcCol="0" rtlCol="0" fromWordArt="0" anchor="ctr" anchorCtr="0" forceAA="0" compatLnSpc="1">
            <a:noAutofit/>
          </a:bodyPr>
          <a:lstStyle/>
          <a:p>
            <a:pPr lvl="0" algn="ctr">
              <a:buClrTx/>
              <a:buSzTx/>
              <a:buFontTx/>
              <a:defRPr sz="3000"/>
            </a:pPr>
            <a:endParaRPr sz="1800">
              <a:sym typeface="+mn-ea"/>
            </a:endParaRPr>
          </a:p>
        </p:txBody>
      </p:sp>
      <p:sp>
        <p:nvSpPr>
          <p:cNvPr id="4" name="Shape 78"/>
          <p:cNvSpPr/>
          <p:nvPr>
            <p:custDataLst>
              <p:tags r:id="rId3"/>
            </p:custDataLst>
          </p:nvPr>
        </p:nvSpPr>
        <p:spPr>
          <a:xfrm rot="5400000" flipV="1">
            <a:off x="10427666" y="3680336"/>
            <a:ext cx="360000" cy="8526"/>
          </a:xfrm>
          <a:prstGeom prst="line">
            <a:avLst/>
          </a:prstGeom>
          <a:ln w="38100" cmpd="sng">
            <a:solidFill>
              <a:srgbClr val="00B05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lIns="0" tIns="0" rIns="0" bIns="0" numCol="1" spcCol="0" rtlCol="0" fromWordArt="0" anchor="ctr" anchorCtr="0" forceAA="0" compatLnSpc="1">
            <a:noAutofit/>
          </a:bodyPr>
          <a:lstStyle/>
          <a:p>
            <a:pPr lvl="0" algn="ctr">
              <a:buClrTx/>
              <a:buSzTx/>
              <a:buFontTx/>
              <a:defRPr sz="3000"/>
            </a:pPr>
            <a:endParaRPr sz="1800">
              <a:sym typeface="+mn-ea"/>
            </a:endParaRPr>
          </a:p>
        </p:txBody>
      </p:sp>
      <p:sp>
        <p:nvSpPr>
          <p:cNvPr id="31" name="灯片编号占位符 3"/>
          <p:cNvSpPr>
            <a:spLocks noGrp="1" noChangeArrowheads="1"/>
          </p:cNvSpPr>
          <p:nvPr>
            <p:custDataLst>
              <p:tags r:id="rId4"/>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21</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3"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42" name="Shape 78"/>
          <p:cNvSpPr/>
          <p:nvPr>
            <p:custDataLst>
              <p:tags r:id="rId5"/>
            </p:custDataLst>
          </p:nvPr>
        </p:nvSpPr>
        <p:spPr>
          <a:xfrm flipH="1">
            <a:off x="8326734" y="4453904"/>
            <a:ext cx="303572" cy="0"/>
          </a:xfrm>
          <a:prstGeom prst="line">
            <a:avLst/>
          </a:prstGeom>
          <a:ln w="38100" cmpd="sng">
            <a:solidFill>
              <a:srgbClr val="00B05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lIns="0" tIns="0" rIns="0" bIns="0" numCol="1" spcCol="0" rtlCol="0" fromWordArt="0" anchor="ctr" anchorCtr="0" forceAA="0" compatLnSpc="1">
            <a:noAutofit/>
          </a:bodyPr>
          <a:lstStyle/>
          <a:p>
            <a:pPr lvl="0" algn="ctr">
              <a:buClrTx/>
              <a:buSzTx/>
              <a:buFontTx/>
              <a:defRPr sz="3000"/>
            </a:pPr>
            <a:endParaRPr sz="1800">
              <a:sym typeface="+mn-ea"/>
            </a:endParaRPr>
          </a:p>
        </p:txBody>
      </p:sp>
      <p:sp>
        <p:nvSpPr>
          <p:cNvPr id="44" name="Shape 78"/>
          <p:cNvSpPr/>
          <p:nvPr>
            <p:custDataLst>
              <p:tags r:id="rId6"/>
            </p:custDataLst>
          </p:nvPr>
        </p:nvSpPr>
        <p:spPr>
          <a:xfrm flipH="1">
            <a:off x="4035935" y="4749179"/>
            <a:ext cx="303572" cy="0"/>
          </a:xfrm>
          <a:prstGeom prst="line">
            <a:avLst/>
          </a:prstGeom>
          <a:ln w="38100" cmpd="sng">
            <a:solidFill>
              <a:srgbClr val="00B05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lIns="0" tIns="0" rIns="0" bIns="0" numCol="1" spcCol="0" rtlCol="0" fromWordArt="0" anchor="ctr" anchorCtr="0" forceAA="0" compatLnSpc="1">
            <a:noAutofit/>
          </a:bodyPr>
          <a:lstStyle/>
          <a:p>
            <a:pPr lvl="0" algn="ctr">
              <a:buClrTx/>
              <a:buSzTx/>
              <a:buFontTx/>
              <a:defRPr sz="3000"/>
            </a:pPr>
            <a:endParaRPr sz="1800">
              <a:sym typeface="+mn-ea"/>
            </a:endParaRPr>
          </a:p>
        </p:txBody>
      </p:sp>
      <p:sp>
        <p:nvSpPr>
          <p:cNvPr id="46" name="Text Box 146"/>
          <p:cNvSpPr txBox="1">
            <a:spLocks noChangeArrowheads="1"/>
          </p:cNvSpPr>
          <p:nvPr/>
        </p:nvSpPr>
        <p:spPr bwMode="auto">
          <a:xfrm>
            <a:off x="530828" y="5965455"/>
            <a:ext cx="323094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defPPr>
              <a:defRPr lang="zh-TW"/>
            </a:defPPr>
            <a:lvl1pPr>
              <a:spcBef>
                <a:spcPct val="0"/>
              </a:spcBef>
              <a:defRPr sz="1200">
                <a:latin typeface="Arial" panose="020B0604020202020204" pitchFamily="34" charset="0"/>
                <a:ea typeface="微软雅黑" panose="020B0503020204020204" pitchFamily="34" charset="-122"/>
              </a:defRPr>
            </a:lvl1pPr>
          </a:lstStyle>
          <a:p>
            <a:r>
              <a:rPr lang="en-US" altLang="zh-CN" dirty="0"/>
              <a:t>Step5:</a:t>
            </a:r>
            <a:r>
              <a:rPr lang="en-US" altLang="zh-TW" dirty="0">
                <a:latin typeface="+mj-ea"/>
                <a:ea typeface="+mj-ea"/>
                <a:cs typeface="+mj-ea"/>
                <a:sym typeface="+mn-ea"/>
              </a:rPr>
              <a:t> The jacking cylinder descends, and the conveyor line at the back section of the PCBA board enters the next process</a:t>
            </a:r>
            <a:endParaRPr lang="zh-CN" altLang="en-US" dirty="0">
              <a:latin typeface="+mj-ea"/>
              <a:ea typeface="+mj-ea"/>
              <a:cs typeface="+mj-ea"/>
              <a:sym typeface="+mn-ea"/>
            </a:endParaRPr>
          </a:p>
        </p:txBody>
      </p:sp>
      <p:sp>
        <p:nvSpPr>
          <p:cNvPr id="16" name="文字方塊 21"/>
          <p:cNvSpPr txBox="1"/>
          <p:nvPr/>
        </p:nvSpPr>
        <p:spPr bwMode="auto">
          <a:xfrm>
            <a:off x="216088" y="2899375"/>
            <a:ext cx="3688733" cy="1015663"/>
          </a:xfrm>
          <a:prstGeom prst="rect">
            <a:avLst/>
          </a:prstGeom>
          <a:noFill/>
          <a:ln>
            <a:noFill/>
          </a:ln>
        </p:spPr>
        <p:txBody>
          <a:bodyPr wrap="square" rtlCol="0">
            <a:spAutoFit/>
          </a:bodyPr>
          <a:lstStyle/>
          <a:p>
            <a:pPr indent="0">
              <a:spcBef>
                <a:spcPct val="0"/>
              </a:spcBef>
              <a:buFont typeface="+mj-ea"/>
              <a:buNone/>
            </a:pPr>
            <a:r>
              <a:rPr lang="en-US" altLang="zh-TW" sz="1200" dirty="0">
                <a:latin typeface="Arial" panose="020B0604020202020204" pitchFamily="34" charset="0"/>
                <a:ea typeface="微软雅黑" panose="020B0503020204020204" pitchFamily="34" charset="-122"/>
              </a:rPr>
              <a:t>Step1: The PCBA board of the front transmission line flows in, blocking the cylinder from rising, the sensor in place responds, and the top cylinder rises, and the PCBA link is clamped to block the cylinder from descending</a:t>
            </a:r>
            <a:endParaRPr lang="zh-TW" altLang="en-US" sz="1200" dirty="0">
              <a:latin typeface="Arial" panose="020B0604020202020204" pitchFamily="34" charset="0"/>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標題 1"/>
          <p:cNvSpPr txBox="1"/>
          <p:nvPr/>
        </p:nvSpPr>
        <p:spPr>
          <a:xfrm>
            <a:off x="741987" y="135368"/>
            <a:ext cx="10796077"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8. Timing diagram</a:t>
            </a:r>
            <a:endParaRPr lang="en-US" altLang="zh-CN" dirty="0">
              <a:latin typeface="+mn-lt"/>
            </a:endParaRP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22</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6" name="文本框 3"/>
          <p:cNvSpPr txBox="1"/>
          <p:nvPr/>
        </p:nvSpPr>
        <p:spPr>
          <a:xfrm>
            <a:off x="250858" y="5744633"/>
            <a:ext cx="6096000" cy="553085"/>
          </a:xfrm>
          <a:prstGeom prst="rect">
            <a:avLst/>
          </a:prstGeom>
          <a:noFill/>
        </p:spPr>
        <p:txBody>
          <a:bodyPr wrap="square" rtlCol="0" anchor="t">
            <a:spAutoFit/>
          </a:bodyPr>
          <a:lstStyle/>
          <a:p>
            <a:pPr>
              <a:lnSpc>
                <a:spcPct val="125000"/>
              </a:lnSpc>
            </a:pPr>
            <a:r>
              <a:rPr lang="en-US" altLang="zh-CN" sz="1200" dirty="0">
                <a:latin typeface="Arial" panose="020B0604020202020204" pitchFamily="34" charset="0"/>
                <a:ea typeface="微软雅黑" panose="020B0503020204020204" pitchFamily="34" charset="-122"/>
                <a:cs typeface="Arial" panose="020B0604020202020204" pitchFamily="34" charset="0"/>
                <a:sym typeface="+mn-ea"/>
              </a:rPr>
              <a:t>UPH</a:t>
            </a:r>
            <a:r>
              <a:rPr lang="zh-CN" altLang="en-US" sz="1200" dirty="0">
                <a:latin typeface="Arial" panose="020B0604020202020204" pitchFamily="34" charset="0"/>
                <a:ea typeface="微软雅黑" panose="020B0503020204020204" pitchFamily="34" charset="-122"/>
                <a:cs typeface="Arial" panose="020B0604020202020204" pitchFamily="34" charset="0"/>
                <a:sym typeface="+mn-ea"/>
              </a:rPr>
              <a:t>≈</a:t>
            </a:r>
            <a:r>
              <a:rPr lang="en-US" altLang="zh-CN" sz="1200" dirty="0">
                <a:latin typeface="Arial" panose="020B0604020202020204" pitchFamily="34" charset="0"/>
                <a:ea typeface="微软雅黑" panose="020B0503020204020204" pitchFamily="34" charset="-122"/>
                <a:cs typeface="Arial" panose="020B0604020202020204" pitchFamily="34" charset="0"/>
                <a:sym typeface="+mn-ea"/>
              </a:rPr>
              <a:t>3600/(65.5/12)*0.8</a:t>
            </a:r>
            <a:r>
              <a:rPr lang="zh-CN" altLang="en-US" sz="1200" dirty="0">
                <a:latin typeface="Arial" panose="020B0604020202020204" pitchFamily="34" charset="0"/>
                <a:ea typeface="微软雅黑" panose="020B0503020204020204" pitchFamily="34" charset="-122"/>
                <a:cs typeface="Arial" panose="020B0604020202020204" pitchFamily="34" charset="0"/>
                <a:sym typeface="+mn-ea"/>
              </a:rPr>
              <a:t> ≈</a:t>
            </a:r>
            <a:r>
              <a:rPr lang="en-US" altLang="zh-CN" sz="1200" dirty="0">
                <a:latin typeface="Arial" panose="020B0604020202020204" pitchFamily="34" charset="0"/>
                <a:ea typeface="微软雅黑" panose="020B0503020204020204" pitchFamily="34" charset="-122"/>
                <a:cs typeface="Arial" panose="020B0604020202020204" pitchFamily="34" charset="0"/>
                <a:sym typeface="+mn-ea"/>
              </a:rPr>
              <a:t>520</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a:lnSpc>
                <a:spcPct val="125000"/>
              </a:lnSpc>
            </a:pPr>
            <a:r>
              <a:rPr lang="en-US" altLang="zh-CN" sz="1200" dirty="0">
                <a:latin typeface="Arial" panose="020B0604020202020204" pitchFamily="34" charset="0"/>
                <a:ea typeface="微软雅黑" panose="020B0503020204020204" pitchFamily="34" charset="-122"/>
                <a:cs typeface="Arial" panose="020B0604020202020204" pitchFamily="34" charset="0"/>
                <a:sym typeface="+mn-ea"/>
              </a:rPr>
              <a:t>Note</a:t>
            </a:r>
            <a:r>
              <a:rPr lang="zh-CN" altLang="en-US" sz="1200" dirty="0">
                <a:latin typeface="Arial" panose="020B0604020202020204" pitchFamily="34" charset="0"/>
                <a:ea typeface="微软雅黑" panose="020B0503020204020204" pitchFamily="34" charset="-122"/>
                <a:cs typeface="Arial" panose="020B0604020202020204" pitchFamily="34" charset="0"/>
                <a:sym typeface="+mn-ea"/>
              </a:rPr>
              <a:t>：</a:t>
            </a:r>
            <a:r>
              <a:rPr lang="en-US" altLang="zh-CN" sz="1200" dirty="0">
                <a:latin typeface="Arial" panose="020B0604020202020204" pitchFamily="34" charset="0"/>
                <a:ea typeface="微软雅黑" panose="020B0503020204020204" pitchFamily="34" charset="-122"/>
                <a:cs typeface="Arial" panose="020B0604020202020204" pitchFamily="34" charset="0"/>
                <a:sym typeface="+mn-ea"/>
              </a:rPr>
              <a:t>80% is estimated OEE, only for UPH calculation. not real product data</a:t>
            </a:r>
          </a:p>
        </p:txBody>
      </p:sp>
      <p:sp>
        <p:nvSpPr>
          <p:cNvPr id="3"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247775"/>
            <a:ext cx="12192000" cy="35242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1"/>
          <p:cNvSpPr txBox="1"/>
          <p:nvPr/>
        </p:nvSpPr>
        <p:spPr>
          <a:xfrm>
            <a:off x="3772452" y="2557117"/>
            <a:ext cx="5212080" cy="1445260"/>
          </a:xfrm>
          <a:prstGeom prst="rect">
            <a:avLst/>
          </a:prstGeom>
          <a:noFill/>
        </p:spPr>
        <p:txBody>
          <a:bodyPr wrap="none" rtlCol="0">
            <a:spAutoFit/>
          </a:bodyPr>
          <a:lstStyle/>
          <a:p>
            <a:pPr algn="l"/>
            <a:r>
              <a:rPr lang="en-US" altLang="zh-CN" sz="8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sym typeface="+mn-ea"/>
              </a:rPr>
              <a:t>Thank you</a:t>
            </a:r>
            <a:endParaRPr lang="zh-CN" altLang="en-US" sz="8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23</a:t>
            </a:fld>
            <a:endParaRPr lang="zh-TW" altLang="en-US" sz="1400" dirty="0">
              <a:solidFill>
                <a:srgbClr val="898989"/>
              </a:solidFill>
              <a:latin typeface="Arial" panose="020B0604020202020204" pitchFamily="34" charset="0"/>
              <a:ea typeface="微软雅黑" panose="020B0503020204020204" pitchFamily="3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3a77bc53-a536-423e-a843-fb27bf0f07cc"/>
  <p:tag name="COMMONDATA" val="eyJoZGlkIjoiMzBkYjgwMTgyNzkzMmMyM2RmZDU0YTJiZTM3NGZiZjc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TABLE_ENDDRAG_ORIGIN_RECT" val="925*165"/>
  <p:tag name="TABLE_ENDDRAG_RECT" val="4*279*925*165"/>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TABLE_ENDDRAG_ORIGIN_RECT" val="793*143"/>
  <p:tag name="TABLE_ENDDRAG_RECT" val="65*296*793*143"/>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UNIT_TABLE_BEAUTIFY" val="smartTable{77887714-fb5d-4da5-adcb-5b2b06476eeb}"/>
</p:tagLst>
</file>

<file path=ppt/tags/tag43.xml><?xml version="1.0" encoding="utf-8"?>
<p:tagLst xmlns:a="http://schemas.openxmlformats.org/drawingml/2006/main" xmlns:r="http://schemas.openxmlformats.org/officeDocument/2006/relationships" xmlns:p="http://schemas.openxmlformats.org/presentationml/2006/main">
  <p:tag name="KSO_WM_UNIT_TABLE_BEAUTIFY" val="smartTable{ff90bef5-0e10-4266-aff4-e18a79bf2700}"/>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UNIT_TABLE_BEAUTIFY" val="smartTable{88653617-3b07-450c-9ecb-1733e7014850}"/>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690,&quot;width&quot;:4775}"/>
</p:tagLst>
</file>

<file path=ppt/tags/tag4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851,&quot;width&quot;:5537}"/>
</p:tagLst>
</file>

<file path=ppt/tags/tag50.xml><?xml version="1.0" encoding="utf-8"?>
<p:tagLst xmlns:a="http://schemas.openxmlformats.org/drawingml/2006/main" xmlns:r="http://schemas.openxmlformats.org/officeDocument/2006/relationships" xmlns:p="http://schemas.openxmlformats.org/presentationml/2006/main">
  <p:tag name="KSO_WM_UNIT_TABLE_BEAUTIFY" val="smartTable{49118f2a-68da-4488-826c-0187453dfc40}"/>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270.14866141732284,&quot;left&quot;:361.8185039370079,&quot;top&quot;:163.99338582677166,&quot;width&quot;:244.22346456692912}"/>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270.14866141732284,&quot;left&quot;:361.8185039370079,&quot;top&quot;:163.99338582677166,&quot;width&quot;:244.22346456692912}"/>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270.14866141732284,&quot;left&quot;:361.8185039370079,&quot;top&quot;:163.99338582677166,&quot;width&quot;:244.22346456692912}"/>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270.14866141732284,&quot;left&quot;:361.8185039370079,&quot;top&quot;:163.99338582677166,&quot;width&quot;:244.22346456692912}"/>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270.14866141732284,&quot;left&quot;:361.8185039370079,&quot;top&quot;:163.99338582677166,&quot;width&quot;:244.22346456692912}"/>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270.14866141732284,&quot;left&quot;:361.8185039370079,&quot;top&quot;:163.99338582677166,&quot;width&quot;:244.22346456692912}"/>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270.14866141732284,&quot;left&quot;:361.8185039370079,&quot;top&quot;:163.99338582677166,&quot;width&quot;:244.22346456692912}"/>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UNIT_TABLE_BEAUTIFY" val="smartTable{8d494b26-41f0-412a-9a4c-66cc7b66e591}"/>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270.14866141732284,&quot;left&quot;:361.8185039370079,&quot;top&quot;:163.99338582677166,&quot;width&quot;:244.22346456692912}"/>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270.14866141732284,&quot;left&quot;:361.8185039370079,&quot;top&quot;:163.99338582677166,&quot;width&quot;:244.22346456692912}"/>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0.14866141732284,&quot;left&quot;:361.8185039370079,&quot;top&quot;:163.99338582677166,&quot;width&quot;:244.22346456692912}"/>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270.14866141732284,&quot;left&quot;:361.8185039370079,&quot;top&quot;:163.99338582677166,&quot;width&quot;:244.22346456692912}"/>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0.14866141732284,&quot;left&quot;:361.8185039370079,&quot;top&quot;:163.99338582677166,&quot;width&quot;:244.22346456692912}"/>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270.14866141732284,&quot;left&quot;:361.8185039370079,&quot;top&quot;:163.99338582677166,&quot;width&quot;:244.22346456692912}"/>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0.14866141732284,&quot;left&quot;:361.8185039370079,&quot;top&quot;:163.99338582677166,&quot;width&quot;:244.22346456692912}"/>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270.14866141732284,&quot;left&quot;:361.8185039370079,&quot;top&quot;:163.99338582677166,&quot;width&quot;:244.22346456692912}"/>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0.14866141732284,&quot;left&quot;:361.8185039370079,&quot;top&quot;:163.99338582677166,&quot;width&quot;:244.22346456692912}"/>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270.14866141732284,&quot;left&quot;:361.8185039370079,&quot;top&quot;:163.99338582677166,&quot;width&quot;:244.22346456692912}"/>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0.14866141732284,&quot;left&quot;:361.8185039370079,&quot;top&quot;:163.99338582677166,&quot;width&quot;:244.22346456692912}"/>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270.14866141732284,&quot;left&quot;:361.8185039370079,&quot;top&quot;:163.99338582677166,&quot;width&quot;:244.22346456692912}"/>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0.14866141732284,&quot;left&quot;:361.8185039370079,&quot;top&quot;:163.99338582677166,&quot;width&quot;:244.22346456692912}"/>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270.14866141732284,&quot;left&quot;:361.8185039370079,&quot;top&quot;:163.99338582677166,&quot;width&quot;:244.22346456692912}"/>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0.14866141732284,&quot;left&quot;:361.8185039370079,&quot;top&quot;:163.99338582677166,&quot;width&quot;:244.22346456692912}"/>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270.14866141732284,&quot;left&quot;:361.8185039370079,&quot;top&quot;:163.99338582677166,&quot;width&quot;:244.22346456692912}"/>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0.14866141732284,&quot;left&quot;:361.8185039370079,&quot;top&quot;:163.99338582677166,&quot;width&quot;:244.22346456692912}"/>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053,&quot;width&quot;:4199}"/>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017,&quot;width&quot;:5721}"/>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UNIT_TABLE_BEAUTIFY" val="smartTable{a680dd5a-efe3-402f-8795-05ea45095198}"/>
  <p:tag name="TABLE_ENDDRAG_ORIGIN_RECT" val="354*125"/>
  <p:tag name="TABLE_ENDDRAG_RECT" val="572*115*354*125"/>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UNIT_TABLE_BEAUTIFY" val="smartTable{38f3626e-d2b4-48ec-904d-b3cf6b487dfa}"/>
  <p:tag name="TABLE_ENDDRAG_ORIGIN_RECT" val="258*226"/>
  <p:tag name="TABLE_ENDDRAG_RECT" val="568*100*258*226"/>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UNIT_TABLE_BEAUTIFY" val="smartTable{e6989d0f-43c2-458f-91b7-f2ebe25d7c46}"/>
  <p:tag name="TABLE_ENDDRAG_ORIGIN_RECT" val="349*191"/>
  <p:tag name="TABLE_ENDDRAG_RECT" val="36*137*349*191"/>
</p:tagLst>
</file>

<file path=ppt/tags/tag140.xml><?xml version="1.0" encoding="utf-8"?>
<p:tagLst xmlns:a="http://schemas.openxmlformats.org/drawingml/2006/main" xmlns:r="http://schemas.openxmlformats.org/officeDocument/2006/relationships" xmlns:p="http://schemas.openxmlformats.org/presentationml/2006/main">
  <p:tag name="KSO_WM_UNIT_TABLE_BEAUTIFY" val="smartTable{1a9bea53-d8aa-4c84-8e7a-cca4e808c1c5}"/>
  <p:tag name="TABLE_ENDDRAG_ORIGIN_RECT" val="349*98"/>
  <p:tag name="TABLE_ENDDRAG_RECT" val="36*375*349*98"/>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250.21346456692908,&quot;left&quot;:12.6,&quot;top&quot;:231.5,&quot;width&quot;:704.35}"/>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250.21346456692908,&quot;left&quot;:12.6,&quot;top&quot;:231.5,&quot;width&quot;:704.35}"/>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377.7,&quot;left&quot;:0,&quot;top&quot;:119.65,&quot;width&quot;:697.1}"/>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377.7,&quot;left&quot;:0,&quot;top&quot;:119.65,&quot;width&quot;:697.1}"/>
</p:tagLst>
</file>

<file path=ppt/tags/tag145.xml><?xml version="1.0" encoding="utf-8"?>
<p:tagLst xmlns:a="http://schemas.openxmlformats.org/drawingml/2006/main" xmlns:r="http://schemas.openxmlformats.org/officeDocument/2006/relationships" xmlns:p="http://schemas.openxmlformats.org/presentationml/2006/main">
  <p:tag name="KSO_WM_UNIT_TABLE_BEAUTIFY" val="smartTable{19443df6-931a-400c-b596-65b35a53f0ac}"/>
  <p:tag name="TABLE_ENDDRAG_ORIGIN_RECT" val="349*191"/>
  <p:tag name="TABLE_ENDDRAG_RECT" val="36*137*349*191"/>
</p:tagLst>
</file>

<file path=ppt/tags/tag146.xml><?xml version="1.0" encoding="utf-8"?>
<p:tagLst xmlns:a="http://schemas.openxmlformats.org/drawingml/2006/main" xmlns:r="http://schemas.openxmlformats.org/officeDocument/2006/relationships" xmlns:p="http://schemas.openxmlformats.org/presentationml/2006/main">
  <p:tag name="KSO_WM_UNIT_TABLE_BEAUTIFY" val="smartTable{9247a6d9-2801-417b-81a8-58ab37d34f89}"/>
  <p:tag name="TABLE_ENDDRAG_ORIGIN_RECT" val="349*98"/>
  <p:tag name="TABLE_ENDDRAG_RECT" val="36*375*349*98"/>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9050">
          <a:solidFill>
            <a:srgbClr val="FF0000"/>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2835</Words>
  <Application>Microsoft Office PowerPoint</Application>
  <PresentationFormat>Widescreen</PresentationFormat>
  <Paragraphs>552</Paragraphs>
  <Slides>24</Slides>
  <Notes>20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24</vt:i4>
      </vt:variant>
    </vt:vector>
  </HeadingPairs>
  <TitlesOfParts>
    <vt:vector size="41" baseType="lpstr">
      <vt:lpstr>等线</vt:lpstr>
      <vt:lpstr>Gill Sans</vt:lpstr>
      <vt:lpstr>Helvetica Neue Light</vt:lpstr>
      <vt:lpstr>微软雅黑</vt:lpstr>
      <vt:lpstr>黑体</vt:lpstr>
      <vt:lpstr>宋体</vt:lpstr>
      <vt:lpstr>Microsoft JhengHei</vt:lpstr>
      <vt:lpstr>Microsoft JhengHei</vt:lpstr>
      <vt:lpstr>思源黑体 CN Heavy</vt:lpstr>
      <vt:lpstr>思源黑体 CN Normal</vt:lpstr>
      <vt:lpstr>思源黑体 CN Regular</vt:lpstr>
      <vt:lpstr>PMingLiU</vt:lpstr>
      <vt:lpstr>DFKai-SB</vt:lpstr>
      <vt:lpstr>Arial</vt:lpstr>
      <vt:lpstr>Calibri</vt:lpstr>
      <vt:lpstr>Times New Roman</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ZMY</dc:creator>
  <cp:lastModifiedBy>陳如光</cp:lastModifiedBy>
  <cp:revision>1898</cp:revision>
  <dcterms:created xsi:type="dcterms:W3CDTF">2022-05-19T09:53:00Z</dcterms:created>
  <dcterms:modified xsi:type="dcterms:W3CDTF">2026-02-12T03:29:05Z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2052-12.1.0.16417</vt:lpwstr>
  </property>
  <property fmtid="{D5CDD505-2E9C-101B-9397-08002B2CF9AE}" pid="3" name="ICV">
    <vt:lpwstr>787FAE0DD3794758B76713BC673CB937_13</vt:lpwstr>
  </property>
</Properties>
</file>
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8.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1.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 id="2147483658" r:id="rId3"/>
    <p:sldMasterId id="2147483663" r:id="rId4"/>
    <p:sldMasterId id="2147483680" r:id="rId5"/>
  </p:sldMasterIdLst>
  <p:notesMasterIdLst>
    <p:notesMasterId r:id="rId21"/>
  </p:notesMasterIdLst>
  <p:handoutMasterIdLst>
    <p:handoutMasterId r:id="rId22"/>
  </p:handoutMasterIdLst>
  <p:sldIdLst>
    <p:sldId id="5659" r:id="rId6"/>
    <p:sldId id="5705" r:id="rId7"/>
    <p:sldId id="5656" r:id="rId8"/>
    <p:sldId id="5403" r:id="rId9"/>
    <p:sldId id="5547" r:id="rId10"/>
    <p:sldId id="5548" r:id="rId11"/>
    <p:sldId id="5534" r:id="rId12"/>
    <p:sldId id="5564" r:id="rId13"/>
    <p:sldId id="5492" r:id="rId14"/>
    <p:sldId id="5632" r:id="rId15"/>
    <p:sldId id="5704" r:id="rId16"/>
    <p:sldId id="5660" r:id="rId17"/>
    <p:sldId id="5609" r:id="rId18"/>
    <p:sldId id="5633" r:id="rId19"/>
    <p:sldId id="5654" r:id="rId20"/>
  </p:sldIdLst>
  <p:sldSz cx="12192000" cy="6858000"/>
  <p:notesSz cx="9144000" cy="6858000"/>
  <p:custDataLst>
    <p:tags r:id="rId23"/>
  </p:custDataLst>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0" userDrawn="1">
          <p15:clr>
            <a:srgbClr val="A4A3A4"/>
          </p15:clr>
        </p15:guide>
        <p15:guide id="2" orient="horz" pos="660" userDrawn="1">
          <p15:clr>
            <a:srgbClr val="A4A3A4"/>
          </p15:clr>
        </p15:guide>
        <p15:guide id="3" pos="3841" userDrawn="1">
          <p15:clr>
            <a:srgbClr val="A4A3A4"/>
          </p15:clr>
        </p15:guide>
        <p15:guide id="4" pos="788" userDrawn="1">
          <p15:clr>
            <a:srgbClr val="A4A3A4"/>
          </p15:clr>
        </p15:guide>
        <p15:guide id="5" pos="34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CCFF"/>
    <a:srgbClr val="0000FF"/>
    <a:srgbClr val="0066FF"/>
    <a:srgbClr val="A523ED"/>
    <a:srgbClr val="3CE458"/>
    <a:srgbClr val="003366"/>
    <a:srgbClr val="FF6600"/>
    <a:srgbClr val="16F63B"/>
    <a:srgbClr val="FFDE75"/>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28" autoAdjust="0"/>
    <p:restoredTop sz="95428" autoAdjust="0"/>
  </p:normalViewPr>
  <p:slideViewPr>
    <p:cSldViewPr snapToGrid="0" showGuides="1">
      <p:cViewPr varScale="1">
        <p:scale>
          <a:sx n="114" d="100"/>
          <a:sy n="114" d="100"/>
        </p:scale>
        <p:origin x="636" y="108"/>
      </p:cViewPr>
      <p:guideLst>
        <p:guide orient="horz" pos="2060"/>
        <p:guide orient="horz" pos="660"/>
        <p:guide pos="3841"/>
        <p:guide pos="788"/>
        <p:guide pos="3472"/>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EAFA70F2-FFB1-4A77-8169-B4B3A96EA7FA}" type="datetimeFigureOut">
              <a:rPr lang="zh-TW" altLang="en-US" smtClean="0"/>
              <a:t>2026/2/2</a:t>
            </a:fld>
            <a:endParaRPr lang="zh-TW" altLang="en-US"/>
          </a:p>
        </p:txBody>
      </p:sp>
      <p:sp>
        <p:nvSpPr>
          <p:cNvPr id="4" name="頁尾版面配置區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89422045-D558-4E33-BE68-5816A24675A4}" type="slidenum">
              <a:rPr lang="zh-TW" altLang="en-US" smtClean="0"/>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0C74DAA-8521-401A-B442-5F827CEBB63B}" type="datetimeFigureOut">
              <a:rPr lang="zh-TW" altLang="en-US" smtClean="0"/>
              <a:t>2026/2/2</a:t>
            </a:fld>
            <a:endParaRPr lang="zh-TW" altLang="en-US"/>
          </a:p>
        </p:txBody>
      </p:sp>
      <p:sp>
        <p:nvSpPr>
          <p:cNvPr id="4" name="投影片圖像版面配置區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DDA6A725-A372-460E-884A-4864481A9E48}" type="slidenum">
              <a:rPr lang="zh-TW" altLang="en-US" smtClean="0"/>
              <a:t>‹#›</a:t>
            </a:fld>
            <a:endParaRPr lang="zh-TW"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CB33EC7-D770-4470-B266-BEBD01C7444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52B20-CA3D-2D77-E544-A2174A682F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384398-E2E6-982A-EE31-C3B58E8896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CCEBEB-6373-7FFF-63C9-92AA8F199E8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22413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
        <p:nvSpPr>
          <p:cNvPr id="6"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B0A9D063-DB4C-441E-85C4-0DC779DFFE42}" type="datetime1">
              <a:rPr lang="zh-TW" altLang="en-US" smtClean="0"/>
              <a:t>2026/2/2</a:t>
            </a:fld>
            <a:endParaRPr lang="zh-TW" altLang="en-US"/>
          </a:p>
        </p:txBody>
      </p:sp>
      <p:sp>
        <p:nvSpPr>
          <p:cNvPr id="7"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8" name="矩形 7"/>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pic>
        <p:nvPicPr>
          <p:cNvPr id="8"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26445" y="129603"/>
            <a:ext cx="1752828" cy="5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
        <p:nvSpPr>
          <p:cNvPr id="11"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1EE38A7A-4290-470F-A295-F6865123D5CF}" type="datetime1">
              <a:rPr lang="zh-TW" altLang="en-US" smtClean="0"/>
              <a:t>2026/2/2</a:t>
            </a:fld>
            <a:endParaRPr lang="zh-TW" altLang="en-US"/>
          </a:p>
        </p:txBody>
      </p:sp>
      <p:sp>
        <p:nvSpPr>
          <p:cNvPr id="12"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13" name="矩形 12"/>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3"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
        <p:nvSpPr>
          <p:cNvPr id="5"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2571BC75-D640-4271-8228-5CC19E50084B}" type="datetime1">
              <a:rPr lang="zh-TW" altLang="en-US" smtClean="0"/>
              <a:t>2026/2/2</a:t>
            </a:fld>
            <a:endParaRPr lang="zh-TW" altLang="en-US"/>
          </a:p>
        </p:txBody>
      </p:sp>
      <p:sp>
        <p:nvSpPr>
          <p:cNvPr id="6"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7" name="矩形 6"/>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312A999E-BA68-463C-87F5-2AFFADD1F9CD}" type="datetime1">
              <a:rPr lang="zh-TW" altLang="en-US" smtClean="0"/>
              <a:t>2026/2/2</a:t>
            </a:fld>
            <a:endParaRPr lang="zh-TW" altLang="en-US"/>
          </a:p>
        </p:txBody>
      </p:sp>
      <p:sp>
        <p:nvSpPr>
          <p:cNvPr id="3"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5" name="矩形 4"/>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
        <p:nvSpPr>
          <p:cNvPr id="9"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
        <p:nvSpPr>
          <p:cNvPr id="6"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B0A9D063-DB4C-441E-85C4-0DC779DFFE42}" type="datetime1">
              <a:rPr lang="zh-TW" altLang="en-US" smtClean="0"/>
              <a:t>2026/2/2</a:t>
            </a:fld>
            <a:endParaRPr lang="zh-TW" altLang="en-US"/>
          </a:p>
        </p:txBody>
      </p:sp>
      <p:sp>
        <p:nvSpPr>
          <p:cNvPr id="7"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8" name="矩形 7"/>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pic>
        <p:nvPicPr>
          <p:cNvPr id="8"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26445" y="129603"/>
            <a:ext cx="1752828" cy="5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
        <p:nvSpPr>
          <p:cNvPr id="11"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1EE38A7A-4290-470F-A295-F6865123D5CF}" type="datetime1">
              <a:rPr lang="zh-TW" altLang="en-US" smtClean="0"/>
              <a:t>2026/2/2</a:t>
            </a:fld>
            <a:endParaRPr lang="zh-TW" altLang="en-US"/>
          </a:p>
        </p:txBody>
      </p:sp>
      <p:sp>
        <p:nvSpPr>
          <p:cNvPr id="12"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13" name="矩形 12"/>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3"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
        <p:nvSpPr>
          <p:cNvPr id="5"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2571BC75-D640-4271-8228-5CC19E50084B}" type="datetime1">
              <a:rPr lang="zh-TW" altLang="en-US" smtClean="0"/>
              <a:t>2026/2/2</a:t>
            </a:fld>
            <a:endParaRPr lang="zh-TW" altLang="en-US"/>
          </a:p>
        </p:txBody>
      </p:sp>
      <p:sp>
        <p:nvSpPr>
          <p:cNvPr id="6"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7" name="矩形 6"/>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312A999E-BA68-463C-87F5-2AFFADD1F9CD}" type="datetime1">
              <a:rPr lang="zh-TW" altLang="en-US" smtClean="0"/>
              <a:t>2026/2/2</a:t>
            </a:fld>
            <a:endParaRPr lang="zh-TW" altLang="en-US"/>
          </a:p>
        </p:txBody>
      </p:sp>
      <p:sp>
        <p:nvSpPr>
          <p:cNvPr id="3"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5" name="矩形 4"/>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
        <p:nvSpPr>
          <p:cNvPr id="9"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
        <p:nvSpPr>
          <p:cNvPr id="6"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B0A9D063-DB4C-441E-85C4-0DC779DFFE42}" type="datetime1">
              <a:rPr lang="zh-TW" altLang="en-US" smtClean="0"/>
              <a:t>2026/2/2</a:t>
            </a:fld>
            <a:endParaRPr lang="zh-TW" altLang="en-US"/>
          </a:p>
        </p:txBody>
      </p:sp>
      <p:sp>
        <p:nvSpPr>
          <p:cNvPr id="7"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8" name="矩形 7"/>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pic>
        <p:nvPicPr>
          <p:cNvPr id="8"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26445" y="129603"/>
            <a:ext cx="1752828" cy="5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
        <p:nvSpPr>
          <p:cNvPr id="11"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1EE38A7A-4290-470F-A295-F6865123D5CF}" type="datetime1">
              <a:rPr lang="zh-TW" altLang="en-US" smtClean="0"/>
              <a:t>2026/2/2</a:t>
            </a:fld>
            <a:endParaRPr lang="zh-TW" altLang="en-US"/>
          </a:p>
        </p:txBody>
      </p:sp>
      <p:sp>
        <p:nvSpPr>
          <p:cNvPr id="12"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13" name="矩形 12"/>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3"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
        <p:nvSpPr>
          <p:cNvPr id="5"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2571BC75-D640-4271-8228-5CC19E50084B}" type="datetime1">
              <a:rPr lang="zh-TW" altLang="en-US" smtClean="0"/>
              <a:t>2026/2/2</a:t>
            </a:fld>
            <a:endParaRPr lang="zh-TW" altLang="en-US"/>
          </a:p>
        </p:txBody>
      </p:sp>
      <p:sp>
        <p:nvSpPr>
          <p:cNvPr id="6"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7" name="矩形 6"/>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a:xfrm>
            <a:off x="838208" y="6356364"/>
            <a:ext cx="2743200" cy="365125"/>
          </a:xfrm>
          <a:prstGeom prst="rect">
            <a:avLst/>
          </a:prstGeom>
        </p:spPr>
        <p:txBody>
          <a:bodyPr lIns="68573" tIns="34286" rIns="68573" bIns="34286"/>
          <a:lstStyle/>
          <a:p>
            <a:fld id="{312A999E-BA68-463C-87F5-2AFFADD1F9CD}" type="datetime1">
              <a:rPr lang="zh-TW" altLang="en-US" smtClean="0"/>
              <a:t>2026/2/2</a:t>
            </a:fld>
            <a:endParaRPr lang="zh-TW" altLang="en-US"/>
          </a:p>
        </p:txBody>
      </p:sp>
      <p:sp>
        <p:nvSpPr>
          <p:cNvPr id="3" name="頁尾版面配置區 2"/>
          <p:cNvSpPr>
            <a:spLocks noGrp="1"/>
          </p:cNvSpPr>
          <p:nvPr>
            <p:ph type="ftr" sz="quarter" idx="11"/>
          </p:nvPr>
        </p:nvSpPr>
        <p:spPr>
          <a:xfrm>
            <a:off x="4038600" y="6356364"/>
            <a:ext cx="4114800" cy="365125"/>
          </a:xfrm>
          <a:prstGeom prst="rect">
            <a:avLst/>
          </a:prstGeom>
        </p:spPr>
        <p:txBody>
          <a:bodyPr lIns="68573" tIns="34286" rIns="68573" bIns="34286"/>
          <a:lstStyle/>
          <a:p>
            <a:endParaRPr lang="zh-TW" altLang="en-US"/>
          </a:p>
        </p:txBody>
      </p:sp>
      <p:sp>
        <p:nvSpPr>
          <p:cNvPr id="5" name="矩形 4"/>
          <p:cNvSpPr/>
          <p:nvPr userDrawn="1"/>
        </p:nvSpPr>
        <p:spPr>
          <a:xfrm>
            <a:off x="371061" y="6241790"/>
            <a:ext cx="11516139" cy="251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TW" altLang="en-US" sz="2400"/>
          </a:p>
        </p:txBody>
      </p:sp>
      <p:sp>
        <p:nvSpPr>
          <p:cNvPr id="9" name="投影片編號版面配置區 3"/>
          <p:cNvSpPr>
            <a:spLocks noGrp="1"/>
          </p:cNvSpPr>
          <p:nvPr>
            <p:ph type="sldNum" sz="quarter" idx="12"/>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C8BB2EBB-BC46-4219-8E99-314F36A94901}" type="datetime1">
              <a:rPr lang="zh-TW" altLang="en-US">
                <a:solidFill>
                  <a:prstClr val="black">
                    <a:tint val="75000"/>
                  </a:prstClr>
                </a:solidFill>
              </a:rPr>
              <a:t>2026/2/2</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AF44CCD9-AF14-4FD0-8E12-CF82B8F58377}" type="slidenum">
              <a:rPr lang="zh-TW" altLang="en-US">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
        <p:nvSpPr>
          <p:cNvPr id="3" name="內容版面配置區 2"/>
          <p:cNvSpPr>
            <a:spLocks noGrp="1"/>
          </p:cNvSpPr>
          <p:nvPr>
            <p:ph idx="1"/>
          </p:nvPr>
        </p:nvSpPr>
        <p:spPr>
          <a:xfrm>
            <a:off x="838200" y="1825625"/>
            <a:ext cx="10515600" cy="435133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37CC0F3-B846-4290-B9C4-8F115EE2B84D}" type="datetime1">
              <a:rPr lang="zh-TW" altLang="en-US">
                <a:solidFill>
                  <a:prstClr val="black">
                    <a:tint val="75000"/>
                  </a:prstClr>
                </a:solidFill>
              </a:rPr>
              <a:t>2026/2/2</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AF44CCD9-AF14-4FD0-8E12-CF82B8F58377}" type="slidenum">
              <a:rPr lang="zh-TW" altLang="en-US">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a:prstGeom prst="rect">
            <a:avLst/>
          </a:prstGeo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FE9D761B-6585-4B1B-A2B9-4CDB597A6ECA}" type="datetime1">
              <a:rPr lang="zh-TW" altLang="en-US">
                <a:solidFill>
                  <a:prstClr val="black">
                    <a:tint val="75000"/>
                  </a:prstClr>
                </a:solidFill>
              </a:rPr>
              <a:t>2026/2/2</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AF44CCD9-AF14-4FD0-8E12-CF82B8F58377}" type="slidenum">
              <a:rPr lang="zh-TW" altLang="en-US">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F9A79E8-9818-4963-B672-E7E501E3FB3A}" type="datetime1">
              <a:rPr lang="zh-TW" altLang="en-US">
                <a:solidFill>
                  <a:prstClr val="black">
                    <a:tint val="75000"/>
                  </a:prstClr>
                </a:solidFill>
              </a:rPr>
              <a:t>2026/2/2</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AF44CCD9-AF14-4FD0-8E12-CF82B8F58377}" type="slidenum">
              <a:rPr lang="zh-TW" altLang="en-US">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a:prstGeom prst="rect">
            <a:avLst/>
          </a:prstGeo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8F27491D-FC62-475C-9CF3-02865DEF5AF5}" type="datetime1">
              <a:rPr lang="zh-TW" altLang="en-US">
                <a:solidFill>
                  <a:prstClr val="black">
                    <a:tint val="75000"/>
                  </a:prstClr>
                </a:solidFill>
              </a:rPr>
              <a:t>2026/2/2</a:t>
            </a:fld>
            <a:endParaRPr lang="zh-TW" altLang="en-US">
              <a:solidFill>
                <a:prstClr val="black">
                  <a:tint val="75000"/>
                </a:prstClr>
              </a:solidFill>
            </a:endParaRPr>
          </a:p>
        </p:txBody>
      </p:sp>
      <p:sp>
        <p:nvSpPr>
          <p:cNvPr id="8" name="頁尾版面配置區 7"/>
          <p:cNvSpPr>
            <a:spLocks noGrp="1"/>
          </p:cNvSpPr>
          <p:nvPr>
            <p:ph type="ftr" sz="quarter" idx="11"/>
          </p:nvPr>
        </p:nvSpPr>
        <p:spPr/>
        <p:txBody>
          <a:bodyPr/>
          <a:lstStyle/>
          <a:p>
            <a:endParaRPr lang="zh-TW" altLang="en-US">
              <a:solidFill>
                <a:prstClr val="black">
                  <a:tint val="75000"/>
                </a:prstClr>
              </a:solidFill>
            </a:endParaRPr>
          </a:p>
        </p:txBody>
      </p:sp>
      <p:sp>
        <p:nvSpPr>
          <p:cNvPr id="9" name="投影片編號版面配置區 8"/>
          <p:cNvSpPr>
            <a:spLocks noGrp="1"/>
          </p:cNvSpPr>
          <p:nvPr>
            <p:ph type="sldNum" sz="quarter" idx="12"/>
          </p:nvPr>
        </p:nvSpPr>
        <p:spPr/>
        <p:txBody>
          <a:bodyPr/>
          <a:lstStyle/>
          <a:p>
            <a:fld id="{AF44CCD9-AF14-4FD0-8E12-CF82B8F58377}" type="slidenum">
              <a:rPr lang="zh-TW" altLang="en-US">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4B45CF08-AE98-4F76-9E5C-9F20DE2A111C}" type="datetime1">
              <a:rPr lang="zh-TW" altLang="en-US">
                <a:solidFill>
                  <a:prstClr val="black">
                    <a:tint val="75000"/>
                  </a:prstClr>
                </a:solidFill>
              </a:rPr>
              <a:t>2026/2/2</a:t>
            </a:fld>
            <a:endParaRPr lang="zh-TW" altLang="en-US">
              <a:solidFill>
                <a:prstClr val="black">
                  <a:tint val="75000"/>
                </a:prstClr>
              </a:solidFill>
            </a:endParaRPr>
          </a:p>
        </p:txBody>
      </p:sp>
      <p:sp>
        <p:nvSpPr>
          <p:cNvPr id="4" name="頁尾版面配置區 3"/>
          <p:cNvSpPr>
            <a:spLocks noGrp="1"/>
          </p:cNvSpPr>
          <p:nvPr>
            <p:ph type="ftr" sz="quarter" idx="11"/>
          </p:nvPr>
        </p:nvSpPr>
        <p:spPr/>
        <p:txBody>
          <a:bodyPr/>
          <a:lstStyle/>
          <a:p>
            <a:endParaRPr lang="zh-TW" altLang="en-US">
              <a:solidFill>
                <a:prstClr val="black">
                  <a:tint val="75000"/>
                </a:prstClr>
              </a:solidFill>
            </a:endParaRPr>
          </a:p>
        </p:txBody>
      </p:sp>
      <p:sp>
        <p:nvSpPr>
          <p:cNvPr id="5" name="投影片編號版面配置區 4"/>
          <p:cNvSpPr>
            <a:spLocks noGrp="1"/>
          </p:cNvSpPr>
          <p:nvPr>
            <p:ph type="sldNum" sz="quarter" idx="12"/>
          </p:nvPr>
        </p:nvSpPr>
        <p:spPr/>
        <p:txBody>
          <a:bodyPr/>
          <a:lstStyle/>
          <a:p>
            <a:fld id="{AF44CCD9-AF14-4FD0-8E12-CF82B8F58377}" type="slidenum">
              <a:rPr lang="zh-TW" altLang="en-US">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3C1F89E-FF1C-46AC-B04C-B6464287433B}" type="datetime1">
              <a:rPr lang="zh-TW" altLang="en-US">
                <a:solidFill>
                  <a:prstClr val="black">
                    <a:tint val="75000"/>
                  </a:prstClr>
                </a:solidFill>
              </a:rPr>
              <a:t>2026/2/2</a:t>
            </a:fld>
            <a:endParaRPr lang="zh-TW" altLang="en-US">
              <a:solidFill>
                <a:prstClr val="black">
                  <a:tint val="75000"/>
                </a:prstClr>
              </a:solidFill>
            </a:endParaRPr>
          </a:p>
        </p:txBody>
      </p:sp>
      <p:sp>
        <p:nvSpPr>
          <p:cNvPr id="3" name="頁尾版面配置區 2"/>
          <p:cNvSpPr>
            <a:spLocks noGrp="1"/>
          </p:cNvSpPr>
          <p:nvPr>
            <p:ph type="ftr" sz="quarter" idx="11"/>
          </p:nvPr>
        </p:nvSpPr>
        <p:spPr/>
        <p:txBody>
          <a:bodyPr/>
          <a:lstStyle/>
          <a:p>
            <a:endParaRPr lang="zh-TW" altLang="en-US">
              <a:solidFill>
                <a:prstClr val="black">
                  <a:tint val="75000"/>
                </a:prstClr>
              </a:solidFill>
            </a:endParaRPr>
          </a:p>
        </p:txBody>
      </p:sp>
      <p:sp>
        <p:nvSpPr>
          <p:cNvPr id="4" name="投影片編號版面配置區 3"/>
          <p:cNvSpPr>
            <a:spLocks noGrp="1"/>
          </p:cNvSpPr>
          <p:nvPr>
            <p:ph type="sldNum" sz="quarter" idx="12"/>
          </p:nvPr>
        </p:nvSpPr>
        <p:spPr/>
        <p:txBody>
          <a:bodyPr/>
          <a:lstStyle/>
          <a:p>
            <a:fld id="{AF44CCD9-AF14-4FD0-8E12-CF82B8F58377}" type="slidenum">
              <a:rPr lang="zh-TW" altLang="en-US">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4B02D6E8-63C8-4ADC-88CB-84562CB67E64}" type="datetime1">
              <a:rPr lang="zh-TW" altLang="en-US">
                <a:solidFill>
                  <a:prstClr val="black">
                    <a:tint val="75000"/>
                  </a:prstClr>
                </a:solidFill>
              </a:rPr>
              <a:t>2026/2/2</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AF44CCD9-AF14-4FD0-8E12-CF82B8F58377}" type="slidenum">
              <a:rPr lang="zh-TW" altLang="en-US">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662E44BA-7BE3-4C66-8864-489905E8021E}" type="datetime1">
              <a:rPr lang="zh-TW" altLang="en-US">
                <a:solidFill>
                  <a:prstClr val="black">
                    <a:tint val="75000"/>
                  </a:prstClr>
                </a:solidFill>
              </a:rPr>
              <a:t>2026/2/2</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AF44CCD9-AF14-4FD0-8E12-CF82B8F58377}" type="slidenum">
              <a:rPr lang="zh-TW" altLang="en-US">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
        <p:nvSpPr>
          <p:cNvPr id="3" name="直排文字版面配置區 2"/>
          <p:cNvSpPr>
            <a:spLocks noGrp="1"/>
          </p:cNvSpPr>
          <p:nvPr>
            <p:ph type="body" orient="vert" idx="1"/>
          </p:nvPr>
        </p:nvSpPr>
        <p:spPr>
          <a:xfrm>
            <a:off x="838200" y="1825625"/>
            <a:ext cx="10515600" cy="4351338"/>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98BA1F0-130F-4C1B-8346-D0167DF99193}" type="datetime1">
              <a:rPr lang="zh-TW" altLang="en-US">
                <a:solidFill>
                  <a:prstClr val="black">
                    <a:tint val="75000"/>
                  </a:prstClr>
                </a:solidFill>
              </a:rPr>
              <a:t>2026/2/2</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AF44CCD9-AF14-4FD0-8E12-CF82B8F58377}" type="slidenum">
              <a:rPr lang="zh-TW" altLang="en-US">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a:prstGeom prst="rect">
            <a:avLst/>
          </a:prstGeo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F888524E-FE32-451E-A5A3-4235D58504EB}" type="datetime1">
              <a:rPr lang="zh-TW" altLang="en-US">
                <a:solidFill>
                  <a:prstClr val="black">
                    <a:tint val="75000"/>
                  </a:prstClr>
                </a:solidFill>
              </a:rPr>
              <a:t>2026/2/2</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AF44CCD9-AF14-4FD0-8E12-CF82B8F58377}" type="slidenum">
              <a:rPr lang="zh-TW" altLang="en-US">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6" name="图片 5" descr="水印"/>
          <p:cNvPicPr>
            <a:picLocks noChangeAspect="1"/>
          </p:cNvPicPr>
          <p:nvPr userDrawn="1"/>
        </p:nvPicPr>
        <p:blipFill>
          <a:blip r:embed="rId2"/>
          <a:stretch>
            <a:fillRect/>
          </a:stretch>
        </p:blipFill>
        <p:spPr>
          <a:xfrm>
            <a:off x="523875" y="335280"/>
            <a:ext cx="11143615" cy="618744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5" y="1600229"/>
            <a:ext cx="10972803" cy="4525433"/>
          </a:xfrm>
          <a:prstGeom prst="rect">
            <a:avLst/>
          </a:prstGeo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日期版面配置區 3"/>
          <p:cNvSpPr>
            <a:spLocks noGrp="1"/>
          </p:cNvSpPr>
          <p:nvPr>
            <p:ph type="dt" sz="half" idx="10"/>
          </p:nvPr>
        </p:nvSpPr>
        <p:spPr/>
        <p:txBody>
          <a:bodyPr/>
          <a:lstStyle>
            <a:lvl1pPr algn="l" defTabSz="342265">
              <a:defRPr/>
            </a:lvl1pPr>
          </a:lstStyle>
          <a:p>
            <a:pPr>
              <a:defRPr/>
            </a:pPr>
            <a:endParaRPr lang="zh-TW" altLang="en-US" dirty="0">
              <a:solidFill>
                <a:prstClr val="black">
                  <a:tint val="75000"/>
                </a:prstClr>
              </a:solidFill>
            </a:endParaRPr>
          </a:p>
        </p:txBody>
      </p:sp>
      <p:sp>
        <p:nvSpPr>
          <p:cNvPr id="5" name="頁尾版面配置區 4"/>
          <p:cNvSpPr>
            <a:spLocks noGrp="1"/>
          </p:cNvSpPr>
          <p:nvPr>
            <p:ph type="ftr" sz="quarter" idx="11"/>
          </p:nvPr>
        </p:nvSpPr>
        <p:spPr/>
        <p:txBody>
          <a:bodyPr/>
          <a:lstStyle>
            <a:lvl1pPr algn="ctr" defTabSz="342265">
              <a:defRPr/>
            </a:lvl1pPr>
          </a:lstStyle>
          <a:p>
            <a:pPr>
              <a:defRPr/>
            </a:pPr>
            <a:endParaRPr lang="zh-TW" altLang="en-US" dirty="0">
              <a:solidFill>
                <a:prstClr val="black">
                  <a:tint val="75000"/>
                </a:prstClr>
              </a:solidFill>
            </a:endParaRPr>
          </a:p>
        </p:txBody>
      </p:sp>
      <p:sp>
        <p:nvSpPr>
          <p:cNvPr id="6" name="投影片編號版面配置區 5"/>
          <p:cNvSpPr>
            <a:spLocks noGrp="1"/>
          </p:cNvSpPr>
          <p:nvPr>
            <p:ph type="sldNum" sz="quarter" idx="12"/>
          </p:nvPr>
        </p:nvSpPr>
        <p:spPr/>
        <p:txBody>
          <a:bodyPr/>
          <a:lstStyle>
            <a:lvl1pPr algn="r" defTabSz="342265">
              <a:defRPr/>
            </a:lvl1pPr>
          </a:lstStyle>
          <a:p>
            <a:fld id="{FC4C1290-06DA-4956-8288-7076B0BD0997}" type="slidenum">
              <a:rPr lang="zh-TW" altLang="en-US" smtClean="0">
                <a:solidFill>
                  <a:prstClr val="black">
                    <a:tint val="75000"/>
                  </a:prstClr>
                </a:solidFill>
              </a:rPr>
              <a:t>‹#›</a:t>
            </a:fld>
            <a:endParaRPr lang="zh-TW" altLang="en-US" dirty="0">
              <a:solidFill>
                <a:prstClr val="black">
                  <a:tint val="75000"/>
                </a:prstClr>
              </a:solidFill>
            </a:endParaRPr>
          </a:p>
        </p:txBody>
      </p:sp>
    </p:spTree>
  </p:cSld>
  <p:clrMapOvr>
    <a:masterClrMapping/>
  </p:clrMapOvr>
  <p:transition spd="slow">
    <p:cove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SLIDE 1">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321" y="410831"/>
            <a:ext cx="11135859" cy="565714"/>
          </a:xfrm>
          <a:prstGeom prst="rect">
            <a:avLst/>
          </a:prstGeom>
        </p:spPr>
        <p:txBody>
          <a:bodyPr vert="horz" lIns="0" tIns="0" rIns="0" bIns="0" rtlCol="0" anchor="t" anchorCtr="0">
            <a:normAutofit/>
          </a:bodyPr>
          <a:lstStyle>
            <a:lvl1pPr>
              <a:defRPr lang="en-US" dirty="0"/>
            </a:lvl1pPr>
          </a:lstStyle>
          <a:p>
            <a:pPr lvl="0"/>
            <a:r>
              <a:rPr lang="de-DE" dirty="0"/>
              <a:t>TITELMASTERFORMAT DURCH KLICKEN BEARBEITEN</a:t>
            </a:r>
            <a:endParaRPr lang="en-US" dirty="0"/>
          </a:p>
        </p:txBody>
      </p:sp>
      <p:sp>
        <p:nvSpPr>
          <p:cNvPr id="15" name="Foliennummernplatzhalter 5"/>
          <p:cNvSpPr>
            <a:spLocks noGrp="1"/>
          </p:cNvSpPr>
          <p:nvPr>
            <p:ph type="sldNum" sz="quarter" idx="4"/>
          </p:nvPr>
        </p:nvSpPr>
        <p:spPr>
          <a:xfrm>
            <a:off x="516330" y="6525087"/>
            <a:ext cx="914426" cy="224424"/>
          </a:xfrm>
          <a:prstGeom prst="rect">
            <a:avLst/>
          </a:prstGeom>
        </p:spPr>
        <p:txBody>
          <a:bodyPr vert="horz" lIns="0" tIns="0" rIns="0" bIns="0" rtlCol="0" anchor="b" anchorCtr="0"/>
          <a:lstStyle>
            <a:lvl1pPr algn="l">
              <a:lnSpc>
                <a:spcPct val="90000"/>
              </a:lnSpc>
              <a:spcAft>
                <a:spcPts val="980"/>
              </a:spcAft>
              <a:defRPr sz="1000" b="1">
                <a:solidFill>
                  <a:schemeClr val="tx1"/>
                </a:solidFill>
              </a:defRPr>
            </a:lvl1pPr>
          </a:lstStyle>
          <a:p>
            <a:r>
              <a:rPr lang="en-US">
                <a:solidFill>
                  <a:prstClr val="black"/>
                </a:solidFill>
              </a:rPr>
              <a:t>-</a:t>
            </a:r>
            <a:fld id="{75A4F164-3A46-4CEE-A25C-CA523D5E42F3}" type="slidenum">
              <a:rPr lang="en-US" smtClean="0">
                <a:solidFill>
                  <a:prstClr val="black"/>
                </a:solidFill>
              </a:rPr>
              <a:t>‹#›</a:t>
            </a:fld>
            <a:r>
              <a:rPr lang="en-US">
                <a:solidFill>
                  <a:prstClr val="black"/>
                </a:solidFill>
              </a:rPr>
              <a:t>-</a:t>
            </a:r>
            <a:endParaRPr lang="en-US" dirty="0">
              <a:solidFill>
                <a:prstClr val="black"/>
              </a:solidFill>
            </a:endParaRPr>
          </a:p>
        </p:txBody>
      </p:sp>
      <p:sp>
        <p:nvSpPr>
          <p:cNvPr id="17" name="Inhaltsplatzhalter 2"/>
          <p:cNvSpPr>
            <a:spLocks noGrp="1"/>
          </p:cNvSpPr>
          <p:nvPr>
            <p:ph idx="1" hasCustomPrompt="1"/>
          </p:nvPr>
        </p:nvSpPr>
        <p:spPr>
          <a:xfrm>
            <a:off x="516326" y="1154098"/>
            <a:ext cx="4096208" cy="1720984"/>
          </a:xfrm>
          <a:prstGeom prst="rect">
            <a:avLst/>
          </a:prstGeom>
          <a:noFill/>
        </p:spPr>
        <p:txBody>
          <a:bodyPr/>
          <a:lstStyle>
            <a:lvl1pPr>
              <a:lnSpc>
                <a:spcPct val="100000"/>
              </a:lnSpc>
              <a:spcAft>
                <a:spcPts val="0"/>
              </a:spcAft>
              <a:defRPr sz="2200">
                <a:solidFill>
                  <a:schemeClr val="tx1"/>
                </a:solidFill>
              </a:defRPr>
            </a:lvl1pPr>
            <a:lvl2pPr>
              <a:lnSpc>
                <a:spcPct val="100000"/>
              </a:lnSpc>
              <a:spcAft>
                <a:spcPts val="0"/>
              </a:spcAft>
              <a:defRPr sz="2000">
                <a:solidFill>
                  <a:schemeClr val="tx1"/>
                </a:solidFill>
              </a:defRPr>
            </a:lvl2pPr>
            <a:lvl3pPr>
              <a:lnSpc>
                <a:spcPct val="100000"/>
              </a:lnSpc>
              <a:spcAft>
                <a:spcPts val="0"/>
              </a:spcAft>
              <a:defRPr sz="1800">
                <a:solidFill>
                  <a:schemeClr val="tx1"/>
                </a:solidFill>
              </a:defRPr>
            </a:lvl3pPr>
            <a:lvl4pPr>
              <a:lnSpc>
                <a:spcPct val="100000"/>
              </a:lnSpc>
              <a:spcAft>
                <a:spcPts val="0"/>
              </a:spcAft>
              <a:defRPr sz="1600">
                <a:solidFill>
                  <a:schemeClr val="tx1"/>
                </a:solidFill>
              </a:defRPr>
            </a:lvl4pPr>
            <a:lvl5pPr>
              <a:lnSpc>
                <a:spcPct val="100000"/>
              </a:lnSpc>
              <a:spcAft>
                <a:spcPts val="0"/>
              </a:spcAft>
              <a:defRPr sz="1600">
                <a:solidFill>
                  <a:schemeClr val="tx1"/>
                </a:solidFill>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dirty="0">
                <a:latin typeface="+mj-ea"/>
                <a:ea typeface="+mj-ea"/>
                <a:sym typeface="等线" panose="02010600030101010101" charset="-122"/>
              </a:rPr>
              <a:t>正文内容</a:t>
            </a:r>
            <a:r>
              <a:rPr kumimoji="1" lang="en-US" altLang="zh-CN" sz="1600" dirty="0">
                <a:latin typeface="+mj-ea"/>
                <a:ea typeface="+mj-ea"/>
                <a:sym typeface="等线" panose="02010600030101010101" charset="-122"/>
              </a:rPr>
              <a:t>-</a:t>
            </a:r>
            <a:r>
              <a:rPr kumimoji="1" lang="zh-CN" altLang="en-US" sz="1600" dirty="0">
                <a:latin typeface="+mj-ea"/>
                <a:ea typeface="+mj-ea"/>
                <a:sym typeface="等线" panose="02010600030101010101" charset="-122"/>
              </a:rPr>
              <a:t>字号</a:t>
            </a:r>
            <a:r>
              <a:rPr kumimoji="1" lang="en-US" altLang="zh-CN" sz="1600" dirty="0">
                <a:latin typeface="+mj-ea"/>
                <a:ea typeface="+mj-ea"/>
                <a:sym typeface="等线" panose="02010600030101010101" charset="-122"/>
              </a:rPr>
              <a:t>12-18</a:t>
            </a:r>
            <a:endParaRPr lang="zh-CN" altLang="en-US" dirty="0"/>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t>‹#›</a:t>
            </a:fld>
            <a:r>
              <a:rPr lang="en-US" altLang="zh-CN"/>
              <a:t>/N</a:t>
            </a:r>
            <a:endParaRPr lang="en-US" altLang="zh-CN" dirty="0"/>
          </a:p>
        </p:txBody>
      </p:sp>
      <p:grpSp>
        <p:nvGrpSpPr>
          <p:cNvPr id="15" name="组合 14"/>
          <p:cNvGrpSpPr/>
          <p:nvPr userDrawn="1"/>
        </p:nvGrpSpPr>
        <p:grpSpPr>
          <a:xfrm>
            <a:off x="325755" y="164465"/>
            <a:ext cx="11137900" cy="6181090"/>
            <a:chOff x="513" y="259"/>
            <a:chExt cx="17540" cy="9734"/>
          </a:xfrm>
        </p:grpSpPr>
        <p:pic>
          <p:nvPicPr>
            <p:cNvPr id="16" name="图片 15"/>
            <p:cNvPicPr>
              <a:picLocks noChangeAspect="1"/>
            </p:cNvPicPr>
            <p:nvPr userDrawn="1"/>
          </p:nvPicPr>
          <p:blipFill rotWithShape="1">
            <a:blip r:embed="rId2" cstate="print">
              <a:extLst>
                <a:ext uri="{28A0092B-C50C-407E-A947-70E740481C1C}">
                  <a14:useLocalDpi xmlns:a14="http://schemas.microsoft.com/office/drawing/2010/main" val="0"/>
                </a:ext>
              </a:extLst>
            </a:blip>
            <a:srcRect l="297" t="-2577" r="161" b="-829"/>
            <a:stretch>
              <a:fillRect/>
            </a:stretch>
          </p:blipFill>
          <p:spPr>
            <a:xfrm>
              <a:off x="513" y="259"/>
              <a:ext cx="5847" cy="3245"/>
            </a:xfrm>
            <a:prstGeom prst="rect">
              <a:avLst/>
            </a:prstGeom>
            <a:noFill/>
            <a:ln>
              <a:noFill/>
            </a:ln>
          </p:spPr>
        </p:pic>
        <p:pic>
          <p:nvPicPr>
            <p:cNvPr id="17" name="图片 16"/>
            <p:cNvPicPr>
              <a:picLocks noChangeAspect="1"/>
            </p:cNvPicPr>
            <p:nvPr userDrawn="1"/>
          </p:nvPicPr>
          <p:blipFill rotWithShape="1">
            <a:blip r:embed="rId2" cstate="print">
              <a:extLst>
                <a:ext uri="{28A0092B-C50C-407E-A947-70E740481C1C}">
                  <a14:useLocalDpi xmlns:a14="http://schemas.microsoft.com/office/drawing/2010/main" val="0"/>
                </a:ext>
              </a:extLst>
            </a:blip>
            <a:srcRect l="297" t="-2577" r="161" b="-829"/>
            <a:stretch>
              <a:fillRect/>
            </a:stretch>
          </p:blipFill>
          <p:spPr>
            <a:xfrm>
              <a:off x="513" y="3504"/>
              <a:ext cx="5847" cy="3245"/>
            </a:xfrm>
            <a:prstGeom prst="rect">
              <a:avLst/>
            </a:prstGeom>
            <a:noFill/>
            <a:ln>
              <a:noFill/>
            </a:ln>
          </p:spPr>
        </p:pic>
        <p:pic>
          <p:nvPicPr>
            <p:cNvPr id="18" name="图片 17"/>
            <p:cNvPicPr>
              <a:picLocks noChangeAspect="1"/>
            </p:cNvPicPr>
            <p:nvPr userDrawn="1"/>
          </p:nvPicPr>
          <p:blipFill rotWithShape="1">
            <a:blip r:embed="rId2" cstate="print">
              <a:extLst>
                <a:ext uri="{28A0092B-C50C-407E-A947-70E740481C1C}">
                  <a14:useLocalDpi xmlns:a14="http://schemas.microsoft.com/office/drawing/2010/main" val="0"/>
                </a:ext>
              </a:extLst>
            </a:blip>
            <a:srcRect l="297" t="-2577" r="161" b="-829"/>
            <a:stretch>
              <a:fillRect/>
            </a:stretch>
          </p:blipFill>
          <p:spPr>
            <a:xfrm>
              <a:off x="513" y="6749"/>
              <a:ext cx="5847" cy="3245"/>
            </a:xfrm>
            <a:prstGeom prst="rect">
              <a:avLst/>
            </a:prstGeom>
            <a:noFill/>
            <a:ln>
              <a:noFill/>
            </a:ln>
          </p:spPr>
        </p:pic>
        <p:pic>
          <p:nvPicPr>
            <p:cNvPr id="19" name="图片 18"/>
            <p:cNvPicPr>
              <a:picLocks noChangeAspect="1"/>
            </p:cNvPicPr>
            <p:nvPr userDrawn="1"/>
          </p:nvPicPr>
          <p:blipFill rotWithShape="1">
            <a:blip r:embed="rId2" cstate="print">
              <a:extLst>
                <a:ext uri="{28A0092B-C50C-407E-A947-70E740481C1C}">
                  <a14:useLocalDpi xmlns:a14="http://schemas.microsoft.com/office/drawing/2010/main" val="0"/>
                </a:ext>
              </a:extLst>
            </a:blip>
            <a:srcRect l="297" t="-2577" r="161" b="-829"/>
            <a:stretch>
              <a:fillRect/>
            </a:stretch>
          </p:blipFill>
          <p:spPr>
            <a:xfrm>
              <a:off x="6360" y="259"/>
              <a:ext cx="5847" cy="3245"/>
            </a:xfrm>
            <a:prstGeom prst="rect">
              <a:avLst/>
            </a:prstGeom>
            <a:noFill/>
            <a:ln>
              <a:noFill/>
            </a:ln>
          </p:spPr>
        </p:pic>
        <p:pic>
          <p:nvPicPr>
            <p:cNvPr id="20" name="图片 19"/>
            <p:cNvPicPr>
              <a:picLocks noChangeAspect="1"/>
            </p:cNvPicPr>
            <p:nvPr userDrawn="1"/>
          </p:nvPicPr>
          <p:blipFill rotWithShape="1">
            <a:blip r:embed="rId2" cstate="print">
              <a:extLst>
                <a:ext uri="{28A0092B-C50C-407E-A947-70E740481C1C}">
                  <a14:useLocalDpi xmlns:a14="http://schemas.microsoft.com/office/drawing/2010/main" val="0"/>
                </a:ext>
              </a:extLst>
            </a:blip>
            <a:srcRect l="297" t="-2577" r="161" b="-829"/>
            <a:stretch>
              <a:fillRect/>
            </a:stretch>
          </p:blipFill>
          <p:spPr>
            <a:xfrm>
              <a:off x="6360" y="3504"/>
              <a:ext cx="5847" cy="3245"/>
            </a:xfrm>
            <a:prstGeom prst="rect">
              <a:avLst/>
            </a:prstGeom>
            <a:noFill/>
            <a:ln>
              <a:noFill/>
            </a:ln>
          </p:spPr>
        </p:pic>
        <p:pic>
          <p:nvPicPr>
            <p:cNvPr id="21"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l="297" t="-2577" r="161" b="-829"/>
            <a:stretch>
              <a:fillRect/>
            </a:stretch>
          </p:blipFill>
          <p:spPr>
            <a:xfrm>
              <a:off x="6360" y="6749"/>
              <a:ext cx="5847" cy="3245"/>
            </a:xfrm>
            <a:prstGeom prst="rect">
              <a:avLst/>
            </a:prstGeom>
            <a:noFill/>
            <a:ln>
              <a:noFill/>
            </a:ln>
          </p:spPr>
        </p:pic>
        <p:pic>
          <p:nvPicPr>
            <p:cNvPr id="22" name="图片 21"/>
            <p:cNvPicPr>
              <a:picLocks noChangeAspect="1"/>
            </p:cNvPicPr>
            <p:nvPr userDrawn="1"/>
          </p:nvPicPr>
          <p:blipFill rotWithShape="1">
            <a:blip r:embed="rId2" cstate="print">
              <a:extLst>
                <a:ext uri="{28A0092B-C50C-407E-A947-70E740481C1C}">
                  <a14:useLocalDpi xmlns:a14="http://schemas.microsoft.com/office/drawing/2010/main" val="0"/>
                </a:ext>
              </a:extLst>
            </a:blip>
            <a:srcRect l="297" t="-2577" r="161" b="-829"/>
            <a:stretch>
              <a:fillRect/>
            </a:stretch>
          </p:blipFill>
          <p:spPr>
            <a:xfrm>
              <a:off x="12207" y="259"/>
              <a:ext cx="5847" cy="3245"/>
            </a:xfrm>
            <a:prstGeom prst="rect">
              <a:avLst/>
            </a:prstGeom>
            <a:noFill/>
            <a:ln>
              <a:noFill/>
            </a:ln>
          </p:spPr>
        </p:pic>
        <p:pic>
          <p:nvPicPr>
            <p:cNvPr id="23" name="图片 22"/>
            <p:cNvPicPr>
              <a:picLocks noChangeAspect="1"/>
            </p:cNvPicPr>
            <p:nvPr userDrawn="1"/>
          </p:nvPicPr>
          <p:blipFill rotWithShape="1">
            <a:blip r:embed="rId2" cstate="print">
              <a:extLst>
                <a:ext uri="{28A0092B-C50C-407E-A947-70E740481C1C}">
                  <a14:useLocalDpi xmlns:a14="http://schemas.microsoft.com/office/drawing/2010/main" val="0"/>
                </a:ext>
              </a:extLst>
            </a:blip>
            <a:srcRect l="297" t="-2577" r="161" b="-829"/>
            <a:stretch>
              <a:fillRect/>
            </a:stretch>
          </p:blipFill>
          <p:spPr>
            <a:xfrm>
              <a:off x="12207" y="3504"/>
              <a:ext cx="5847" cy="3245"/>
            </a:xfrm>
            <a:prstGeom prst="rect">
              <a:avLst/>
            </a:prstGeom>
            <a:noFill/>
            <a:ln>
              <a:noFill/>
            </a:ln>
          </p:spPr>
        </p:pic>
        <p:pic>
          <p:nvPicPr>
            <p:cNvPr id="24" name="图片 23"/>
            <p:cNvPicPr>
              <a:picLocks noChangeAspect="1"/>
            </p:cNvPicPr>
            <p:nvPr userDrawn="1"/>
          </p:nvPicPr>
          <p:blipFill rotWithShape="1">
            <a:blip r:embed="rId2" cstate="print">
              <a:extLst>
                <a:ext uri="{28A0092B-C50C-407E-A947-70E740481C1C}">
                  <a14:useLocalDpi xmlns:a14="http://schemas.microsoft.com/office/drawing/2010/main" val="0"/>
                </a:ext>
              </a:extLst>
            </a:blip>
            <a:srcRect l="297" t="-2577" r="161" b="-829"/>
            <a:stretch>
              <a:fillRect/>
            </a:stretch>
          </p:blipFill>
          <p:spPr>
            <a:xfrm>
              <a:off x="12207" y="6749"/>
              <a:ext cx="5847" cy="3245"/>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水印">
    <p:spTree>
      <p:nvGrpSpPr>
        <p:cNvPr id="1" name=""/>
        <p:cNvGrpSpPr/>
        <p:nvPr/>
      </p:nvGrpSpPr>
      <p:grpSpPr>
        <a:xfrm>
          <a:off x="0" y="0"/>
          <a:ext cx="0" cy="0"/>
          <a:chOff x="0" y="0"/>
          <a:chExt cx="0" cy="0"/>
        </a:xfrm>
      </p:grpSpPr>
      <p:pic>
        <p:nvPicPr>
          <p:cNvPr id="6" name="图片 5" descr="水印"/>
          <p:cNvPicPr>
            <a:picLocks noChangeAspect="1"/>
          </p:cNvPicPr>
          <p:nvPr userDrawn="1"/>
        </p:nvPicPr>
        <p:blipFill>
          <a:blip r:embed="rId2"/>
          <a:stretch>
            <a:fillRect/>
          </a:stretch>
        </p:blipFill>
        <p:spPr>
          <a:xfrm>
            <a:off x="523875" y="335280"/>
            <a:ext cx="11143615" cy="618744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dirty="0">
                <a:latin typeface="+mj-ea"/>
                <a:ea typeface="+mj-ea"/>
                <a:sym typeface="等线" panose="02010600030101010101" charset="-122"/>
              </a:rPr>
              <a:t>正文内容</a:t>
            </a:r>
            <a:r>
              <a:rPr kumimoji="1" lang="en-US" altLang="zh-CN" sz="1600" dirty="0">
                <a:latin typeface="+mj-ea"/>
                <a:ea typeface="+mj-ea"/>
                <a:sym typeface="等线" panose="02010600030101010101" charset="-122"/>
              </a:rPr>
              <a:t>-</a:t>
            </a:r>
            <a:r>
              <a:rPr kumimoji="1" lang="zh-CN" altLang="en-US" sz="1600" dirty="0">
                <a:latin typeface="+mj-ea"/>
                <a:ea typeface="+mj-ea"/>
                <a:sym typeface="等线" panose="02010600030101010101" charset="-122"/>
              </a:rPr>
              <a:t>字号</a:t>
            </a:r>
            <a:r>
              <a:rPr kumimoji="1" lang="en-US" altLang="zh-CN" sz="1600" dirty="0">
                <a:latin typeface="+mj-ea"/>
                <a:ea typeface="+mj-ea"/>
                <a:sym typeface="等线" panose="02010600030101010101" charset="-122"/>
              </a:rPr>
              <a:t>12-18</a:t>
            </a:r>
            <a:endParaRPr lang="zh-CN" altLang="en-US" dirty="0"/>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t>‹#›</a:t>
            </a:fld>
            <a:r>
              <a:rPr lang="en-US" altLang="zh-CN"/>
              <a:t>/N</a:t>
            </a:r>
            <a:endParaRPr lang="en-US" altLang="zh-CN"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dirty="0"/>
              <a:t>单击此处编辑母版标题样式</a:t>
            </a:r>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dirty="0"/>
              <a:t>主标题文本样式</a:t>
            </a:r>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dirty="0"/>
              <a:t>副标题文本样式</a:t>
            </a:r>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dirty="0"/>
              <a:t>正文文本样式</a:t>
            </a:r>
            <a:r>
              <a:rPr lang="en-US" altLang="zh-CN" dirty="0"/>
              <a:t>——</a:t>
            </a:r>
          </a:p>
          <a:p>
            <a:pPr lvl="0"/>
            <a:r>
              <a:rPr lang="zh-CN" altLang="en-US" dirty="0"/>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dirty="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自訂版面配置">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vl1pPr>
          </a:lstStyle>
          <a:p>
            <a:pPr>
              <a:defRPr/>
            </a:pPr>
            <a:fld id="{3344697F-F19B-41AB-8D83-C6F190909852}" type="datetime1">
              <a:rPr lang="zh-TW" altLang="en-US"/>
              <a:t>2026/2/2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9185275" y="6381750"/>
            <a:ext cx="2743200" cy="365125"/>
          </a:xfrm>
          <a:prstGeom prst="rect">
            <a:avLst/>
          </a:prstGeom>
        </p:spPr>
        <p:txBody>
          <a:bodyPr/>
          <a:lstStyle>
            <a:lvl1pPr>
              <a:defRPr/>
            </a:lvl1pPr>
          </a:lstStyle>
          <a:p>
            <a:pPr>
              <a:defRPr/>
            </a:pPr>
            <a:fld id="{1CF7DBD3-E7FE-4DBC-A104-5B5C0FB2DB2C}"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2.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4.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image" Target="../media/image3.png"/><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image" Target="../media/image6.png"/><Relationship Id="rId2" Type="http://schemas.openxmlformats.org/officeDocument/2006/relationships/slideLayout" Target="../slideLayouts/slideLayout30.xml"/><Relationship Id="rId16" Type="http://schemas.openxmlformats.org/officeDocument/2006/relationships/theme" Target="../theme/theme5.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rotWithShape="1">
          <a:blip r:embed="rId6" cstate="print">
            <a:extLst>
              <a:ext uri="{28A0092B-C50C-407E-A947-70E740481C1C}">
                <a14:useLocalDpi xmlns:a14="http://schemas.microsoft.com/office/drawing/2010/main" val="0"/>
              </a:ext>
            </a:extLst>
          </a:blip>
          <a:srcRect/>
          <a:stretch>
            <a:fillRect/>
          </a:stretch>
        </p:blipFill>
        <p:spPr bwMode="auto">
          <a:xfrm>
            <a:off x="10326445" y="129602"/>
            <a:ext cx="1752828" cy="5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3"/>
          <p:cNvSpPr>
            <a:spLocks noGrp="1"/>
          </p:cNvSpPr>
          <p:nvPr>
            <p:ph type="sldNum" sz="quarter" idx="4"/>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rotWithShape="1">
          <a:blip r:embed="rId6" cstate="print">
            <a:extLst>
              <a:ext uri="{28A0092B-C50C-407E-A947-70E740481C1C}">
                <a14:useLocalDpi xmlns:a14="http://schemas.microsoft.com/office/drawing/2010/main" val="0"/>
              </a:ext>
            </a:extLst>
          </a:blip>
          <a:srcRect/>
          <a:stretch>
            <a:fillRect/>
          </a:stretch>
        </p:blipFill>
        <p:spPr bwMode="auto">
          <a:xfrm>
            <a:off x="10326445" y="129602"/>
            <a:ext cx="1752828" cy="5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3"/>
          <p:cNvSpPr>
            <a:spLocks noGrp="1"/>
          </p:cNvSpPr>
          <p:nvPr>
            <p:ph type="sldNum" sz="quarter" idx="4"/>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rotWithShape="1">
          <a:blip r:embed="rId6" cstate="print">
            <a:extLst>
              <a:ext uri="{28A0092B-C50C-407E-A947-70E740481C1C}">
                <a14:useLocalDpi xmlns:a14="http://schemas.microsoft.com/office/drawing/2010/main" val="0"/>
              </a:ext>
            </a:extLst>
          </a:blip>
          <a:srcRect/>
          <a:stretch>
            <a:fillRect/>
          </a:stretch>
        </p:blipFill>
        <p:spPr bwMode="auto">
          <a:xfrm>
            <a:off x="10326445" y="129602"/>
            <a:ext cx="1752828" cy="5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3"/>
          <p:cNvSpPr>
            <a:spLocks noGrp="1"/>
          </p:cNvSpPr>
          <p:nvPr>
            <p:ph type="sldNum" sz="quarter" idx="4"/>
          </p:nvPr>
        </p:nvSpPr>
        <p:spPr>
          <a:xfrm>
            <a:off x="9401907" y="6453348"/>
            <a:ext cx="2743557" cy="365125"/>
          </a:xfrm>
          <a:prstGeom prst="rect">
            <a:avLst/>
          </a:prstGeom>
        </p:spPr>
        <p:txBody>
          <a:bodyPr/>
          <a:lstStyle>
            <a:lvl1pPr algn="r">
              <a:defRPr sz="1600" b="1">
                <a:solidFill>
                  <a:schemeClr val="bg1">
                    <a:lumMod val="65000"/>
                  </a:schemeClr>
                </a:solidFill>
                <a:latin typeface="Microsoft JhengHei" panose="020B0604030504040204" pitchFamily="34" charset="-120"/>
                <a:ea typeface="Microsoft JhengHei" panose="020B0604030504040204" pitchFamily="34" charset="-120"/>
              </a:defRPr>
            </a:lvl1pPr>
          </a:lstStyle>
          <a:p>
            <a:fld id="{AF44CCD9-AF14-4FD0-8E12-CF82B8F58377}" type="slidenum">
              <a:rPr lang="zh-TW" altLang="en-US" smtClean="0"/>
              <a:t>‹#›</a:t>
            </a:fld>
            <a:endParaRPr lang="zh-TW" altLang="en-US" dirty="0"/>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8" cstate="print">
            <a:lum/>
          </a:blip>
          <a:srcRect/>
          <a:stretch>
            <a:fillRect/>
          </a:stretch>
        </a:blipFill>
        <a:effectLst/>
      </p:bgPr>
    </p:bg>
    <p:spTree>
      <p:nvGrpSpPr>
        <p:cNvPr id="1" name=""/>
        <p:cNvGrpSpPr/>
        <p:nvPr/>
      </p:nvGrpSpPr>
      <p:grpSpPr>
        <a:xfrm>
          <a:off x="0" y="0"/>
          <a:ext cx="0" cy="0"/>
          <a:chOff x="0" y="0"/>
          <a:chExt cx="0" cy="0"/>
        </a:xfrm>
      </p:grpSpPr>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4B7FED-B7B7-4EA8-97CF-7E7FEFD7FC74}" type="datetime1">
              <a:rPr lang="zh-TW" altLang="en-US" smtClean="0">
                <a:solidFill>
                  <a:prstClr val="black">
                    <a:tint val="75000"/>
                  </a:prstClr>
                </a:solidFill>
              </a:rPr>
              <a:t>2026/2/2</a:t>
            </a:fld>
            <a:endParaRPr lang="zh-TW" altLang="en-US">
              <a:solidFill>
                <a:prstClr val="black">
                  <a:tint val="75000"/>
                </a:prstClr>
              </a:solidFill>
            </a:endParaRPr>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solidFill>
                <a:prstClr val="black">
                  <a:tint val="75000"/>
                </a:prstClr>
              </a:solidFill>
            </a:endParaRPr>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44CCD9-AF14-4FD0-8E12-CF82B8F58377}" type="slidenum">
              <a:rPr lang="zh-TW" altLang="en-US" smtClean="0">
                <a:solidFill>
                  <a:prstClr val="black">
                    <a:tint val="75000"/>
                  </a:prstClr>
                </a:solidFill>
              </a:rPr>
              <a:t>‹#›</a:t>
            </a:fld>
            <a:endParaRPr lang="zh-TW" altLang="en-US">
              <a:solidFill>
                <a:prstClr val="black">
                  <a:tint val="75000"/>
                </a:prstClr>
              </a:solidFill>
            </a:endParaRPr>
          </a:p>
        </p:txBody>
      </p:sp>
      <p:pic>
        <p:nvPicPr>
          <p:cNvPr id="7" name="圖片 6" descr="1.PNG"/>
          <p:cNvPicPr>
            <a:picLocks noChangeAspect="1"/>
          </p:cNvPicPr>
          <p:nvPr userDrawn="1"/>
        </p:nvPicPr>
        <p:blipFill>
          <a:blip r:embed="rId19" cstate="print"/>
          <a:stretch>
            <a:fillRect/>
          </a:stretch>
        </p:blipFill>
        <p:spPr>
          <a:xfrm>
            <a:off x="261257" y="6221500"/>
            <a:ext cx="11635274" cy="608507"/>
          </a:xfrm>
          <a:prstGeom prst="rect">
            <a:avLst/>
          </a:prstGeom>
        </p:spPr>
      </p:pic>
      <p:sp>
        <p:nvSpPr>
          <p:cNvPr id="13" name="Freeform 200"/>
          <p:cNvSpPr>
            <a:spLocks noEditPoints="1"/>
          </p:cNvSpPr>
          <p:nvPr userDrawn="1"/>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nvCxnSpPr>
        <p:spPr>
          <a:xfrm>
            <a:off x="743405" y="764704"/>
            <a:ext cx="1104122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矩形 15"/>
          <p:cNvSpPr/>
          <p:nvPr userDrawn="1"/>
        </p:nvSpPr>
        <p:spPr>
          <a:xfrm>
            <a:off x="261257" y="2060848"/>
            <a:ext cx="11739399" cy="30963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cstate="email">
            <a:lum/>
          </a:blip>
          <a:srcRect/>
          <a:stretch>
            <a:fillRect/>
          </a:stretch>
        </a:blipFill>
        <a:effectLst/>
      </p:bgPr>
    </p:bg>
    <p:spTree>
      <p:nvGrpSpPr>
        <p:cNvPr id="1" name=""/>
        <p:cNvGrpSpPr/>
        <p:nvPr/>
      </p:nvGrpSpPr>
      <p:grpSpPr>
        <a:xfrm>
          <a:off x="0" y="0"/>
          <a:ext cx="0" cy="0"/>
          <a:chOff x="0" y="0"/>
          <a:chExt cx="0" cy="0"/>
        </a:xfrm>
      </p:grpSpPr>
      <p:sp>
        <p:nvSpPr>
          <p:cNvPr id="5" name="标题占位符 4"/>
          <p:cNvSpPr>
            <a:spLocks noGrp="1"/>
          </p:cNvSpPr>
          <p:nvPr>
            <p:ph type="title"/>
          </p:nvPr>
        </p:nvSpPr>
        <p:spPr>
          <a:xfrm>
            <a:off x="848411" y="461817"/>
            <a:ext cx="9341963" cy="791947"/>
          </a:xfrm>
          <a:prstGeom prst="rect">
            <a:avLst/>
          </a:prstGeom>
        </p:spPr>
        <p:txBody>
          <a:bodyPr vert="horz" lIns="91440" tIns="45720" rIns="91440" bIns="45720" rtlCol="0" anchor="ctr">
            <a:normAutofit/>
          </a:body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zh-CN" altLang="en-US" dirty="0"/>
              <a:t>第三级</a:t>
            </a: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思源黑体 CN Heavy" panose="020B0A00000000000000" pitchFamily="34" charset="-122"/>
          <a:ea typeface="思源黑体 CN Heavy" panose="020B0A00000000000000" pitchFamily="34" charset="-122"/>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思源黑体 CN Normal" panose="020B0400000000000000" pitchFamily="34" charset="-122"/>
          <a:ea typeface="思源黑体 CN Normal"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9.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35.xml"/><Relationship Id="rId7" Type="http://schemas.openxmlformats.org/officeDocument/2006/relationships/image" Target="../media/image12.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4.xml"/><Relationship Id="rId1" Type="http://schemas.openxmlformats.org/officeDocument/2006/relationships/tags" Target="../tags/tag5.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4.xml"/><Relationship Id="rId1" Type="http://schemas.openxmlformats.org/officeDocument/2006/relationships/tags" Target="../tags/tag6.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0.png"/><Relationship Id="rId2" Type="http://schemas.openxmlformats.org/officeDocument/2006/relationships/slideLayout" Target="../slideLayouts/slideLayout24.xml"/><Relationship Id="rId1" Type="http://schemas.openxmlformats.org/officeDocument/2006/relationships/tags" Target="../tags/tag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4.xml"/><Relationship Id="rId1" Type="http://schemas.openxmlformats.org/officeDocument/2006/relationships/tags" Target="../tags/tag8.xml"/><Relationship Id="rId5" Type="http://schemas.openxmlformats.org/officeDocument/2006/relationships/image" Target="../media/image23.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4.xml"/><Relationship Id="rId6" Type="http://schemas.openxmlformats.org/officeDocument/2006/relationships/image" Target="../media/image25.png"/><Relationship Id="rId5" Type="http://schemas.openxmlformats.org/officeDocument/2006/relationships/image" Target="../media/image18.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image" Target="../media/image26.png"/><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image" Target="../media/image17.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notesSlide" Target="../notesSlides/notesSlide8.xml"/><Relationship Id="rId5" Type="http://schemas.openxmlformats.org/officeDocument/2006/relationships/tags" Target="../tags/tag13.xml"/><Relationship Id="rId10" Type="http://schemas.openxmlformats.org/officeDocument/2006/relationships/slideLayout" Target="../slideLayouts/slideLayout24.xml"/><Relationship Id="rId4" Type="http://schemas.openxmlformats.org/officeDocument/2006/relationships/tags" Target="../tags/tag12.xml"/><Relationship Id="rId9" Type="http://schemas.openxmlformats.org/officeDocument/2006/relationships/tags" Target="../tags/tag1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28.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7.png"/><Relationship Id="rId5" Type="http://schemas.openxmlformats.org/officeDocument/2006/relationships/image" Target="../media/image17.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8.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tags" Target="../tags/tag22.xml"/><Relationship Id="rId7" Type="http://schemas.openxmlformats.org/officeDocument/2006/relationships/tags" Target="../tags/tag2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10" Type="http://schemas.openxmlformats.org/officeDocument/2006/relationships/image" Target="../media/image31.png"/><Relationship Id="rId4" Type="http://schemas.openxmlformats.org/officeDocument/2006/relationships/tags" Target="../tags/tag23.xml"/><Relationship Id="rId9"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notesSlide" Target="../notesSlides/notesSlide12.xml"/><Relationship Id="rId18" Type="http://schemas.openxmlformats.org/officeDocument/2006/relationships/image" Target="../media/image35.png"/><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slideLayout" Target="../slideLayouts/slideLayout24.xml"/><Relationship Id="rId17" Type="http://schemas.openxmlformats.org/officeDocument/2006/relationships/image" Target="../media/image34.png"/><Relationship Id="rId2" Type="http://schemas.openxmlformats.org/officeDocument/2006/relationships/tags" Target="../tags/tag28.xml"/><Relationship Id="rId16" Type="http://schemas.openxmlformats.org/officeDocument/2006/relationships/image" Target="../media/image33.png"/><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image" Target="../media/image32.png"/><Relationship Id="rId10" Type="http://schemas.openxmlformats.org/officeDocument/2006/relationships/tags" Target="../tags/tag36.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4.xml"/><Relationship Id="rId1" Type="http://schemas.openxmlformats.org/officeDocument/2006/relationships/tags" Target="../tags/tag38.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25780" y="1444625"/>
            <a:ext cx="10888980" cy="42462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5400" b="1" dirty="0">
                <a:solidFill>
                  <a:schemeClr val="bg1"/>
                </a:solidFill>
                <a:latin typeface="Times New Roman" panose="02020603050405020304" pitchFamily="18" charset="0"/>
                <a:ea typeface="DFKai-SB" pitchFamily="65" charset="-120"/>
                <a:sym typeface="+mn-ea"/>
              </a:rPr>
              <a:t>CBD </a:t>
            </a:r>
            <a:r>
              <a:rPr lang="en-US" altLang="zh-CN" sz="5400" b="1" dirty="0">
                <a:solidFill>
                  <a:schemeClr val="bg1"/>
                </a:solidFill>
                <a:latin typeface="Times New Roman" panose="02020603050405020304" pitchFamily="18" charset="0"/>
                <a:ea typeface="DFKai-SB" pitchFamily="65" charset="-120"/>
                <a:sym typeface="+mn-ea"/>
              </a:rPr>
              <a:t>Calla</a:t>
            </a:r>
            <a:r>
              <a:rPr lang="en-US" sz="5400" b="1" dirty="0">
                <a:solidFill>
                  <a:schemeClr val="bg1"/>
                </a:solidFill>
                <a:latin typeface="Times New Roman" panose="02020603050405020304" pitchFamily="18" charset="0"/>
                <a:ea typeface="DFKai-SB" pitchFamily="65" charset="-120"/>
                <a:sym typeface="+mn-ea"/>
              </a:rPr>
              <a:t> Housing Automatic assembly line---</a:t>
            </a:r>
          </a:p>
          <a:p>
            <a:pPr marL="0" marR="0" lvl="0" indent="0" algn="l" defTabSz="914400" rtl="0" eaLnBrk="1" fontAlgn="auto" latinLnBrk="0" hangingPunct="1">
              <a:lnSpc>
                <a:spcPct val="100000"/>
              </a:lnSpc>
              <a:spcBef>
                <a:spcPts val="0"/>
              </a:spcBef>
              <a:spcAft>
                <a:spcPts val="0"/>
              </a:spcAft>
              <a:buClrTx/>
              <a:buSzTx/>
              <a:buFontTx/>
              <a:buNone/>
              <a:defRPr/>
            </a:pPr>
            <a:r>
              <a:rPr lang="en-US" sz="5400" b="1" dirty="0">
                <a:solidFill>
                  <a:schemeClr val="bg1"/>
                </a:solidFill>
                <a:latin typeface="Times New Roman" panose="02020603050405020304" pitchFamily="18" charset="0"/>
                <a:ea typeface="DFKai-SB" pitchFamily="65" charset="-120"/>
                <a:sym typeface="+mn-ea"/>
              </a:rPr>
              <a:t>Automatic  Product Collecting Machine</a:t>
            </a:r>
            <a:endParaRPr lang="zh-CN" altLang="en-US" sz="5400" i="0" dirty="0">
              <a:solidFill>
                <a:prstClr val="black"/>
              </a:solidFill>
              <a:ea typeface="PMingLiU" pitchFamily="18" charset="-12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5400" b="1" i="0" u="none" strike="noStrike" kern="1200" cap="none" spc="0" normalizeH="0" baseline="0" noProof="0" dirty="0">
              <a:ln>
                <a:noFill/>
              </a:ln>
              <a:solidFill>
                <a:prstClr val="white"/>
              </a:solidFill>
              <a:effectLst/>
              <a:uLnTx/>
              <a:uFillTx/>
              <a:latin typeface="Times New Roman" panose="02020603050405020304" pitchFamily="18" charset="0"/>
              <a:ea typeface="DFKai-SB" pitchFamily="65" charset="-120"/>
              <a:cs typeface="+mn-cs"/>
            </a:endParaRPr>
          </a:p>
        </p:txBody>
      </p:sp>
      <p:sp>
        <p:nvSpPr>
          <p:cNvPr id="5" name="文本框 9"/>
          <p:cNvSpPr txBox="1"/>
          <p:nvPr>
            <p:custDataLst>
              <p:tags r:id="rId1"/>
            </p:custDataLst>
          </p:nvPr>
        </p:nvSpPr>
        <p:spPr>
          <a:xfrm>
            <a:off x="870698" y="5384499"/>
            <a:ext cx="4746169" cy="646331"/>
          </a:xfrm>
          <a:prstGeom prst="rect">
            <a:avLst/>
          </a:prstGeom>
          <a:noFill/>
        </p:spPr>
        <p:txBody>
          <a:bodyPr wrap="square" rtlCol="0">
            <a:spAutoFit/>
          </a:bodyPr>
          <a:lstStyle/>
          <a:p>
            <a:pPr hangingPunct="0"/>
            <a:r>
              <a:rPr lang="en-US" altLang="zh-CN" dirty="0">
                <a:solidFill>
                  <a:schemeClr val="bg1"/>
                </a:solidFill>
                <a:latin typeface="思源黑体 CN Normal" panose="020B0400000000000000" pitchFamily="34" charset="-122"/>
                <a:ea typeface="思源黑体 CN Normal" panose="020B0400000000000000" pitchFamily="34" charset="-122"/>
                <a:sym typeface="等线" panose="02010600030101010101" charset="-122"/>
              </a:rPr>
              <a:t>2026/01/22</a:t>
            </a:r>
          </a:p>
          <a:p>
            <a:pPr hangingPunct="0"/>
            <a:endParaRPr lang="en-US" altLang="zh-TW" dirty="0">
              <a:solidFill>
                <a:schemeClr val="bg1"/>
              </a:solidFill>
              <a:latin typeface="思源黑体 CN Normal" panose="020B0400000000000000" pitchFamily="34" charset="-122"/>
              <a:ea typeface="思源黑体 CN Normal" panose="020B0400000000000000" pitchFamily="34" charset="-122"/>
              <a:sym typeface="等线" panose="0201060003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3"/>
          <p:cNvSpPr>
            <a:spLocks noGrp="1" noChangeArrowheads="1"/>
          </p:cNvSpPr>
          <p:nvPr>
            <p:custDataLst>
              <p:tags r:id="rId1"/>
            </p:custDataLst>
          </p:nvPr>
        </p:nvSpPr>
        <p:spPr bwMode="auto">
          <a:xfrm>
            <a:off x="11662954" y="628628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fld id="{4DBA7082-35D1-4E75-A057-BA9AC6C42710}" type="slidenum">
              <a:rPr altLang="en-US" sz="1400" smtClean="0">
                <a:solidFill>
                  <a:srgbClr val="898989"/>
                </a:solidFill>
                <a:ea typeface="微软雅黑" panose="020B0503020204020204" pitchFamily="34" charset="-122"/>
                <a:cs typeface="Calibri" panose="020F0502020204030204" charset="0"/>
              </a:rPr>
              <a:t>2</a:t>
            </a:fld>
            <a:endParaRPr lang="zh-TW" altLang="en-US" sz="1400" dirty="0">
              <a:solidFill>
                <a:srgbClr val="898989"/>
              </a:solidFill>
              <a:ea typeface="微软雅黑" panose="020B0503020204020204" pitchFamily="34" charset="-122"/>
              <a:cs typeface="Calibri" panose="020F0502020204030204" charset="0"/>
            </a:endParaRPr>
          </a:p>
        </p:txBody>
      </p:sp>
      <p:pic>
        <p:nvPicPr>
          <p:cNvPr id="53" name="图片 12"/>
          <p:cNvPicPr>
            <a:picLocks noChangeAspect="1"/>
          </p:cNvPicPr>
          <p:nvPr/>
        </p:nvPicPr>
        <p:blipFill>
          <a:blip r:embed="rId4"/>
          <a:stretch>
            <a:fillRect/>
          </a:stretch>
        </p:blipFill>
        <p:spPr>
          <a:xfrm>
            <a:off x="2218690" y="1532891"/>
            <a:ext cx="8269605" cy="2260642"/>
          </a:xfrm>
          <a:prstGeom prst="rect">
            <a:avLst/>
          </a:prstGeom>
        </p:spPr>
      </p:pic>
      <p:sp>
        <p:nvSpPr>
          <p:cNvPr id="54" name="灯片编号占位符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r>
              <a:rPr lang="en-US" altLang="zh-CN">
                <a:solidFill>
                  <a:srgbClr val="898989"/>
                </a:solidFill>
                <a:latin typeface="Arial" panose="020B0604020202020204" pitchFamily="34" charset="0"/>
                <a:ea typeface="微软雅黑" panose="020B0503020204020204" pitchFamily="34" charset="-122"/>
              </a:rPr>
              <a:t>3</a:t>
            </a:r>
          </a:p>
        </p:txBody>
      </p:sp>
      <p:sp>
        <p:nvSpPr>
          <p:cNvPr id="56" name="TextBox 45"/>
          <p:cNvSpPr txBox="1">
            <a:spLocks noChangeArrowheads="1"/>
          </p:cNvSpPr>
          <p:nvPr/>
        </p:nvSpPr>
        <p:spPr bwMode="auto">
          <a:xfrm>
            <a:off x="0" y="520700"/>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r>
              <a:rPr lang="zh-CN" altLang="en-US" b="1" u="sng" dirty="0">
                <a:latin typeface="宋体" panose="02010600030101010101" pitchFamily="2" charset="-122"/>
              </a:rPr>
              <a:t>整體</a:t>
            </a:r>
            <a:r>
              <a:rPr lang="en-US" altLang="zh-CN" b="1" u="sng" dirty="0">
                <a:latin typeface="宋体" panose="02010600030101010101" pitchFamily="2" charset="-122"/>
              </a:rPr>
              <a:t>Layout</a:t>
            </a:r>
            <a:r>
              <a:rPr lang="zh-CN" altLang="en-US" b="1" u="sng" dirty="0">
                <a:latin typeface="宋体" panose="02010600030101010101" pitchFamily="2" charset="-122"/>
              </a:rPr>
              <a:t>示</a:t>
            </a:r>
            <a:r>
              <a:rPr lang="zh-CN" altLang="en-US" b="1" u="sng" dirty="0" smtClean="0">
                <a:latin typeface="宋体" panose="02010600030101010101" pitchFamily="2" charset="-122"/>
              </a:rPr>
              <a:t>意</a:t>
            </a:r>
            <a:r>
              <a:rPr lang="en-US" altLang="zh-CN" dirty="0"/>
              <a:t>Overall Layout Diagram</a:t>
            </a:r>
            <a:endParaRPr lang="zh-CN" altLang="en-US" b="1" u="sng" dirty="0">
              <a:latin typeface="宋体" panose="02010600030101010101" pitchFamily="2" charset="-122"/>
            </a:endParaRPr>
          </a:p>
          <a:p>
            <a:pPr algn="ctr" eaLnBrk="1" hangingPunct="1"/>
            <a:endParaRPr lang="zh-CN" altLang="en-US" b="1" u="sng" dirty="0">
              <a:latin typeface="宋体" panose="02010600030101010101" pitchFamily="2" charset="-122"/>
            </a:endParaRPr>
          </a:p>
        </p:txBody>
      </p:sp>
      <p:sp>
        <p:nvSpPr>
          <p:cNvPr id="58" name="Rectangle 17"/>
          <p:cNvSpPr>
            <a:spLocks noChangeArrowheads="1"/>
          </p:cNvSpPr>
          <p:nvPr/>
        </p:nvSpPr>
        <p:spPr bwMode="auto">
          <a:xfrm>
            <a:off x="6721475" y="6343650"/>
            <a:ext cx="358775" cy="184150"/>
          </a:xfrm>
          <a:prstGeom prst="rect">
            <a:avLst/>
          </a:prstGeom>
          <a:solidFill>
            <a:schemeClr val="accent4">
              <a:lumMod val="40000"/>
              <a:lumOff val="60000"/>
            </a:schemeClr>
          </a:solidFill>
          <a:ln w="9525">
            <a:solidFill>
              <a:schemeClr val="tx1"/>
            </a:solidFill>
            <a:miter lim="800000"/>
          </a:ln>
        </p:spPr>
        <p:txBody>
          <a:bodyPr anchor="ctr"/>
          <a:lstStyle/>
          <a:p>
            <a:pPr algn="ctr"/>
            <a:endParaRPr lang="en-US" altLang="zh-CN" sz="1000"/>
          </a:p>
        </p:txBody>
      </p:sp>
      <p:sp>
        <p:nvSpPr>
          <p:cNvPr id="60" name="Rectangle 17"/>
          <p:cNvSpPr>
            <a:spLocks noChangeArrowheads="1"/>
          </p:cNvSpPr>
          <p:nvPr/>
        </p:nvSpPr>
        <p:spPr bwMode="auto">
          <a:xfrm>
            <a:off x="8668063" y="6343650"/>
            <a:ext cx="358775" cy="184150"/>
          </a:xfrm>
          <a:prstGeom prst="rect">
            <a:avLst/>
          </a:prstGeom>
          <a:solidFill>
            <a:schemeClr val="accent6">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62" name="Rectangle 17"/>
          <p:cNvSpPr>
            <a:spLocks noChangeArrowheads="1"/>
          </p:cNvSpPr>
          <p:nvPr/>
        </p:nvSpPr>
        <p:spPr bwMode="auto">
          <a:xfrm>
            <a:off x="10564670" y="6357155"/>
            <a:ext cx="358775" cy="184150"/>
          </a:xfrm>
          <a:prstGeom prst="rect">
            <a:avLst/>
          </a:prstGeom>
          <a:solidFill>
            <a:schemeClr val="accent5">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cxnSp>
        <p:nvCxnSpPr>
          <p:cNvPr id="63" name="直接连接符 7"/>
          <p:cNvCxnSpPr/>
          <p:nvPr/>
        </p:nvCxnSpPr>
        <p:spPr>
          <a:xfrm flipH="1">
            <a:off x="9206097" y="3539992"/>
            <a:ext cx="1" cy="5237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1"/>
          <p:cNvCxnSpPr/>
          <p:nvPr/>
        </p:nvCxnSpPr>
        <p:spPr>
          <a:xfrm>
            <a:off x="6663360" y="3505231"/>
            <a:ext cx="0" cy="553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2"/>
          <p:cNvCxnSpPr/>
          <p:nvPr/>
        </p:nvCxnSpPr>
        <p:spPr>
          <a:xfrm flipH="1">
            <a:off x="5916965" y="3557213"/>
            <a:ext cx="1" cy="5237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3"/>
          <p:cNvCxnSpPr/>
          <p:nvPr/>
        </p:nvCxnSpPr>
        <p:spPr>
          <a:xfrm flipH="1">
            <a:off x="5450920" y="3308507"/>
            <a:ext cx="1" cy="7652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4"/>
          <p:cNvCxnSpPr/>
          <p:nvPr/>
        </p:nvCxnSpPr>
        <p:spPr>
          <a:xfrm flipH="1">
            <a:off x="4601254" y="2992162"/>
            <a:ext cx="1" cy="1095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5"/>
          <p:cNvCxnSpPr/>
          <p:nvPr/>
        </p:nvCxnSpPr>
        <p:spPr>
          <a:xfrm>
            <a:off x="3747729" y="3479514"/>
            <a:ext cx="0" cy="601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6"/>
          <p:cNvCxnSpPr/>
          <p:nvPr/>
        </p:nvCxnSpPr>
        <p:spPr>
          <a:xfrm flipH="1">
            <a:off x="2267087" y="3352253"/>
            <a:ext cx="1" cy="789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箭头连接符 21"/>
          <p:cNvCxnSpPr/>
          <p:nvPr/>
        </p:nvCxnSpPr>
        <p:spPr>
          <a:xfrm>
            <a:off x="2249503" y="4029160"/>
            <a:ext cx="1498226"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1"/>
          <p:cNvCxnSpPr/>
          <p:nvPr/>
        </p:nvCxnSpPr>
        <p:spPr>
          <a:xfrm>
            <a:off x="3747057" y="4029160"/>
            <a:ext cx="854197"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3"/>
          <p:cNvCxnSpPr/>
          <p:nvPr/>
        </p:nvCxnSpPr>
        <p:spPr>
          <a:xfrm flipV="1">
            <a:off x="4601254" y="4027102"/>
            <a:ext cx="849666" cy="205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4"/>
          <p:cNvCxnSpPr/>
          <p:nvPr/>
        </p:nvCxnSpPr>
        <p:spPr>
          <a:xfrm>
            <a:off x="5459041" y="4014672"/>
            <a:ext cx="457925" cy="232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5"/>
          <p:cNvCxnSpPr/>
          <p:nvPr/>
        </p:nvCxnSpPr>
        <p:spPr>
          <a:xfrm>
            <a:off x="5969529" y="4027102"/>
            <a:ext cx="693831"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7"/>
          <p:cNvCxnSpPr/>
          <p:nvPr/>
        </p:nvCxnSpPr>
        <p:spPr>
          <a:xfrm>
            <a:off x="8106057" y="4022996"/>
            <a:ext cx="110004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6" name="文本框 28"/>
          <p:cNvSpPr txBox="1"/>
          <p:nvPr/>
        </p:nvSpPr>
        <p:spPr>
          <a:xfrm>
            <a:off x="3928863" y="3768984"/>
            <a:ext cx="565785" cy="306705"/>
          </a:xfrm>
          <a:prstGeom prst="rect">
            <a:avLst/>
          </a:prstGeom>
          <a:noFill/>
        </p:spPr>
        <p:txBody>
          <a:bodyPr wrap="none" rtlCol="0">
            <a:spAutoFit/>
          </a:bodyPr>
          <a:lstStyle/>
          <a:p>
            <a:r>
              <a:rPr lang="en-US" altLang="zh-CN" sz="1400" dirty="0"/>
              <a:t>1100</a:t>
            </a:r>
            <a:endParaRPr lang="zh-CN" altLang="en-US" sz="1400" dirty="0"/>
          </a:p>
        </p:txBody>
      </p:sp>
      <p:sp>
        <p:nvSpPr>
          <p:cNvPr id="78" name="文本框 82"/>
          <p:cNvSpPr txBox="1"/>
          <p:nvPr/>
        </p:nvSpPr>
        <p:spPr>
          <a:xfrm>
            <a:off x="4771403" y="3753912"/>
            <a:ext cx="565785" cy="306705"/>
          </a:xfrm>
          <a:prstGeom prst="rect">
            <a:avLst/>
          </a:prstGeom>
          <a:noFill/>
        </p:spPr>
        <p:txBody>
          <a:bodyPr wrap="none" rtlCol="0">
            <a:spAutoFit/>
          </a:bodyPr>
          <a:lstStyle/>
          <a:p>
            <a:r>
              <a:rPr lang="en-US" altLang="zh-CN" sz="1400" dirty="0"/>
              <a:t>1100</a:t>
            </a:r>
            <a:endParaRPr lang="zh-CN" altLang="en-US" sz="1400" dirty="0"/>
          </a:p>
        </p:txBody>
      </p:sp>
      <p:sp>
        <p:nvSpPr>
          <p:cNvPr id="79" name="文本框 83"/>
          <p:cNvSpPr txBox="1"/>
          <p:nvPr/>
        </p:nvSpPr>
        <p:spPr>
          <a:xfrm>
            <a:off x="5450144" y="3777351"/>
            <a:ext cx="480060" cy="306705"/>
          </a:xfrm>
          <a:prstGeom prst="rect">
            <a:avLst/>
          </a:prstGeom>
          <a:noFill/>
        </p:spPr>
        <p:txBody>
          <a:bodyPr wrap="none" rtlCol="0">
            <a:spAutoFit/>
          </a:bodyPr>
          <a:lstStyle/>
          <a:p>
            <a:r>
              <a:rPr lang="en-US" altLang="zh-CN" sz="1400" dirty="0"/>
              <a:t>600</a:t>
            </a:r>
            <a:endParaRPr lang="zh-CN" altLang="en-US" sz="1400" dirty="0"/>
          </a:p>
        </p:txBody>
      </p:sp>
      <p:sp>
        <p:nvSpPr>
          <p:cNvPr id="80" name="文本框 84"/>
          <p:cNvSpPr txBox="1"/>
          <p:nvPr/>
        </p:nvSpPr>
        <p:spPr>
          <a:xfrm>
            <a:off x="6113093" y="3781596"/>
            <a:ext cx="579120" cy="306705"/>
          </a:xfrm>
          <a:prstGeom prst="rect">
            <a:avLst/>
          </a:prstGeom>
          <a:noFill/>
        </p:spPr>
        <p:txBody>
          <a:bodyPr wrap="none" rtlCol="0">
            <a:spAutoFit/>
          </a:bodyPr>
          <a:lstStyle/>
          <a:p>
            <a:r>
              <a:rPr lang="en-US" altLang="zh-CN" sz="1400" dirty="0"/>
              <a:t>1000</a:t>
            </a:r>
            <a:endParaRPr lang="zh-CN" altLang="en-US" sz="1400" dirty="0"/>
          </a:p>
        </p:txBody>
      </p:sp>
      <p:sp>
        <p:nvSpPr>
          <p:cNvPr id="81" name="文本框 85"/>
          <p:cNvSpPr txBox="1"/>
          <p:nvPr/>
        </p:nvSpPr>
        <p:spPr>
          <a:xfrm>
            <a:off x="2625246" y="3697673"/>
            <a:ext cx="579120" cy="306705"/>
          </a:xfrm>
          <a:prstGeom prst="rect">
            <a:avLst/>
          </a:prstGeom>
          <a:noFill/>
        </p:spPr>
        <p:txBody>
          <a:bodyPr wrap="none" rtlCol="0">
            <a:spAutoFit/>
          </a:bodyPr>
          <a:lstStyle/>
          <a:p>
            <a:r>
              <a:rPr lang="en-US" altLang="zh-CN" sz="1400" dirty="0"/>
              <a:t>1870</a:t>
            </a:r>
            <a:endParaRPr lang="zh-CN" altLang="en-US" sz="1400" dirty="0"/>
          </a:p>
        </p:txBody>
      </p:sp>
      <p:sp>
        <p:nvSpPr>
          <p:cNvPr id="82" name="文本框 86"/>
          <p:cNvSpPr txBox="1"/>
          <p:nvPr/>
        </p:nvSpPr>
        <p:spPr>
          <a:xfrm>
            <a:off x="8366098" y="3761037"/>
            <a:ext cx="579120" cy="306705"/>
          </a:xfrm>
          <a:prstGeom prst="rect">
            <a:avLst/>
          </a:prstGeom>
          <a:noFill/>
        </p:spPr>
        <p:txBody>
          <a:bodyPr wrap="none" rtlCol="0">
            <a:spAutoFit/>
          </a:bodyPr>
          <a:lstStyle/>
          <a:p>
            <a:r>
              <a:rPr lang="en-US" altLang="zh-CN" sz="1400" dirty="0"/>
              <a:t>1400</a:t>
            </a:r>
            <a:endParaRPr lang="zh-CN" altLang="en-US" sz="1400" dirty="0"/>
          </a:p>
        </p:txBody>
      </p:sp>
      <p:pic>
        <p:nvPicPr>
          <p:cNvPr id="83" name="图片 30"/>
          <p:cNvPicPr>
            <a:picLocks noChangeAspect="1"/>
          </p:cNvPicPr>
          <p:nvPr/>
        </p:nvPicPr>
        <p:blipFill>
          <a:blip r:embed="rId5" cstate="screen"/>
          <a:stretch>
            <a:fillRect/>
          </a:stretch>
        </p:blipFill>
        <p:spPr>
          <a:xfrm>
            <a:off x="8806144" y="1277766"/>
            <a:ext cx="341458" cy="319395"/>
          </a:xfrm>
          <a:prstGeom prst="rect">
            <a:avLst/>
          </a:prstGeom>
        </p:spPr>
      </p:pic>
      <p:cxnSp>
        <p:nvCxnSpPr>
          <p:cNvPr id="85" name="直接连接符 68"/>
          <p:cNvCxnSpPr/>
          <p:nvPr/>
        </p:nvCxnSpPr>
        <p:spPr>
          <a:xfrm>
            <a:off x="7369316" y="3503571"/>
            <a:ext cx="0" cy="553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箭头连接符 69"/>
          <p:cNvCxnSpPr/>
          <p:nvPr/>
        </p:nvCxnSpPr>
        <p:spPr>
          <a:xfrm>
            <a:off x="6688739" y="4022996"/>
            <a:ext cx="679557"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7" name="文本框 70"/>
          <p:cNvSpPr txBox="1"/>
          <p:nvPr/>
        </p:nvSpPr>
        <p:spPr>
          <a:xfrm>
            <a:off x="6787106" y="3768984"/>
            <a:ext cx="480060" cy="306705"/>
          </a:xfrm>
          <a:prstGeom prst="rect">
            <a:avLst/>
          </a:prstGeom>
          <a:noFill/>
        </p:spPr>
        <p:txBody>
          <a:bodyPr wrap="none" rtlCol="0">
            <a:spAutoFit/>
          </a:bodyPr>
          <a:lstStyle/>
          <a:p>
            <a:r>
              <a:rPr lang="en-US" altLang="zh-CN" sz="1400" dirty="0"/>
              <a:t>900</a:t>
            </a:r>
            <a:endParaRPr lang="zh-CN" altLang="en-US" sz="1400" dirty="0"/>
          </a:p>
        </p:txBody>
      </p:sp>
      <p:cxnSp>
        <p:nvCxnSpPr>
          <p:cNvPr id="88" name="直接连接符 72"/>
          <p:cNvCxnSpPr/>
          <p:nvPr/>
        </p:nvCxnSpPr>
        <p:spPr>
          <a:xfrm>
            <a:off x="8089339" y="3531390"/>
            <a:ext cx="0" cy="553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箭头连接符 76"/>
          <p:cNvCxnSpPr/>
          <p:nvPr/>
        </p:nvCxnSpPr>
        <p:spPr>
          <a:xfrm flipV="1">
            <a:off x="7373833" y="4014672"/>
            <a:ext cx="715506" cy="856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0" name="文本框 78"/>
          <p:cNvSpPr txBox="1"/>
          <p:nvPr/>
        </p:nvSpPr>
        <p:spPr>
          <a:xfrm>
            <a:off x="7484774" y="3771813"/>
            <a:ext cx="480060" cy="306705"/>
          </a:xfrm>
          <a:prstGeom prst="rect">
            <a:avLst/>
          </a:prstGeom>
          <a:noFill/>
        </p:spPr>
        <p:txBody>
          <a:bodyPr wrap="none" rtlCol="0">
            <a:spAutoFit/>
          </a:bodyPr>
          <a:lstStyle/>
          <a:p>
            <a:r>
              <a:rPr lang="en-US" altLang="zh-CN" sz="1400" dirty="0"/>
              <a:t>900</a:t>
            </a:r>
            <a:endParaRPr lang="zh-CN" altLang="en-US" sz="1400" dirty="0"/>
          </a:p>
        </p:txBody>
      </p:sp>
      <p:cxnSp>
        <p:nvCxnSpPr>
          <p:cNvPr id="91" name="直接连接符 88"/>
          <p:cNvCxnSpPr/>
          <p:nvPr/>
        </p:nvCxnSpPr>
        <p:spPr>
          <a:xfrm flipH="1">
            <a:off x="10432000" y="3565233"/>
            <a:ext cx="1" cy="5237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箭头连接符 89"/>
          <p:cNvCxnSpPr/>
          <p:nvPr/>
        </p:nvCxnSpPr>
        <p:spPr>
          <a:xfrm>
            <a:off x="9215622" y="4022996"/>
            <a:ext cx="1206853"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3" name="文本框 90"/>
          <p:cNvSpPr txBox="1"/>
          <p:nvPr/>
        </p:nvSpPr>
        <p:spPr>
          <a:xfrm>
            <a:off x="9503797" y="3781792"/>
            <a:ext cx="579120" cy="306705"/>
          </a:xfrm>
          <a:prstGeom prst="rect">
            <a:avLst/>
          </a:prstGeom>
          <a:noFill/>
        </p:spPr>
        <p:txBody>
          <a:bodyPr wrap="none" rtlCol="0">
            <a:spAutoFit/>
          </a:bodyPr>
          <a:lstStyle/>
          <a:p>
            <a:r>
              <a:rPr lang="en-US" altLang="zh-CN" sz="1400" dirty="0"/>
              <a:t>1600</a:t>
            </a:r>
            <a:endParaRPr lang="zh-CN" altLang="en-US" sz="1400" dirty="0"/>
          </a:p>
        </p:txBody>
      </p:sp>
      <p:pic>
        <p:nvPicPr>
          <p:cNvPr id="95" name="图片 38"/>
          <p:cNvPicPr>
            <a:picLocks noChangeAspect="1"/>
          </p:cNvPicPr>
          <p:nvPr/>
        </p:nvPicPr>
        <p:blipFill>
          <a:blip r:embed="rId6" cstate="screen"/>
          <a:stretch>
            <a:fillRect/>
          </a:stretch>
        </p:blipFill>
        <p:spPr>
          <a:xfrm>
            <a:off x="1140270" y="865316"/>
            <a:ext cx="1048917" cy="867656"/>
          </a:xfrm>
          <a:prstGeom prst="rect">
            <a:avLst/>
          </a:prstGeom>
        </p:spPr>
      </p:pic>
      <p:pic>
        <p:nvPicPr>
          <p:cNvPr id="96" name="图片 92"/>
          <p:cNvPicPr>
            <a:picLocks noChangeAspect="1"/>
          </p:cNvPicPr>
          <p:nvPr/>
        </p:nvPicPr>
        <p:blipFill>
          <a:blip r:embed="rId6" cstate="screen"/>
          <a:stretch>
            <a:fillRect/>
          </a:stretch>
        </p:blipFill>
        <p:spPr>
          <a:xfrm>
            <a:off x="9897624" y="788277"/>
            <a:ext cx="1048917" cy="867656"/>
          </a:xfrm>
          <a:prstGeom prst="rect">
            <a:avLst/>
          </a:prstGeom>
        </p:spPr>
      </p:pic>
      <p:grpSp>
        <p:nvGrpSpPr>
          <p:cNvPr id="7" name="群組 6"/>
          <p:cNvGrpSpPr/>
          <p:nvPr/>
        </p:nvGrpSpPr>
        <p:grpSpPr>
          <a:xfrm>
            <a:off x="3562985" y="934720"/>
            <a:ext cx="805815" cy="495300"/>
            <a:chOff x="919113" y="1998052"/>
            <a:chExt cx="1374123" cy="764543"/>
          </a:xfrm>
        </p:grpSpPr>
        <p:pic>
          <p:nvPicPr>
            <p:cNvPr id="4" name="圖片 3"/>
            <p:cNvPicPr>
              <a:picLocks noChangeAspect="1"/>
            </p:cNvPicPr>
            <p:nvPr/>
          </p:nvPicPr>
          <p:blipFill>
            <a:blip r:embed="rId7" cstate="screen"/>
            <a:stretch>
              <a:fillRect/>
            </a:stretch>
          </p:blipFill>
          <p:spPr>
            <a:xfrm>
              <a:off x="919113" y="1998052"/>
              <a:ext cx="1374123" cy="764543"/>
            </a:xfrm>
            <a:prstGeom prst="rect">
              <a:avLst/>
            </a:prstGeom>
          </p:spPr>
        </p:pic>
        <p:cxnSp>
          <p:nvCxnSpPr>
            <p:cNvPr id="6" name="直線單箭頭接點 5"/>
            <p:cNvCxnSpPr/>
            <p:nvPr/>
          </p:nvCxnSpPr>
          <p:spPr>
            <a:xfrm>
              <a:off x="1431636" y="2235200"/>
              <a:ext cx="0" cy="2309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9" name="圖片 8"/>
          <p:cNvPicPr>
            <a:picLocks noChangeAspect="1"/>
          </p:cNvPicPr>
          <p:nvPr/>
        </p:nvPicPr>
        <p:blipFill>
          <a:blip r:embed="rId8" cstate="screen"/>
          <a:stretch>
            <a:fillRect/>
          </a:stretch>
        </p:blipFill>
        <p:spPr>
          <a:xfrm>
            <a:off x="2555240" y="1144270"/>
            <a:ext cx="1007745" cy="546100"/>
          </a:xfrm>
          <a:prstGeom prst="rect">
            <a:avLst/>
          </a:prstGeom>
        </p:spPr>
      </p:pic>
      <p:grpSp>
        <p:nvGrpSpPr>
          <p:cNvPr id="14" name="群組 13"/>
          <p:cNvGrpSpPr/>
          <p:nvPr/>
        </p:nvGrpSpPr>
        <p:grpSpPr>
          <a:xfrm>
            <a:off x="4617085" y="1347470"/>
            <a:ext cx="723265" cy="385445"/>
            <a:chOff x="4503652" y="1992327"/>
            <a:chExt cx="1410113" cy="788045"/>
          </a:xfrm>
        </p:grpSpPr>
        <p:pic>
          <p:nvPicPr>
            <p:cNvPr id="13" name="圖片 12"/>
            <p:cNvPicPr>
              <a:picLocks noChangeAspect="1"/>
            </p:cNvPicPr>
            <p:nvPr/>
          </p:nvPicPr>
          <p:blipFill>
            <a:blip r:embed="rId9" cstate="screen"/>
            <a:stretch>
              <a:fillRect/>
            </a:stretch>
          </p:blipFill>
          <p:spPr>
            <a:xfrm>
              <a:off x="4503652" y="1992327"/>
              <a:ext cx="1410113" cy="788045"/>
            </a:xfrm>
            <a:prstGeom prst="rect">
              <a:avLst/>
            </a:prstGeom>
          </p:spPr>
        </p:pic>
        <p:sp>
          <p:nvSpPr>
            <p:cNvPr id="38" name="箭號: 向下 37"/>
            <p:cNvSpPr/>
            <p:nvPr/>
          </p:nvSpPr>
          <p:spPr>
            <a:xfrm>
              <a:off x="5014808" y="2119299"/>
              <a:ext cx="203200" cy="231802"/>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22" name="群組 21"/>
          <p:cNvGrpSpPr/>
          <p:nvPr/>
        </p:nvGrpSpPr>
        <p:grpSpPr>
          <a:xfrm>
            <a:off x="5920740" y="1256665"/>
            <a:ext cx="742315" cy="342900"/>
            <a:chOff x="6352572" y="1962032"/>
            <a:chExt cx="1410112" cy="800563"/>
          </a:xfrm>
        </p:grpSpPr>
        <p:pic>
          <p:nvPicPr>
            <p:cNvPr id="16" name="圖片 15"/>
            <p:cNvPicPr>
              <a:picLocks noChangeAspect="1"/>
            </p:cNvPicPr>
            <p:nvPr/>
          </p:nvPicPr>
          <p:blipFill>
            <a:blip r:embed="rId10" cstate="screen"/>
            <a:stretch>
              <a:fillRect/>
            </a:stretch>
          </p:blipFill>
          <p:spPr>
            <a:xfrm>
              <a:off x="6352572" y="1962032"/>
              <a:ext cx="1410112" cy="800563"/>
            </a:xfrm>
            <a:prstGeom prst="rect">
              <a:avLst/>
            </a:prstGeom>
          </p:spPr>
        </p:pic>
        <p:sp>
          <p:nvSpPr>
            <p:cNvPr id="46" name="箭號: 向下 45"/>
            <p:cNvSpPr/>
            <p:nvPr/>
          </p:nvSpPr>
          <p:spPr>
            <a:xfrm rot="3452139">
              <a:off x="6684077" y="1991017"/>
              <a:ext cx="176393" cy="326942"/>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29" name="群組 28"/>
          <p:cNvGrpSpPr/>
          <p:nvPr/>
        </p:nvGrpSpPr>
        <p:grpSpPr>
          <a:xfrm>
            <a:off x="7145020" y="1144270"/>
            <a:ext cx="760730" cy="376555"/>
            <a:chOff x="8212789" y="1930768"/>
            <a:chExt cx="1496999" cy="861381"/>
          </a:xfrm>
        </p:grpSpPr>
        <p:pic>
          <p:nvPicPr>
            <p:cNvPr id="25" name="圖片 24"/>
            <p:cNvPicPr>
              <a:picLocks noChangeAspect="1"/>
            </p:cNvPicPr>
            <p:nvPr/>
          </p:nvPicPr>
          <p:blipFill>
            <a:blip r:embed="rId11" cstate="screen"/>
            <a:stretch>
              <a:fillRect/>
            </a:stretch>
          </p:blipFill>
          <p:spPr>
            <a:xfrm>
              <a:off x="8212789" y="1930768"/>
              <a:ext cx="1496999" cy="861381"/>
            </a:xfrm>
            <a:prstGeom prst="rect">
              <a:avLst/>
            </a:prstGeom>
          </p:spPr>
        </p:pic>
        <p:cxnSp>
          <p:nvCxnSpPr>
            <p:cNvPr id="50" name="直線單箭頭接點 49"/>
            <p:cNvCxnSpPr/>
            <p:nvPr/>
          </p:nvCxnSpPr>
          <p:spPr>
            <a:xfrm>
              <a:off x="8899236" y="2235200"/>
              <a:ext cx="0" cy="2309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 name="直線單箭頭接點 49"/>
          <p:cNvCxnSpPr/>
          <p:nvPr/>
        </p:nvCxnSpPr>
        <p:spPr>
          <a:xfrm>
            <a:off x="8899525" y="2235200"/>
            <a:ext cx="0" cy="2311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Table 1"/>
          <p:cNvGraphicFramePr>
            <a:graphicFrameLocks noGrp="1"/>
          </p:cNvGraphicFramePr>
          <p:nvPr>
            <p:extLst>
              <p:ext uri="{D42A27DB-BD31-4B8C-83A1-F6EECF244321}">
                <p14:modId xmlns:p14="http://schemas.microsoft.com/office/powerpoint/2010/main" val="2200631967"/>
              </p:ext>
            </p:extLst>
          </p:nvPr>
        </p:nvGraphicFramePr>
        <p:xfrm>
          <a:off x="2296299" y="4052168"/>
          <a:ext cx="8176510" cy="2221344"/>
        </p:xfrm>
        <a:graphic>
          <a:graphicData uri="http://schemas.openxmlformats.org/drawingml/2006/table">
            <a:tbl>
              <a:tblPr/>
              <a:tblGrid>
                <a:gridCol w="636431">
                  <a:extLst>
                    <a:ext uri="{9D8B030D-6E8A-4147-A177-3AD203B41FA5}">
                      <a16:colId xmlns:a16="http://schemas.microsoft.com/office/drawing/2014/main" val="2082159422"/>
                    </a:ext>
                  </a:extLst>
                </a:gridCol>
                <a:gridCol w="780574">
                  <a:extLst>
                    <a:ext uri="{9D8B030D-6E8A-4147-A177-3AD203B41FA5}">
                      <a16:colId xmlns:a16="http://schemas.microsoft.com/office/drawing/2014/main" val="3444390281"/>
                    </a:ext>
                  </a:extLst>
                </a:gridCol>
                <a:gridCol w="837491">
                  <a:extLst>
                    <a:ext uri="{9D8B030D-6E8A-4147-A177-3AD203B41FA5}">
                      <a16:colId xmlns:a16="http://schemas.microsoft.com/office/drawing/2014/main" val="246336362"/>
                    </a:ext>
                  </a:extLst>
                </a:gridCol>
                <a:gridCol w="837491">
                  <a:extLst>
                    <a:ext uri="{9D8B030D-6E8A-4147-A177-3AD203B41FA5}">
                      <a16:colId xmlns:a16="http://schemas.microsoft.com/office/drawing/2014/main" val="663797228"/>
                    </a:ext>
                  </a:extLst>
                </a:gridCol>
                <a:gridCol w="479729">
                  <a:extLst>
                    <a:ext uri="{9D8B030D-6E8A-4147-A177-3AD203B41FA5}">
                      <a16:colId xmlns:a16="http://schemas.microsoft.com/office/drawing/2014/main" val="2305194078"/>
                    </a:ext>
                  </a:extLst>
                </a:gridCol>
                <a:gridCol w="723658">
                  <a:extLst>
                    <a:ext uri="{9D8B030D-6E8A-4147-A177-3AD203B41FA5}">
                      <a16:colId xmlns:a16="http://schemas.microsoft.com/office/drawing/2014/main" val="1215658131"/>
                    </a:ext>
                  </a:extLst>
                </a:gridCol>
                <a:gridCol w="691134">
                  <a:extLst>
                    <a:ext uri="{9D8B030D-6E8A-4147-A177-3AD203B41FA5}">
                      <a16:colId xmlns:a16="http://schemas.microsoft.com/office/drawing/2014/main" val="433360053"/>
                    </a:ext>
                  </a:extLst>
                </a:gridCol>
                <a:gridCol w="683003">
                  <a:extLst>
                    <a:ext uri="{9D8B030D-6E8A-4147-A177-3AD203B41FA5}">
                      <a16:colId xmlns:a16="http://schemas.microsoft.com/office/drawing/2014/main" val="514115584"/>
                    </a:ext>
                  </a:extLst>
                </a:gridCol>
                <a:gridCol w="1097683">
                  <a:extLst>
                    <a:ext uri="{9D8B030D-6E8A-4147-A177-3AD203B41FA5}">
                      <a16:colId xmlns:a16="http://schemas.microsoft.com/office/drawing/2014/main" val="1772049377"/>
                    </a:ext>
                  </a:extLst>
                </a:gridCol>
                <a:gridCol w="1409316">
                  <a:extLst>
                    <a:ext uri="{9D8B030D-6E8A-4147-A177-3AD203B41FA5}">
                      <a16:colId xmlns:a16="http://schemas.microsoft.com/office/drawing/2014/main" val="827674345"/>
                    </a:ext>
                  </a:extLst>
                </a:gridCol>
              </a:tblGrid>
              <a:tr h="166738">
                <a:tc>
                  <a:txBody>
                    <a:bodyPr/>
                    <a:lstStyle/>
                    <a:p>
                      <a:pPr algn="ctr"/>
                      <a:r>
                        <a:rPr lang="en-US" sz="800" dirty="0"/>
                        <a:t>Item</a:t>
                      </a:r>
                    </a:p>
                  </a:txBody>
                  <a:tcPr marL="65424" marR="65424" marT="32712" marB="32712" anchor="ctr">
                    <a:lnL>
                      <a:noFill/>
                    </a:lnL>
                    <a:lnR>
                      <a:noFill/>
                    </a:lnR>
                    <a:lnT>
                      <a:noFill/>
                    </a:lnT>
                    <a:lnB>
                      <a:noFill/>
                    </a:lnB>
                  </a:tcPr>
                </a:tc>
                <a:tc>
                  <a:txBody>
                    <a:bodyPr/>
                    <a:lstStyle/>
                    <a:p>
                      <a:pPr algn="ctr"/>
                      <a:r>
                        <a:rPr lang="en-US" altLang="zh-CN" sz="800" dirty="0"/>
                        <a:t>1</a:t>
                      </a:r>
                    </a:p>
                  </a:txBody>
                  <a:tcPr marL="65424" marR="65424" marT="32712" marB="32712" anchor="ctr">
                    <a:lnL>
                      <a:noFill/>
                    </a:lnL>
                    <a:lnR>
                      <a:noFill/>
                    </a:lnR>
                    <a:lnT>
                      <a:noFill/>
                    </a:lnT>
                    <a:lnB>
                      <a:noFill/>
                    </a:lnB>
                    <a:solidFill>
                      <a:schemeClr val="accent5">
                        <a:lumMod val="60000"/>
                        <a:lumOff val="40000"/>
                      </a:schemeClr>
                    </a:solidFill>
                  </a:tcPr>
                </a:tc>
                <a:tc>
                  <a:txBody>
                    <a:bodyPr/>
                    <a:lstStyle/>
                    <a:p>
                      <a:pPr algn="ctr"/>
                      <a:r>
                        <a:rPr lang="en-US" altLang="zh-CN" sz="800"/>
                        <a:t>2</a:t>
                      </a:r>
                    </a:p>
                  </a:txBody>
                  <a:tcPr marL="65424" marR="65424" marT="32712" marB="32712" anchor="ctr">
                    <a:lnL>
                      <a:noFill/>
                    </a:lnL>
                    <a:lnR>
                      <a:noFill/>
                    </a:lnR>
                    <a:lnT>
                      <a:noFill/>
                    </a:lnT>
                    <a:lnB>
                      <a:noFill/>
                    </a:lnB>
                    <a:solidFill>
                      <a:schemeClr val="accent5">
                        <a:lumMod val="60000"/>
                        <a:lumOff val="40000"/>
                      </a:schemeClr>
                    </a:solidFill>
                  </a:tcPr>
                </a:tc>
                <a:tc>
                  <a:txBody>
                    <a:bodyPr/>
                    <a:lstStyle/>
                    <a:p>
                      <a:pPr algn="ctr"/>
                      <a:r>
                        <a:rPr lang="en-US" altLang="zh-CN" sz="800" dirty="0"/>
                        <a:t>3</a:t>
                      </a:r>
                    </a:p>
                  </a:txBody>
                  <a:tcPr marL="65424" marR="65424" marT="32712" marB="32712" anchor="ctr">
                    <a:lnL>
                      <a:noFill/>
                    </a:lnL>
                    <a:lnR>
                      <a:noFill/>
                    </a:lnR>
                    <a:lnT>
                      <a:noFill/>
                    </a:lnT>
                    <a:lnB>
                      <a:noFill/>
                    </a:lnB>
                    <a:solidFill>
                      <a:schemeClr val="accent6">
                        <a:lumMod val="40000"/>
                        <a:lumOff val="60000"/>
                      </a:schemeClr>
                    </a:solidFill>
                  </a:tcPr>
                </a:tc>
                <a:tc>
                  <a:txBody>
                    <a:bodyPr/>
                    <a:lstStyle/>
                    <a:p>
                      <a:pPr algn="ctr"/>
                      <a:r>
                        <a:rPr lang="en-US" altLang="zh-CN" sz="800" dirty="0"/>
                        <a:t>4</a:t>
                      </a:r>
                    </a:p>
                  </a:txBody>
                  <a:tcPr marL="65424" marR="65424" marT="32712" marB="32712" anchor="ctr">
                    <a:lnL>
                      <a:noFill/>
                    </a:lnL>
                    <a:lnR>
                      <a:noFill/>
                    </a:lnR>
                    <a:lnT>
                      <a:noFill/>
                    </a:lnT>
                    <a:lnB>
                      <a:noFill/>
                    </a:lnB>
                    <a:solidFill>
                      <a:schemeClr val="accent5">
                        <a:lumMod val="60000"/>
                        <a:lumOff val="40000"/>
                      </a:schemeClr>
                    </a:solidFill>
                  </a:tcPr>
                </a:tc>
                <a:tc>
                  <a:txBody>
                    <a:bodyPr/>
                    <a:lstStyle/>
                    <a:p>
                      <a:pPr algn="ctr"/>
                      <a:r>
                        <a:rPr lang="en-US" altLang="zh-CN" sz="800" dirty="0"/>
                        <a:t>5</a:t>
                      </a:r>
                    </a:p>
                  </a:txBody>
                  <a:tcPr marL="65424" marR="65424" marT="32712" marB="32712" anchor="ctr">
                    <a:lnL>
                      <a:noFill/>
                    </a:lnL>
                    <a:lnR>
                      <a:noFill/>
                    </a:lnR>
                    <a:lnT>
                      <a:noFill/>
                    </a:lnT>
                    <a:lnB>
                      <a:noFill/>
                    </a:lnB>
                    <a:solidFill>
                      <a:schemeClr val="accent6">
                        <a:lumMod val="40000"/>
                        <a:lumOff val="60000"/>
                      </a:schemeClr>
                    </a:solidFill>
                  </a:tcPr>
                </a:tc>
                <a:tc>
                  <a:txBody>
                    <a:bodyPr/>
                    <a:lstStyle/>
                    <a:p>
                      <a:pPr algn="ctr"/>
                      <a:r>
                        <a:rPr lang="en-US" altLang="zh-CN" sz="800"/>
                        <a:t>7</a:t>
                      </a:r>
                    </a:p>
                  </a:txBody>
                  <a:tcPr marL="65424" marR="65424" marT="32712" marB="32712" anchor="ctr">
                    <a:lnL>
                      <a:noFill/>
                    </a:lnL>
                    <a:lnR>
                      <a:noFill/>
                    </a:lnR>
                    <a:lnT>
                      <a:noFill/>
                    </a:lnT>
                    <a:lnB>
                      <a:noFill/>
                    </a:lnB>
                    <a:solidFill>
                      <a:schemeClr val="accent6">
                        <a:lumMod val="40000"/>
                        <a:lumOff val="60000"/>
                      </a:schemeClr>
                    </a:solidFill>
                  </a:tcPr>
                </a:tc>
                <a:tc>
                  <a:txBody>
                    <a:bodyPr/>
                    <a:lstStyle/>
                    <a:p>
                      <a:pPr algn="ctr"/>
                      <a:r>
                        <a:rPr lang="en-US" altLang="zh-CN" sz="800"/>
                        <a:t>8</a:t>
                      </a:r>
                    </a:p>
                  </a:txBody>
                  <a:tcPr marL="65424" marR="65424" marT="32712" marB="32712" anchor="ctr">
                    <a:lnL>
                      <a:noFill/>
                    </a:lnL>
                    <a:lnR>
                      <a:noFill/>
                    </a:lnR>
                    <a:lnT>
                      <a:noFill/>
                    </a:lnT>
                    <a:lnB>
                      <a:noFill/>
                    </a:lnB>
                    <a:solidFill>
                      <a:schemeClr val="accent6">
                        <a:lumMod val="40000"/>
                        <a:lumOff val="60000"/>
                      </a:schemeClr>
                    </a:solidFill>
                  </a:tcPr>
                </a:tc>
                <a:tc>
                  <a:txBody>
                    <a:bodyPr/>
                    <a:lstStyle/>
                    <a:p>
                      <a:pPr algn="ctr"/>
                      <a:r>
                        <a:rPr lang="en-US" altLang="zh-CN" sz="800"/>
                        <a:t>9</a:t>
                      </a:r>
                    </a:p>
                  </a:txBody>
                  <a:tcPr marL="65424" marR="65424" marT="32712" marB="32712" anchor="ctr">
                    <a:lnL>
                      <a:noFill/>
                    </a:lnL>
                    <a:lnR>
                      <a:noFill/>
                    </a:lnR>
                    <a:lnT>
                      <a:noFill/>
                    </a:lnT>
                    <a:lnB>
                      <a:noFill/>
                    </a:lnB>
                    <a:solidFill>
                      <a:schemeClr val="accent6">
                        <a:lumMod val="40000"/>
                        <a:lumOff val="60000"/>
                      </a:schemeClr>
                    </a:solidFill>
                  </a:tcPr>
                </a:tc>
                <a:tc>
                  <a:txBody>
                    <a:bodyPr/>
                    <a:lstStyle/>
                    <a:p>
                      <a:pPr algn="ctr"/>
                      <a:r>
                        <a:rPr lang="en-US" altLang="zh-CN" sz="800" dirty="0"/>
                        <a:t>10</a:t>
                      </a:r>
                    </a:p>
                  </a:txBody>
                  <a:tcPr marL="65424" marR="65424" marT="32712" marB="32712"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4193799984"/>
                  </a:ext>
                </a:extLst>
              </a:tr>
              <a:tr h="275248">
                <a:tc>
                  <a:txBody>
                    <a:bodyPr/>
                    <a:lstStyle/>
                    <a:p>
                      <a:pPr algn="ctr"/>
                      <a:r>
                        <a:rPr lang="en-US" sz="800" b="1" dirty="0"/>
                        <a:t>Station No.</a:t>
                      </a:r>
                      <a:endParaRPr lang="en-US" sz="800" dirty="0"/>
                    </a:p>
                  </a:txBody>
                  <a:tcPr marL="65424" marR="65424" marT="32712" marB="32712" anchor="ctr">
                    <a:lnL>
                      <a:noFill/>
                    </a:lnL>
                    <a:lnR>
                      <a:noFill/>
                    </a:lnR>
                    <a:lnT>
                      <a:noFill/>
                    </a:lnT>
                    <a:lnB>
                      <a:noFill/>
                    </a:lnB>
                  </a:tcPr>
                </a:tc>
                <a:tc>
                  <a:txBody>
                    <a:bodyPr/>
                    <a:lstStyle/>
                    <a:p>
                      <a:pPr algn="ctr"/>
                      <a:r>
                        <a:rPr lang="en-US" altLang="zh-CN" sz="800" dirty="0"/>
                        <a:t>1</a:t>
                      </a:r>
                    </a:p>
                  </a:txBody>
                  <a:tcPr marL="65424" marR="65424" marT="32712" marB="32712" anchor="ctr">
                    <a:lnL>
                      <a:noFill/>
                    </a:lnL>
                    <a:lnR>
                      <a:noFill/>
                    </a:lnR>
                    <a:lnT>
                      <a:noFill/>
                    </a:lnT>
                    <a:lnB>
                      <a:noFill/>
                    </a:lnB>
                    <a:solidFill>
                      <a:schemeClr val="accent5">
                        <a:lumMod val="60000"/>
                        <a:lumOff val="40000"/>
                      </a:schemeClr>
                    </a:solidFill>
                  </a:tcPr>
                </a:tc>
                <a:tc>
                  <a:txBody>
                    <a:bodyPr/>
                    <a:lstStyle/>
                    <a:p>
                      <a:pPr algn="ctr"/>
                      <a:r>
                        <a:rPr lang="en-US" altLang="zh-CN" sz="800" dirty="0"/>
                        <a:t>2</a:t>
                      </a:r>
                    </a:p>
                  </a:txBody>
                  <a:tcPr marL="65424" marR="65424" marT="32712" marB="32712" anchor="ctr">
                    <a:lnL>
                      <a:noFill/>
                    </a:lnL>
                    <a:lnR>
                      <a:noFill/>
                    </a:lnR>
                    <a:lnT>
                      <a:noFill/>
                    </a:lnT>
                    <a:lnB>
                      <a:noFill/>
                    </a:lnB>
                    <a:solidFill>
                      <a:schemeClr val="accent5">
                        <a:lumMod val="60000"/>
                        <a:lumOff val="40000"/>
                      </a:schemeClr>
                    </a:solidFill>
                  </a:tcPr>
                </a:tc>
                <a:tc>
                  <a:txBody>
                    <a:bodyPr/>
                    <a:lstStyle/>
                    <a:p>
                      <a:pPr algn="ctr"/>
                      <a:r>
                        <a:rPr lang="en-US" altLang="zh-CN" sz="800"/>
                        <a:t>3</a:t>
                      </a:r>
                    </a:p>
                  </a:txBody>
                  <a:tcPr marL="65424" marR="65424" marT="32712" marB="32712" anchor="ctr">
                    <a:lnL>
                      <a:noFill/>
                    </a:lnL>
                    <a:lnR>
                      <a:noFill/>
                    </a:lnR>
                    <a:lnT>
                      <a:noFill/>
                    </a:lnT>
                    <a:lnB>
                      <a:noFill/>
                    </a:lnB>
                    <a:solidFill>
                      <a:schemeClr val="accent6">
                        <a:lumMod val="40000"/>
                        <a:lumOff val="60000"/>
                      </a:schemeClr>
                    </a:solidFill>
                  </a:tcPr>
                </a:tc>
                <a:tc>
                  <a:txBody>
                    <a:bodyPr/>
                    <a:lstStyle/>
                    <a:p>
                      <a:pPr algn="ctr"/>
                      <a:r>
                        <a:rPr lang="en-US" altLang="zh-CN" sz="800" dirty="0"/>
                        <a:t>4</a:t>
                      </a:r>
                    </a:p>
                  </a:txBody>
                  <a:tcPr marL="65424" marR="65424" marT="32712" marB="32712" anchor="ctr">
                    <a:lnL>
                      <a:noFill/>
                    </a:lnL>
                    <a:lnR>
                      <a:noFill/>
                    </a:lnR>
                    <a:lnT>
                      <a:noFill/>
                    </a:lnT>
                    <a:lnB>
                      <a:noFill/>
                    </a:lnB>
                    <a:solidFill>
                      <a:schemeClr val="accent5">
                        <a:lumMod val="60000"/>
                        <a:lumOff val="40000"/>
                      </a:schemeClr>
                    </a:solidFill>
                  </a:tcPr>
                </a:tc>
                <a:tc>
                  <a:txBody>
                    <a:bodyPr/>
                    <a:lstStyle/>
                    <a:p>
                      <a:pPr algn="ctr"/>
                      <a:r>
                        <a:rPr lang="en-US" altLang="zh-CN" sz="800" dirty="0"/>
                        <a:t>5</a:t>
                      </a:r>
                    </a:p>
                  </a:txBody>
                  <a:tcPr marL="65424" marR="65424" marT="32712" marB="32712" anchor="ctr">
                    <a:lnL>
                      <a:noFill/>
                    </a:lnL>
                    <a:lnR>
                      <a:noFill/>
                    </a:lnR>
                    <a:lnT>
                      <a:noFill/>
                    </a:lnT>
                    <a:lnB>
                      <a:noFill/>
                    </a:lnB>
                    <a:solidFill>
                      <a:schemeClr val="accent6">
                        <a:lumMod val="40000"/>
                        <a:lumOff val="60000"/>
                      </a:schemeClr>
                    </a:solidFill>
                  </a:tcPr>
                </a:tc>
                <a:tc>
                  <a:txBody>
                    <a:bodyPr/>
                    <a:lstStyle/>
                    <a:p>
                      <a:pPr algn="ctr"/>
                      <a:r>
                        <a:rPr lang="en-US" altLang="zh-CN" sz="800"/>
                        <a:t>7</a:t>
                      </a:r>
                    </a:p>
                  </a:txBody>
                  <a:tcPr marL="65424" marR="65424" marT="32712" marB="32712" anchor="ctr">
                    <a:lnL>
                      <a:noFill/>
                    </a:lnL>
                    <a:lnR>
                      <a:noFill/>
                    </a:lnR>
                    <a:lnT>
                      <a:noFill/>
                    </a:lnT>
                    <a:lnB>
                      <a:noFill/>
                    </a:lnB>
                    <a:solidFill>
                      <a:schemeClr val="accent6">
                        <a:lumMod val="40000"/>
                        <a:lumOff val="60000"/>
                      </a:schemeClr>
                    </a:solidFill>
                  </a:tcPr>
                </a:tc>
                <a:tc>
                  <a:txBody>
                    <a:bodyPr/>
                    <a:lstStyle/>
                    <a:p>
                      <a:pPr algn="ctr"/>
                      <a:r>
                        <a:rPr lang="en-US" altLang="zh-CN" sz="800"/>
                        <a:t>8</a:t>
                      </a:r>
                    </a:p>
                  </a:txBody>
                  <a:tcPr marL="65424" marR="65424" marT="32712" marB="32712" anchor="ctr">
                    <a:lnL>
                      <a:noFill/>
                    </a:lnL>
                    <a:lnR>
                      <a:noFill/>
                    </a:lnR>
                    <a:lnT>
                      <a:noFill/>
                    </a:lnT>
                    <a:lnB>
                      <a:noFill/>
                    </a:lnB>
                    <a:solidFill>
                      <a:schemeClr val="accent6">
                        <a:lumMod val="40000"/>
                        <a:lumOff val="60000"/>
                      </a:schemeClr>
                    </a:solidFill>
                  </a:tcPr>
                </a:tc>
                <a:tc>
                  <a:txBody>
                    <a:bodyPr/>
                    <a:lstStyle/>
                    <a:p>
                      <a:pPr algn="ctr"/>
                      <a:r>
                        <a:rPr lang="en-US" altLang="zh-CN" sz="800" dirty="0"/>
                        <a:t>9</a:t>
                      </a:r>
                    </a:p>
                  </a:txBody>
                  <a:tcPr marL="65424" marR="65424" marT="32712" marB="32712" anchor="ctr">
                    <a:lnL>
                      <a:noFill/>
                    </a:lnL>
                    <a:lnR>
                      <a:noFill/>
                    </a:lnR>
                    <a:lnT>
                      <a:noFill/>
                    </a:lnT>
                    <a:lnB>
                      <a:noFill/>
                    </a:lnB>
                    <a:solidFill>
                      <a:schemeClr val="accent6">
                        <a:lumMod val="40000"/>
                        <a:lumOff val="60000"/>
                      </a:schemeClr>
                    </a:solidFill>
                  </a:tcPr>
                </a:tc>
                <a:tc>
                  <a:txBody>
                    <a:bodyPr/>
                    <a:lstStyle/>
                    <a:p>
                      <a:pPr algn="ctr"/>
                      <a:r>
                        <a:rPr lang="en-US" altLang="zh-CN" sz="800" dirty="0"/>
                        <a:t>10</a:t>
                      </a:r>
                    </a:p>
                  </a:txBody>
                  <a:tcPr marL="65424" marR="65424" marT="32712" marB="32712"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3147729282"/>
                  </a:ext>
                </a:extLst>
              </a:tr>
              <a:tr h="600777">
                <a:tc>
                  <a:txBody>
                    <a:bodyPr/>
                    <a:lstStyle/>
                    <a:p>
                      <a:r>
                        <a:rPr lang="en-US" sz="800" b="1"/>
                        <a:t>Station Name</a:t>
                      </a:r>
                      <a:endParaRPr lang="en-US" sz="800"/>
                    </a:p>
                  </a:txBody>
                  <a:tcPr marL="65424" marR="65424" marT="32712" marB="32712" anchor="ctr">
                    <a:lnL>
                      <a:noFill/>
                    </a:lnL>
                    <a:lnR>
                      <a:noFill/>
                    </a:lnR>
                    <a:lnT>
                      <a:noFill/>
                    </a:lnT>
                    <a:lnB>
                      <a:noFill/>
                    </a:lnB>
                  </a:tcPr>
                </a:tc>
                <a:tc>
                  <a:txBody>
                    <a:bodyPr/>
                    <a:lstStyle/>
                    <a:p>
                      <a:r>
                        <a:rPr lang="en-US" sz="800" dirty="0"/>
                        <a:t>Automatic Upper Cover Metal Fitting</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sz="800" dirty="0"/>
                        <a:t>Automatic Lower Cover Metal Fitting</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sz="800" dirty="0"/>
                        <a:t>Metal Sleeve Press-Fit &amp; Upper Cover Flip</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dirty="0"/>
                        <a:t>Transfer Unit</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sz="800" dirty="0"/>
                        <a:t>PCB Automatic Assembly Machine</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dirty="0"/>
                        <a:t>Upper Cover Automatic Assembly &amp; Press-Fit</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a:t>Upper Cover Automatic Assembly &amp; Press-Fit</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a:t>USB Sub-Assembly Machine</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dirty="0"/>
                        <a:t>Automatic Unloading Machine</a:t>
                      </a:r>
                    </a:p>
                  </a:txBody>
                  <a:tcPr marL="65424" marR="65424" marT="32712" marB="32712"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1780699364"/>
                  </a:ext>
                </a:extLst>
              </a:tr>
              <a:tr h="492268">
                <a:tc>
                  <a:txBody>
                    <a:bodyPr/>
                    <a:lstStyle/>
                    <a:p>
                      <a:r>
                        <a:rPr lang="en-US" sz="800" b="1"/>
                        <a:t>New Build / Retrofit</a:t>
                      </a:r>
                      <a:endParaRPr lang="en-US" sz="800"/>
                    </a:p>
                  </a:txBody>
                  <a:tcPr marL="65424" marR="65424" marT="32712" marB="32712" anchor="ctr">
                    <a:lnL>
                      <a:noFill/>
                    </a:lnL>
                    <a:lnR>
                      <a:noFill/>
                    </a:lnR>
                    <a:lnT>
                      <a:noFill/>
                    </a:lnT>
                    <a:lnB>
                      <a:noFill/>
                    </a:lnB>
                  </a:tcPr>
                </a:tc>
                <a:tc>
                  <a:txBody>
                    <a:bodyPr/>
                    <a:lstStyle/>
                    <a:p>
                      <a:r>
                        <a:rPr lang="en-US" sz="800"/>
                        <a:t>Customer Supplied</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sz="800" dirty="0"/>
                        <a:t>Customer Supplied</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sz="800"/>
                        <a:t>Retrofit</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dirty="0"/>
                        <a:t>Customer Supplied</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sz="800"/>
                        <a:t>Retrofit</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dirty="0"/>
                        <a:t>Retrofit</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dirty="0"/>
                        <a:t>Retrofit</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dirty="0"/>
                        <a:t>Retrofit</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dirty="0"/>
                        <a:t>Retrofit</a:t>
                      </a:r>
                    </a:p>
                  </a:txBody>
                  <a:tcPr marL="65424" marR="65424" marT="32712" marB="32712"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3464431599"/>
                  </a:ext>
                </a:extLst>
              </a:tr>
              <a:tr h="166738">
                <a:tc>
                  <a:txBody>
                    <a:bodyPr/>
                    <a:lstStyle/>
                    <a:p>
                      <a:r>
                        <a:rPr lang="en-US" sz="800" b="1"/>
                        <a:t>CT (s)</a:t>
                      </a:r>
                      <a:endParaRPr lang="en-US" sz="800"/>
                    </a:p>
                  </a:txBody>
                  <a:tcPr marL="65424" marR="65424" marT="32712" marB="32712" anchor="ctr">
                    <a:lnL>
                      <a:noFill/>
                    </a:lnL>
                    <a:lnR>
                      <a:noFill/>
                    </a:lnR>
                    <a:lnT>
                      <a:noFill/>
                    </a:lnT>
                    <a:lnB>
                      <a:noFill/>
                    </a:lnB>
                  </a:tcPr>
                </a:tc>
                <a:tc>
                  <a:txBody>
                    <a:bodyPr/>
                    <a:lstStyle/>
                    <a:p>
                      <a:r>
                        <a:rPr lang="en-US" altLang="zh-CN" sz="800"/>
                        <a:t>–</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altLang="zh-CN" sz="800" dirty="0"/>
                        <a:t>–</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altLang="zh-CN" sz="800"/>
                        <a:t>3.25</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altLang="zh-CN" sz="800" dirty="0"/>
                        <a:t>–</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altLang="zh-CN" sz="800"/>
                        <a:t>5</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altLang="zh-CN" sz="800"/>
                        <a:t>10</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altLang="zh-CN" sz="800"/>
                        <a:t>10</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altLang="zh-CN" sz="800"/>
                        <a:t>3.5</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altLang="zh-CN" sz="800" dirty="0"/>
                        <a:t>3</a:t>
                      </a:r>
                    </a:p>
                  </a:txBody>
                  <a:tcPr marL="65424" marR="65424" marT="32712" marB="32712"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3377197722"/>
                  </a:ext>
                </a:extLst>
              </a:tr>
              <a:tr h="275248">
                <a:tc>
                  <a:txBody>
                    <a:bodyPr/>
                    <a:lstStyle/>
                    <a:p>
                      <a:r>
                        <a:rPr lang="en-US" sz="800" b="1"/>
                        <a:t>Feeding Method</a:t>
                      </a:r>
                      <a:endParaRPr lang="en-US" sz="800"/>
                    </a:p>
                  </a:txBody>
                  <a:tcPr marL="65424" marR="65424" marT="32712" marB="32712" anchor="ctr">
                    <a:lnL>
                      <a:noFill/>
                    </a:lnL>
                    <a:lnR>
                      <a:noFill/>
                    </a:lnR>
                    <a:lnT>
                      <a:noFill/>
                    </a:lnT>
                    <a:lnB>
                      <a:noFill/>
                    </a:lnB>
                  </a:tcPr>
                </a:tc>
                <a:tc>
                  <a:txBody>
                    <a:bodyPr/>
                    <a:lstStyle/>
                    <a:p>
                      <a:r>
                        <a:rPr lang="en-US" altLang="zh-CN" sz="800"/>
                        <a:t>–</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altLang="zh-CN" sz="800" dirty="0"/>
                        <a:t>–</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sz="800" dirty="0"/>
                        <a:t>Tray</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altLang="zh-CN" sz="800" dirty="0"/>
                        <a:t>–</a:t>
                      </a:r>
                    </a:p>
                  </a:txBody>
                  <a:tcPr marL="65424" marR="65424" marT="32712" marB="32712" anchor="ctr">
                    <a:lnL>
                      <a:noFill/>
                    </a:lnL>
                    <a:lnR>
                      <a:noFill/>
                    </a:lnR>
                    <a:lnT>
                      <a:noFill/>
                    </a:lnT>
                    <a:lnB>
                      <a:noFill/>
                    </a:lnB>
                    <a:solidFill>
                      <a:schemeClr val="accent5">
                        <a:lumMod val="60000"/>
                        <a:lumOff val="40000"/>
                      </a:schemeClr>
                    </a:solidFill>
                  </a:tcPr>
                </a:tc>
                <a:tc>
                  <a:txBody>
                    <a:bodyPr/>
                    <a:lstStyle/>
                    <a:p>
                      <a:r>
                        <a:rPr lang="en-US" sz="800"/>
                        <a:t>Tray</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a:t>Tray</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a:t>Tray</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a:t>Tray</a:t>
                      </a:r>
                    </a:p>
                  </a:txBody>
                  <a:tcPr marL="65424" marR="65424" marT="32712" marB="32712" anchor="ctr">
                    <a:lnL>
                      <a:noFill/>
                    </a:lnL>
                    <a:lnR>
                      <a:noFill/>
                    </a:lnR>
                    <a:lnT>
                      <a:noFill/>
                    </a:lnT>
                    <a:lnB>
                      <a:noFill/>
                    </a:lnB>
                    <a:solidFill>
                      <a:schemeClr val="accent6">
                        <a:lumMod val="40000"/>
                        <a:lumOff val="60000"/>
                      </a:schemeClr>
                    </a:solidFill>
                  </a:tcPr>
                </a:tc>
                <a:tc>
                  <a:txBody>
                    <a:bodyPr/>
                    <a:lstStyle/>
                    <a:p>
                      <a:r>
                        <a:rPr lang="en-US" sz="800" dirty="0"/>
                        <a:t>Tray</a:t>
                      </a:r>
                    </a:p>
                  </a:txBody>
                  <a:tcPr marL="65424" marR="65424" marT="32712" marB="32712"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26193921"/>
                  </a:ext>
                </a:extLst>
              </a:tr>
            </a:tbl>
          </a:graphicData>
        </a:graphic>
      </p:graphicFrame>
      <p:sp>
        <p:nvSpPr>
          <p:cNvPr id="98" name="椭圆 96">
            <a:extLst>
              <a:ext uri="{FF2B5EF4-FFF2-40B4-BE49-F238E27FC236}">
                <a16:creationId xmlns:a16="http://schemas.microsoft.com/office/drawing/2014/main" id="{29817413-EC9E-491C-976F-FC0FF734F182}"/>
              </a:ext>
            </a:extLst>
          </p:cNvPr>
          <p:cNvSpPr/>
          <p:nvPr>
            <p:custDataLst>
              <p:tags r:id="rId2"/>
            </p:custDataLst>
          </p:nvPr>
        </p:nvSpPr>
        <p:spPr>
          <a:xfrm>
            <a:off x="9428052" y="1050378"/>
            <a:ext cx="1076960" cy="5314315"/>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TextBox 142"/>
          <p:cNvSpPr txBox="1">
            <a:spLocks noChangeArrowheads="1"/>
          </p:cNvSpPr>
          <p:nvPr/>
        </p:nvSpPr>
        <p:spPr bwMode="auto">
          <a:xfrm>
            <a:off x="42487" y="6078378"/>
            <a:ext cx="6362700" cy="53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800" b="1" dirty="0"/>
              <a:t>Automatic Assembly Line UPH </a:t>
            </a:r>
            <a:r>
              <a:rPr lang="zh-CN" altLang="en-US" sz="800" b="1" dirty="0" smtClean="0">
                <a:latin typeface="Microsoft JhengHei" panose="020B0604030504040204" charset="-120"/>
                <a:ea typeface="Microsoft JhengHei" panose="020B0604030504040204" charset="-120"/>
              </a:rPr>
              <a:t>：</a:t>
            </a:r>
            <a:r>
              <a:rPr lang="en-US" altLang="zh-CN" sz="800" b="1" dirty="0">
                <a:solidFill>
                  <a:srgbClr val="0000FF"/>
                </a:solidFill>
                <a:latin typeface="Microsoft JhengHei" panose="020B0604030504040204" charset="-120"/>
                <a:ea typeface="Microsoft JhengHei" panose="020B0604030504040204" charset="-120"/>
              </a:rPr>
              <a:t>900PCS/H</a:t>
            </a:r>
          </a:p>
          <a:p>
            <a:pPr>
              <a:lnSpc>
                <a:spcPct val="130000"/>
              </a:lnSpc>
            </a:pPr>
            <a:r>
              <a:rPr lang="en-US" altLang="zh-CN" sz="800" dirty="0"/>
              <a:t>Automatic Line Dimensions </a:t>
            </a:r>
            <a:r>
              <a:rPr lang="zh-CN" altLang="en-US" sz="1400" b="1" dirty="0" smtClean="0">
                <a:latin typeface="Microsoft JhengHei" panose="020B0604030504040204" charset="-120"/>
                <a:ea typeface="Microsoft JhengHei" panose="020B0604030504040204" charset="-120"/>
              </a:rPr>
              <a:t>：</a:t>
            </a:r>
            <a:r>
              <a:rPr lang="en-US" altLang="zh-CN" sz="1400" b="1" dirty="0" smtClean="0">
                <a:latin typeface="Microsoft JhengHei" panose="020B0604030504040204" charset="-120"/>
                <a:ea typeface="Microsoft JhengHei" panose="020B0604030504040204" charset="-120"/>
              </a:rPr>
              <a:t> </a:t>
            </a:r>
            <a:r>
              <a:rPr lang="en-US" altLang="zh-CN" sz="900" b="1" dirty="0">
                <a:solidFill>
                  <a:srgbClr val="0000FF"/>
                </a:solidFill>
                <a:latin typeface="Microsoft JhengHei" panose="020B0604030504040204" charset="-120"/>
                <a:ea typeface="Microsoft JhengHei" panose="020B0604030504040204" charset="-120"/>
              </a:rPr>
              <a:t>L 10500mm * W 2600mm * H 1700mm (</a:t>
            </a:r>
            <a:r>
              <a:rPr lang="zh-CN" altLang="en-US" sz="900" b="1" dirty="0">
                <a:solidFill>
                  <a:srgbClr val="0000FF"/>
                </a:solidFill>
                <a:latin typeface="Microsoft JhengHei" panose="020B0604030504040204" charset="-120"/>
                <a:ea typeface="Microsoft JhengHei" panose="020B0604030504040204" charset="-120"/>
              </a:rPr>
              <a:t>供參考，依實際為準</a:t>
            </a:r>
            <a:r>
              <a:rPr lang="en-US" altLang="zh-CN" sz="900" b="1" dirty="0">
                <a:solidFill>
                  <a:srgbClr val="0000FF"/>
                </a:solidFill>
                <a:latin typeface="Microsoft JhengHei" panose="020B0604030504040204" charset="-120"/>
                <a:ea typeface="Microsoft JhengHei" panose="020B0604030504040204" charset="-120"/>
              </a:rPr>
              <a:t>)</a:t>
            </a:r>
          </a:p>
        </p:txBody>
      </p:sp>
      <p:sp>
        <p:nvSpPr>
          <p:cNvPr id="100" name="右箭头 266"/>
          <p:cNvSpPr/>
          <p:nvPr/>
        </p:nvSpPr>
        <p:spPr>
          <a:xfrm>
            <a:off x="352338" y="2583120"/>
            <a:ext cx="1897165" cy="612753"/>
          </a:xfrm>
          <a:prstGeom prst="rightArrow">
            <a:avLst>
              <a:gd name="adj1" fmla="val 50000"/>
              <a:gd name="adj2" fmla="val 115543"/>
            </a:avLst>
          </a:prstGeom>
          <a:solidFill>
            <a:srgbClr val="FF0000">
              <a:alpha val="75000"/>
            </a:srgbClr>
          </a:solidFill>
          <a:ln>
            <a:solidFill>
              <a:srgbClr val="FF0000"/>
            </a:solidFill>
          </a:ln>
        </p:spPr>
        <p:style>
          <a:lnRef idx="2">
            <a:schemeClr val="dk1"/>
          </a:lnRef>
          <a:fillRef idx="1">
            <a:schemeClr val="lt1"/>
          </a:fillRef>
          <a:effectRef idx="0">
            <a:schemeClr val="dk1"/>
          </a:effectRef>
          <a:fontRef idx="minor">
            <a:schemeClr val="dk1"/>
          </a:fontRef>
        </p:style>
        <p:txBody>
          <a:bodyPr anchor="ctr"/>
          <a:lstStyle/>
          <a:p>
            <a:pPr algn="ctr"/>
            <a:r>
              <a:rPr lang="en-US" altLang="zh-CN" sz="1400" dirty="0"/>
              <a:t>Line Direction</a:t>
            </a:r>
            <a:endParaRPr lang="zh-CN" altLang="en-US" sz="1400" b="1" dirty="0">
              <a:solidFill>
                <a:srgbClr val="000000"/>
              </a:solidFill>
              <a:latin typeface="Microsoft JhengHei" panose="020B0604030504040204" charset="-120"/>
              <a:ea typeface="Microsoft JhengHei" panose="020B0604030504040204" charset="-120"/>
            </a:endParaRPr>
          </a:p>
        </p:txBody>
      </p:sp>
      <p:sp>
        <p:nvSpPr>
          <p:cNvPr id="101" name="標題 1"/>
          <p:cNvSpPr txBox="1">
            <a:spLocks noChangeArrowheads="1"/>
          </p:cNvSpPr>
          <p:nvPr/>
        </p:nvSpPr>
        <p:spPr bwMode="auto">
          <a:xfrm>
            <a:off x="0" y="-6350"/>
            <a:ext cx="12192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7254" tIns="58627" rIns="117254" bIns="58627" anchor="ctr"/>
          <a:lstStyle>
            <a:lvl1pPr defTabSz="1171575" eaLnBrk="0" hangingPunct="0">
              <a:defRPr>
                <a:solidFill>
                  <a:schemeClr val="tx1"/>
                </a:solidFill>
                <a:latin typeface="Calibri" panose="020F0502020204030204" charset="0"/>
                <a:ea typeface="宋体" panose="02010600030101010101" pitchFamily="2" charset="-122"/>
              </a:defRPr>
            </a:lvl1pPr>
            <a:lvl2pPr marL="742950" indent="-285750" defTabSz="1171575" eaLnBrk="0" hangingPunct="0">
              <a:defRPr>
                <a:solidFill>
                  <a:schemeClr val="tx1"/>
                </a:solidFill>
                <a:latin typeface="Calibri" panose="020F0502020204030204" charset="0"/>
                <a:ea typeface="宋体" panose="02010600030101010101" pitchFamily="2" charset="-122"/>
              </a:defRPr>
            </a:lvl2pPr>
            <a:lvl3pPr marL="1143000" indent="-228600" defTabSz="1171575" eaLnBrk="0" hangingPunct="0">
              <a:defRPr>
                <a:solidFill>
                  <a:schemeClr val="tx1"/>
                </a:solidFill>
                <a:latin typeface="Calibri" panose="020F0502020204030204" charset="0"/>
                <a:ea typeface="宋体" panose="02010600030101010101" pitchFamily="2" charset="-122"/>
              </a:defRPr>
            </a:lvl3pPr>
            <a:lvl4pPr marL="1600200" indent="-228600" defTabSz="1171575" eaLnBrk="0" hangingPunct="0">
              <a:defRPr>
                <a:solidFill>
                  <a:schemeClr val="tx1"/>
                </a:solidFill>
                <a:latin typeface="Calibri" panose="020F0502020204030204" charset="0"/>
                <a:ea typeface="宋体" panose="02010600030101010101" pitchFamily="2" charset="-122"/>
              </a:defRPr>
            </a:lvl4pPr>
            <a:lvl5pPr marL="2057400" indent="-228600" defTabSz="1171575" eaLnBrk="0" hangingPunct="0">
              <a:defRPr>
                <a:solidFill>
                  <a:schemeClr val="tx1"/>
                </a:solidFill>
                <a:latin typeface="Calibri" panose="020F0502020204030204" charset="0"/>
                <a:ea typeface="宋体" panose="02010600030101010101" pitchFamily="2" charset="-122"/>
              </a:defRPr>
            </a:lvl5pPr>
            <a:lvl6pPr marL="2514600" indent="-228600" defTabSz="117157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defTabSz="117157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defTabSz="117157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defTabSz="117157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a:r>
              <a:rPr lang="en-US" altLang="zh-CN" b="1" dirty="0"/>
              <a:t>Upper and Lower Cover Automatic Assembly Line – LH-Cony Existing Machine Retrofit </a:t>
            </a:r>
            <a:r>
              <a:rPr lang="zh-CN" altLang="zh-TW" b="1" dirty="0" smtClean="0">
                <a:latin typeface="宋体" panose="02010600030101010101" pitchFamily="2" charset="-122"/>
                <a:sym typeface="宋体" panose="02010600030101010101" pitchFamily="2" charset="-122"/>
              </a:rPr>
              <a:t>）</a:t>
            </a:r>
            <a:endParaRPr lang="zh-CN" altLang="zh-TW" b="1" dirty="0">
              <a:latin typeface="宋体" panose="02010600030101010101" pitchFamily="2" charset="-122"/>
              <a:sym typeface="宋体" panose="02010600030101010101" pitchFamily="2" charset="-122"/>
            </a:endParaRPr>
          </a:p>
        </p:txBody>
      </p:sp>
      <p:sp>
        <p:nvSpPr>
          <p:cNvPr id="103" name="文本框 114"/>
          <p:cNvSpPr txBox="1">
            <a:spLocks noChangeArrowheads="1"/>
          </p:cNvSpPr>
          <p:nvPr/>
        </p:nvSpPr>
        <p:spPr bwMode="auto">
          <a:xfrm>
            <a:off x="11112109" y="893558"/>
            <a:ext cx="10445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r>
              <a:rPr lang="en-US" altLang="zh-CN" sz="1000" dirty="0"/>
              <a:t>Unit</a:t>
            </a:r>
            <a:r>
              <a:rPr lang="zh-CN" altLang="en-US" sz="1000" b="1" dirty="0" smtClean="0">
                <a:latin typeface="Microsoft JhengHei" panose="020B0604030504040204" charset="-120"/>
                <a:ea typeface="Microsoft JhengHei" panose="020B0604030504040204" charset="-120"/>
              </a:rPr>
              <a:t>單</a:t>
            </a:r>
            <a:r>
              <a:rPr lang="zh-CN" altLang="en-US" sz="1000" b="1" dirty="0">
                <a:latin typeface="Microsoft JhengHei" panose="020B0604030504040204" charset="-120"/>
                <a:ea typeface="Microsoft JhengHei" panose="020B0604030504040204" charset="-120"/>
              </a:rPr>
              <a:t>位</a:t>
            </a:r>
            <a:r>
              <a:rPr lang="en-US" altLang="zh-CN" sz="1400" b="1" dirty="0">
                <a:latin typeface="Microsoft JhengHei" panose="020B0604030504040204" charset="-120"/>
                <a:ea typeface="Microsoft JhengHei" panose="020B0604030504040204" charset="-120"/>
              </a:rPr>
              <a:t>:mm</a:t>
            </a:r>
            <a:endParaRPr lang="zh-CN" altLang="en-US" sz="1400" b="1" dirty="0">
              <a:latin typeface="Microsoft JhengHei" panose="020B0604030504040204" charset="-120"/>
              <a:ea typeface="Microsoft JhengHei" panose="020B0604030504040204" charset="-120"/>
            </a:endParaRPr>
          </a:p>
        </p:txBody>
      </p:sp>
      <p:sp>
        <p:nvSpPr>
          <p:cNvPr id="104" name="TextBox 121"/>
          <p:cNvSpPr txBox="1">
            <a:spLocks noChangeArrowheads="1"/>
          </p:cNvSpPr>
          <p:nvPr/>
        </p:nvSpPr>
        <p:spPr bwMode="auto">
          <a:xfrm>
            <a:off x="7078663" y="6281738"/>
            <a:ext cx="1727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r>
              <a:rPr lang="en-US" altLang="zh-CN" sz="1400" dirty="0"/>
              <a:t>New Build</a:t>
            </a:r>
            <a:endParaRPr lang="zh-CN" altLang="en-US" sz="1400" b="1" dirty="0">
              <a:latin typeface="Microsoft JhengHei" panose="020B0604030504040204" charset="-120"/>
              <a:ea typeface="Microsoft JhengHei" panose="020B0604030504040204" charset="-120"/>
            </a:endParaRPr>
          </a:p>
        </p:txBody>
      </p:sp>
      <p:sp>
        <p:nvSpPr>
          <p:cNvPr id="105" name="TextBox 121"/>
          <p:cNvSpPr txBox="1">
            <a:spLocks noChangeArrowheads="1"/>
          </p:cNvSpPr>
          <p:nvPr/>
        </p:nvSpPr>
        <p:spPr bwMode="auto">
          <a:xfrm>
            <a:off x="9025250" y="6281738"/>
            <a:ext cx="1727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r>
              <a:rPr lang="en-US" altLang="zh-CN" sz="1400" b="1" dirty="0"/>
              <a:t>Retrofit</a:t>
            </a:r>
            <a:endParaRPr lang="zh-CN" altLang="en-US" sz="1400" b="1" dirty="0">
              <a:latin typeface="Microsoft JhengHei" panose="020B0604030504040204" charset="-120"/>
              <a:ea typeface="Microsoft JhengHei" panose="020B0604030504040204" charset="-120"/>
            </a:endParaRPr>
          </a:p>
        </p:txBody>
      </p:sp>
      <p:sp>
        <p:nvSpPr>
          <p:cNvPr id="107" name="TextBox 121"/>
          <p:cNvSpPr txBox="1">
            <a:spLocks noChangeArrowheads="1"/>
          </p:cNvSpPr>
          <p:nvPr/>
        </p:nvSpPr>
        <p:spPr bwMode="auto">
          <a:xfrm>
            <a:off x="10921857" y="6295243"/>
            <a:ext cx="9902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r>
              <a:rPr lang="en-US" altLang="zh-CN" sz="900" b="1" dirty="0"/>
              <a:t>Customer Supplied</a:t>
            </a:r>
            <a:endParaRPr lang="zh-CN" altLang="en-US" sz="900" b="1" dirty="0">
              <a:latin typeface="Microsoft JhengHei" panose="020B0604030504040204" charset="-120"/>
              <a:ea typeface="Microsoft JhengHei" panose="020B0604030504040204" charset="-120"/>
            </a:endParaRPr>
          </a:p>
        </p:txBody>
      </p:sp>
    </p:spTree>
    <p:extLst>
      <p:ext uri="{BB962C8B-B14F-4D97-AF65-F5344CB8AC3E}">
        <p14:creationId xmlns:p14="http://schemas.microsoft.com/office/powerpoint/2010/main" val="2951253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99"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defTabSz="1218565" fontAlgn="base">
              <a:spcBef>
                <a:spcPct val="0"/>
              </a:spcBef>
              <a:spcAft>
                <a:spcPct val="0"/>
              </a:spcAft>
              <a:defRPr kumimoji="1" sz="3200" b="1">
                <a:solidFill>
                  <a:srgbClr val="0070C0"/>
                </a:solidFill>
                <a:latin typeface="Calibri" panose="020F0502020204030204"/>
                <a:ea typeface="Microsoft JhengHei" panose="020B0604030504040204" pitchFamily="34" charset="-120"/>
                <a:cs typeface="Arial" panose="020B0604020202020204" pitchFamily="34" charset="0"/>
              </a:defRPr>
            </a:lvl1pPr>
          </a:lstStyle>
          <a:p>
            <a:pPr marL="0" marR="0" lvl="0" indent="0" algn="l" defTabSz="1218565" rtl="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rPr>
              <a:t>Contents</a:t>
            </a:r>
            <a:endParaRPr kumimoji="1" lang="zh-TW" altLang="en-US"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sym typeface="Gill Sans"/>
            </a:endParaRPr>
          </a:p>
        </p:txBody>
      </p:sp>
      <p:sp>
        <p:nvSpPr>
          <p:cNvPr id="11267" name="灯片编号占位符 3"/>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3</a:t>
            </a:fld>
            <a:endParaRPr lang="en-US" altLang="en-US" sz="1400" dirty="0">
              <a:solidFill>
                <a:srgbClr val="898989"/>
              </a:solidFill>
              <a:latin typeface="Arial" panose="020B0604020202020204" pitchFamily="34" charset="0"/>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335361" y="1254647"/>
          <a:ext cx="11523749" cy="3323724"/>
        </p:xfrm>
        <a:graphic>
          <a:graphicData uri="http://schemas.openxmlformats.org/drawingml/2006/table">
            <a:tbl>
              <a:tblPr/>
              <a:tblGrid>
                <a:gridCol w="1875600">
                  <a:extLst>
                    <a:ext uri="{9D8B030D-6E8A-4147-A177-3AD203B41FA5}">
                      <a16:colId xmlns:a16="http://schemas.microsoft.com/office/drawing/2014/main" val="20000"/>
                    </a:ext>
                  </a:extLst>
                </a:gridCol>
                <a:gridCol w="5160010">
                  <a:extLst>
                    <a:ext uri="{9D8B030D-6E8A-4147-A177-3AD203B41FA5}">
                      <a16:colId xmlns:a16="http://schemas.microsoft.com/office/drawing/2014/main" val="20001"/>
                    </a:ext>
                  </a:extLst>
                </a:gridCol>
                <a:gridCol w="4488139">
                  <a:extLst>
                    <a:ext uri="{9D8B030D-6E8A-4147-A177-3AD203B41FA5}">
                      <a16:colId xmlns:a16="http://schemas.microsoft.com/office/drawing/2014/main" val="20002"/>
                    </a:ext>
                  </a:extLst>
                </a:gridCol>
              </a:tblGrid>
              <a:tr h="53761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2400" u="none" strike="noStrike" dirty="0">
                          <a:solidFill>
                            <a:schemeClr val="bg1"/>
                          </a:solidFill>
                          <a:effectLst/>
                        </a:rPr>
                        <a:t>Item</a:t>
                      </a:r>
                      <a:endParaRPr lang="en-US" sz="2400" b="0" i="0" u="none" strike="noStrike" dirty="0">
                        <a:solidFill>
                          <a:schemeClr val="bg1"/>
                        </a:solidFill>
                        <a:effectLst/>
                        <a:latin typeface="等线" panose="02010600030101010101" charset="-122"/>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buClrTx/>
                        <a:buSzTx/>
                        <a:buFontTx/>
                      </a:pPr>
                      <a:r>
                        <a:rPr lang="en-US" sz="2400" dirty="0">
                          <a:solidFill>
                            <a:schemeClr val="bg1"/>
                          </a:solidFill>
                          <a:effectLst/>
                          <a:sym typeface="+mn-ea"/>
                        </a:rPr>
                        <a:t>Description</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2400" u="none" strike="noStrike" dirty="0">
                          <a:solidFill>
                            <a:schemeClr val="bg1"/>
                          </a:solidFill>
                          <a:effectLst/>
                        </a:rPr>
                        <a:t>DRI</a:t>
                      </a:r>
                      <a:endParaRPr lang="en-US" sz="2400" b="0" i="0" u="none" strike="noStrike" dirty="0">
                        <a:solidFill>
                          <a:schemeClr val="bg1"/>
                        </a:solidFill>
                        <a:effectLst/>
                        <a:latin typeface="等线" panose="02010600030101010101" charset="-122"/>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9172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mn-lt"/>
                        </a:rPr>
                        <a:t>1</a:t>
                      </a:r>
                      <a:endParaRPr lang="en-US" altLang="zh-CN" sz="2000" b="0" i="0" u="none" strike="noStrike" dirty="0">
                        <a:solidFill>
                          <a:schemeClr val="tx1"/>
                        </a:solidFill>
                        <a:effectLst/>
                        <a:latin typeface="+mn-lt"/>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buClrTx/>
                        <a:buSzTx/>
                        <a:buFontTx/>
                      </a:pPr>
                      <a:r>
                        <a:rPr lang="zh-CN" altLang="en-US" sz="2000" u="none" strike="noStrike" dirty="0">
                          <a:effectLst/>
                          <a:latin typeface="+mn-lt"/>
                        </a:rPr>
                        <a:t>Historical versions</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b="0" i="0" u="none" strike="noStrike" kern="1200" dirty="0" err="1">
                          <a:solidFill>
                            <a:srgbClr val="000000"/>
                          </a:solidFill>
                          <a:effectLst/>
                          <a:latin typeface="Calibri" panose="020F0502020204030204"/>
                          <a:ea typeface="等线" panose="02010600030101010101" charset="-122"/>
                          <a:cs typeface="+mn-cs"/>
                        </a:rPr>
                        <a:t>ChengHaoZhe</a:t>
                      </a:r>
                      <a:endParaRPr lang="en-US" altLang="zh-CN" sz="2000" b="0" i="0" u="none" strike="noStrike" kern="1200" dirty="0">
                        <a:solidFill>
                          <a:srgbClr val="000000"/>
                        </a:solidFill>
                        <a:effectLst/>
                        <a:latin typeface="Calibri" panose="020F0502020204030204"/>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r h="4640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mn-lt"/>
                        </a:rPr>
                        <a:t>2</a:t>
                      </a:r>
                      <a:endParaRPr lang="en-US" altLang="zh-CN" sz="2000" b="0" i="0" u="none" strike="noStrike" dirty="0">
                        <a:solidFill>
                          <a:schemeClr val="tx1"/>
                        </a:solidFill>
                        <a:effectLst/>
                        <a:latin typeface="+mn-lt"/>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lvl="0" algn="l" fontAlgn="b">
                        <a:buClrTx/>
                        <a:buSzTx/>
                        <a:buFontTx/>
                      </a:pPr>
                      <a:r>
                        <a:rPr lang="zh-CN" altLang="en-US" sz="2000" dirty="0">
                          <a:effectLst/>
                          <a:latin typeface="+mn-lt"/>
                          <a:sym typeface="+mn-ea"/>
                        </a:rPr>
                        <a:t>Machine performance design</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dirty="0" err="1">
                          <a:solidFill>
                            <a:srgbClr val="000000"/>
                          </a:solidFill>
                          <a:effectLst/>
                          <a:ea typeface="等线" panose="02010600030101010101" charset="-122"/>
                          <a:sym typeface="+mn-ea"/>
                        </a:rPr>
                        <a:t>ChengHaoZhe</a:t>
                      </a:r>
                      <a:endParaRPr lang="zh-CN" altLang="en-US" sz="2000" b="0" i="0" u="none" strike="noStrike" kern="1200" dirty="0">
                        <a:solidFill>
                          <a:srgbClr val="000000"/>
                        </a:solidFill>
                        <a:effectLst/>
                        <a:latin typeface="Calibri" panose="020F0502020204030204"/>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2"/>
                  </a:ext>
                </a:extLst>
              </a:tr>
              <a:tr h="4640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mn-lt"/>
                        </a:rPr>
                        <a:t>3</a:t>
                      </a:r>
                      <a:endParaRPr lang="en-US" altLang="zh-CN" sz="2000" b="0" i="0" u="none" strike="noStrike" dirty="0">
                        <a:solidFill>
                          <a:schemeClr val="tx1"/>
                        </a:solidFill>
                        <a:effectLst/>
                        <a:latin typeface="+mn-lt"/>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zh-CN" altLang="en-US" sz="2000" dirty="0">
                          <a:effectLst/>
                          <a:latin typeface="+mn-lt"/>
                          <a:sym typeface="+mn-ea"/>
                        </a:rPr>
                        <a:t>Machine layout</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dirty="0" err="1">
                          <a:solidFill>
                            <a:srgbClr val="000000"/>
                          </a:solidFill>
                          <a:effectLst/>
                          <a:ea typeface="等线" panose="02010600030101010101" charset="-122"/>
                          <a:sym typeface="+mn-ea"/>
                        </a:rPr>
                        <a:t>ChengHaoZhe</a:t>
                      </a:r>
                      <a:endParaRPr lang="zh-CN" altLang="en-US" sz="2000" b="0" i="0" u="none" strike="noStrike" kern="1200" dirty="0">
                        <a:solidFill>
                          <a:srgbClr val="000000"/>
                        </a:solidFill>
                        <a:effectLst/>
                        <a:latin typeface="Calibri" panose="020F0502020204030204"/>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3"/>
                  </a:ext>
                </a:extLst>
              </a:tr>
              <a:tr h="5060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mn-lt"/>
                        </a:rPr>
                        <a:t>4</a:t>
                      </a:r>
                      <a:endParaRPr lang="en-US" altLang="zh-CN" sz="2000" b="0" i="0" u="none" strike="noStrike" dirty="0">
                        <a:solidFill>
                          <a:schemeClr val="tx1"/>
                        </a:solidFill>
                        <a:effectLst/>
                        <a:latin typeface="+mn-lt"/>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zh-CN" altLang="en-US" sz="2000" dirty="0">
                          <a:effectLst/>
                          <a:latin typeface="+mn-lt"/>
                          <a:sym typeface="+mn-ea"/>
                        </a:rPr>
                        <a:t>Key component</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dirty="0" err="1">
                          <a:solidFill>
                            <a:srgbClr val="000000"/>
                          </a:solidFill>
                          <a:effectLst/>
                          <a:ea typeface="等线" panose="02010600030101010101" charset="-122"/>
                          <a:sym typeface="+mn-ea"/>
                        </a:rPr>
                        <a:t>ChengHaoZhe</a:t>
                      </a:r>
                      <a:endParaRPr lang="zh-CN" altLang="en-US" sz="2000" b="0" i="0" u="none" strike="noStrike" kern="1200" dirty="0">
                        <a:solidFill>
                          <a:srgbClr val="000000"/>
                        </a:solidFill>
                        <a:effectLst/>
                        <a:latin typeface="Calibri" panose="020F0502020204030204"/>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4"/>
                  </a:ext>
                </a:extLst>
              </a:tr>
              <a:tr h="48005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b="0" i="0" u="none" strike="noStrike" dirty="0">
                          <a:solidFill>
                            <a:schemeClr val="tx1"/>
                          </a:solidFill>
                          <a:effectLst/>
                          <a:latin typeface="+mn-lt"/>
                          <a:ea typeface="等线" panose="02010600030101010101" charset="-122"/>
                        </a:rPr>
                        <a:t>5</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zh-CN" altLang="en-US" sz="2000" dirty="0">
                          <a:effectLst/>
                          <a:latin typeface="+mn-lt"/>
                          <a:sym typeface="+mn-ea"/>
                        </a:rPr>
                        <a:t>Action flow design</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dirty="0" err="1">
                          <a:solidFill>
                            <a:srgbClr val="000000"/>
                          </a:solidFill>
                          <a:effectLst/>
                          <a:ea typeface="等线" panose="02010600030101010101" charset="-122"/>
                          <a:sym typeface="+mn-ea"/>
                        </a:rPr>
                        <a:t>ChengHaoZhe</a:t>
                      </a:r>
                      <a:endParaRPr lang="zh-CN" altLang="en-US" sz="2000" b="0" i="0" u="none" strike="noStrike" kern="1200" dirty="0">
                        <a:solidFill>
                          <a:srgbClr val="000000"/>
                        </a:solidFill>
                        <a:effectLst/>
                        <a:latin typeface="Calibri" panose="020F0502020204030204"/>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5"/>
                  </a:ext>
                </a:extLst>
              </a:tr>
              <a:tr h="48005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b="0" i="0" u="none" strike="noStrike" dirty="0">
                          <a:solidFill>
                            <a:schemeClr val="tx1"/>
                          </a:solidFill>
                          <a:effectLst/>
                          <a:latin typeface="+mn-lt"/>
                          <a:ea typeface="等线" panose="02010600030101010101" charset="-122"/>
                        </a:rPr>
                        <a:t>6</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lvl="0" algn="l" fontAlgn="b">
                        <a:buClrTx/>
                        <a:buSzTx/>
                        <a:buFontTx/>
                      </a:pPr>
                      <a:r>
                        <a:rPr lang="zh-CN" altLang="en-US" sz="2000" dirty="0">
                          <a:effectLst/>
                          <a:latin typeface="+mn-lt"/>
                          <a:sym typeface="+mn-ea"/>
                        </a:rPr>
                        <a:t>Sequence chart</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dirty="0" err="1">
                          <a:solidFill>
                            <a:srgbClr val="000000"/>
                          </a:solidFill>
                          <a:effectLst/>
                          <a:ea typeface="等线" panose="02010600030101010101" charset="-122"/>
                          <a:sym typeface="+mn-ea"/>
                        </a:rPr>
                        <a:t>ChengHaoZhe</a:t>
                      </a:r>
                      <a:endParaRPr lang="zh-CN" altLang="en-US" sz="2000" b="0" i="0" u="none" strike="noStrike" kern="1200" dirty="0">
                        <a:solidFill>
                          <a:srgbClr val="000000"/>
                        </a:solidFill>
                        <a:effectLst/>
                        <a:latin typeface="Calibri" panose="020F0502020204030204"/>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extLst>
              <p:ext uri="{D42A27DB-BD31-4B8C-83A1-F6EECF244321}">
                <p14:modId xmlns:p14="http://schemas.microsoft.com/office/powerpoint/2010/main" val="963132722"/>
              </p:ext>
            </p:extLst>
          </p:nvPr>
        </p:nvGraphicFramePr>
        <p:xfrm>
          <a:off x="739833" y="1151412"/>
          <a:ext cx="11016000" cy="1728000"/>
        </p:xfrm>
        <a:graphic>
          <a:graphicData uri="http://schemas.openxmlformats.org/drawingml/2006/table">
            <a:tbl>
              <a:tblPr>
                <a:tableStyleId>{8799B23B-EC83-4686-B30A-512413B5E67A}</a:tableStyleId>
              </a:tblPr>
              <a:tblGrid>
                <a:gridCol w="1404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gridCol w="1404000">
                  <a:extLst>
                    <a:ext uri="{9D8B030D-6E8A-4147-A177-3AD203B41FA5}">
                      <a16:colId xmlns:a16="http://schemas.microsoft.com/office/drawing/2014/main" val="20002"/>
                    </a:ext>
                  </a:extLst>
                </a:gridCol>
                <a:gridCol w="1404000">
                  <a:extLst>
                    <a:ext uri="{9D8B030D-6E8A-4147-A177-3AD203B41FA5}">
                      <a16:colId xmlns:a16="http://schemas.microsoft.com/office/drawing/2014/main" val="20003"/>
                    </a:ext>
                  </a:extLst>
                </a:gridCol>
                <a:gridCol w="1404000">
                  <a:extLst>
                    <a:ext uri="{9D8B030D-6E8A-4147-A177-3AD203B41FA5}">
                      <a16:colId xmlns:a16="http://schemas.microsoft.com/office/drawing/2014/main" val="20004"/>
                    </a:ext>
                  </a:extLst>
                </a:gridCol>
              </a:tblGrid>
              <a:tr h="576000">
                <a:tc>
                  <a:txBody>
                    <a:bodyPr/>
                    <a:lstStyle/>
                    <a:p>
                      <a:pPr algn="ctr" fontAlgn="b"/>
                      <a:r>
                        <a:rPr lang="en-US" sz="2000" u="none" strike="noStrike" dirty="0">
                          <a:effectLst/>
                        </a:rPr>
                        <a:t>Version</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Description</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Date</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DRI</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Remark</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0"/>
                  </a:ext>
                </a:extLst>
              </a:tr>
              <a:tr h="576000">
                <a:tc>
                  <a:txBody>
                    <a:bodyPr/>
                    <a:lstStyle/>
                    <a:p>
                      <a:pPr algn="ctr" fontAlgn="b">
                        <a:buNone/>
                      </a:pPr>
                      <a:r>
                        <a:rPr lang="en-US" altLang="en-US" sz="1600" b="0" i="0" u="none" strike="noStrike" dirty="0">
                          <a:solidFill>
                            <a:srgbClr val="000000"/>
                          </a:solidFill>
                          <a:effectLst/>
                          <a:latin typeface="+mn-lt"/>
                        </a:rPr>
                        <a:t>V01</a:t>
                      </a: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l" fontAlgn="b">
                        <a:buNone/>
                      </a:pPr>
                      <a:r>
                        <a:rPr lang="zh-CN" altLang="en-US" sz="1600" b="0" i="0" u="none" strike="noStrike" dirty="0">
                          <a:solidFill>
                            <a:srgbClr val="000000"/>
                          </a:solidFill>
                          <a:effectLst/>
                          <a:latin typeface="+mn-lt"/>
                        </a:rPr>
                        <a:t>Design modification version</a:t>
                      </a:r>
                    </a:p>
                  </a:txBody>
                  <a:tcPr marL="9525" marR="9525" marT="9525" marB="0" anchor="ctr"/>
                </a:tc>
                <a:tc>
                  <a:txBody>
                    <a:bodyPr/>
                    <a:lstStyle/>
                    <a:p>
                      <a:pPr algn="ctr" fontAlgn="b">
                        <a:buNone/>
                      </a:pPr>
                      <a:r>
                        <a:rPr lang="en-US" altLang="zh-CN" sz="1200" b="0" i="0" u="none" strike="noStrike" dirty="0">
                          <a:solidFill>
                            <a:srgbClr val="000000"/>
                          </a:solidFill>
                          <a:effectLst/>
                          <a:latin typeface="Arial" panose="020B0604020202020204" pitchFamily="34" charset="0"/>
                          <a:cs typeface="Arial" panose="020B0604020202020204" pitchFamily="34" charset="0"/>
                        </a:rPr>
                        <a:t>2026/1/22</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600" b="0" i="0" u="none" strike="noStrike" kern="1200" dirty="0" err="1">
                          <a:solidFill>
                            <a:srgbClr val="000000"/>
                          </a:solidFill>
                          <a:effectLst/>
                          <a:latin typeface="+mn-lt"/>
                          <a:ea typeface="等线" panose="02010600030101010101" charset="-122"/>
                          <a:cs typeface="+mn-cs"/>
                        </a:rPr>
                        <a:t>ChengHaoZhe</a:t>
                      </a:r>
                      <a:endParaRPr lang="zh-CN" altLang="en-US" sz="1600" b="0" i="0" u="none" strike="noStrike" kern="1200" dirty="0">
                        <a:solidFill>
                          <a:srgbClr val="000000"/>
                        </a:solidFill>
                        <a:effectLst/>
                        <a:latin typeface="+mn-lt"/>
                        <a:ea typeface="等线" panose="02010600030101010101" charset="-122"/>
                        <a:cs typeface="+mn-cs"/>
                      </a:endParaRPr>
                    </a:p>
                  </a:txBody>
                  <a:tcPr marL="9525" marR="9525" marT="9525" marB="0" anchor="ctr"/>
                </a:tc>
                <a:tc>
                  <a:txBody>
                    <a:bodyPr/>
                    <a:lstStyle/>
                    <a:p>
                      <a:pPr algn="ctr" fontAlgn="b">
                        <a:buNone/>
                      </a:pPr>
                      <a:endParaRPr lang="zh-CN" altLang="en-US" sz="16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0001"/>
                  </a:ext>
                </a:extLst>
              </a:tr>
              <a:tr h="576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altLang="en-US" sz="16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zh-CN" altLang="en-US" sz="1600" b="0" i="0" u="none" strike="noStrike" dirty="0">
                        <a:solidFill>
                          <a:srgbClr val="000000"/>
                        </a:solidFill>
                        <a:effectLst/>
                        <a:latin typeface="+mn-lt"/>
                      </a:endParaRPr>
                    </a:p>
                  </a:txBody>
                  <a:tcPr marL="9525" marR="9525" marT="9525" marB="0" anchor="ctr"/>
                </a:tc>
                <a:tc>
                  <a:txBody>
                    <a:bodyPr/>
                    <a:lstStyle/>
                    <a:p>
                      <a:pPr algn="ctr" fontAlgn="b">
                        <a:buNone/>
                      </a:pPr>
                      <a:endParaRPr lang="en-US" altLang="zh-C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600" b="0" i="0" u="none" strike="noStrike" kern="1200" dirty="0">
                        <a:solidFill>
                          <a:srgbClr val="000000"/>
                        </a:solidFill>
                        <a:effectLst/>
                        <a:latin typeface="+mn-lt"/>
                        <a:ea typeface="等线" panose="02010600030101010101" charset="-122"/>
                        <a:cs typeface="+mn-cs"/>
                      </a:endParaRPr>
                    </a:p>
                  </a:txBody>
                  <a:tcPr marL="9525" marR="9525" marT="9525" marB="0" anchor="ctr"/>
                </a:tc>
                <a:tc>
                  <a:txBody>
                    <a:bodyPr/>
                    <a:lstStyle/>
                    <a:p>
                      <a:pPr algn="ctr" fontAlgn="b">
                        <a:buNone/>
                      </a:pPr>
                      <a:endParaRPr lang="zh-CN" altLang="en-US" sz="16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237996223"/>
                  </a:ext>
                </a:extLst>
              </a:tr>
            </a:tbl>
          </a:graphicData>
        </a:graphic>
      </p:graphicFrame>
      <p:sp>
        <p:nvSpPr>
          <p:cNvPr id="3" name="標題 1"/>
          <p:cNvSpPr txBox="1"/>
          <p:nvPr/>
        </p:nvSpPr>
        <p:spPr>
          <a:xfrm>
            <a:off x="740083"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1.Historical version</a:t>
            </a:r>
          </a:p>
        </p:txBody>
      </p:sp>
      <p:sp>
        <p:nvSpPr>
          <p:cNvPr id="11267" name="灯片编号占位符 3"/>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4</a:t>
            </a:fld>
            <a:endParaRPr lang="en-US" altLang="en-US" sz="1400" dirty="0">
              <a:solidFill>
                <a:srgbClr val="898989"/>
              </a:solidFill>
              <a:latin typeface="Arial" panose="020B0604020202020204" pitchFamily="34" charset="0"/>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5" name="標題 1"/>
          <p:cNvSpPr txBox="1"/>
          <p:nvPr/>
        </p:nvSpPr>
        <p:spPr>
          <a:xfrm>
            <a:off x="741988" y="135368"/>
            <a:ext cx="9543610" cy="584701"/>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2.Machine performance design</a:t>
            </a:r>
          </a:p>
        </p:txBody>
      </p:sp>
      <p:cxnSp>
        <p:nvCxnSpPr>
          <p:cNvPr id="2" name="直接连接符 1"/>
          <p:cNvCxnSpPr/>
          <p:nvPr/>
        </p:nvCxnSpPr>
        <p:spPr>
          <a:xfrm flipV="1">
            <a:off x="776658" y="3444061"/>
            <a:ext cx="9918236" cy="10106"/>
          </a:xfrm>
          <a:prstGeom prst="line">
            <a:avLst/>
          </a:prstGeom>
          <a:ln w="28575">
            <a:solidFill>
              <a:srgbClr val="005C4F"/>
            </a:solidFill>
            <a:prstDash val="sysDot"/>
          </a:ln>
        </p:spPr>
        <p:style>
          <a:lnRef idx="1">
            <a:schemeClr val="accent1"/>
          </a:lnRef>
          <a:fillRef idx="0">
            <a:schemeClr val="accent1"/>
          </a:fillRef>
          <a:effectRef idx="0">
            <a:schemeClr val="accent1"/>
          </a:effectRef>
          <a:fontRef idx="minor">
            <a:schemeClr val="tx1"/>
          </a:fontRef>
        </p:style>
      </p:cxnSp>
      <p:sp>
        <p:nvSpPr>
          <p:cNvPr id="8" name="Arrow: Right 7"/>
          <p:cNvSpPr/>
          <p:nvPr/>
        </p:nvSpPr>
        <p:spPr>
          <a:xfrm>
            <a:off x="7293897" y="1618498"/>
            <a:ext cx="471216" cy="412983"/>
          </a:xfrm>
          <a:prstGeom prst="rightArrow">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ross 12"/>
          <p:cNvSpPr/>
          <p:nvPr/>
        </p:nvSpPr>
        <p:spPr>
          <a:xfrm>
            <a:off x="3541170" y="1636327"/>
            <a:ext cx="339864" cy="345676"/>
          </a:xfrm>
          <a:prstGeom prst="plus">
            <a:avLst>
              <a:gd name="adj" fmla="val 35506"/>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文本框 10"/>
          <p:cNvSpPr txBox="1"/>
          <p:nvPr/>
        </p:nvSpPr>
        <p:spPr>
          <a:xfrm>
            <a:off x="419907" y="891560"/>
            <a:ext cx="2182438" cy="322580"/>
          </a:xfrm>
          <a:prstGeom prst="rect">
            <a:avLst/>
          </a:prstGeom>
          <a:noFill/>
        </p:spPr>
        <p:txBody>
          <a:bodyPr wrap="square" lIns="0" tIns="0" rtlCol="0">
            <a:spAutoFit/>
          </a:bodyPr>
          <a:lstStyle/>
          <a:p>
            <a:r>
              <a:rPr lang="zh-CN" altLang="en-US" dirty="0">
                <a:latin typeface="Arial" panose="020B0604020202020204" pitchFamily="34" charset="0"/>
                <a:ea typeface="微软雅黑" panose="020B0503020204020204" pitchFamily="34" charset="-122"/>
                <a:cs typeface="Arial" panose="020B0604020202020204" pitchFamily="34" charset="0"/>
              </a:rPr>
              <a:t>Feature：</a:t>
            </a:r>
          </a:p>
        </p:txBody>
      </p:sp>
      <p:graphicFrame>
        <p:nvGraphicFramePr>
          <p:cNvPr id="12" name="Content Placeholder 4"/>
          <p:cNvGraphicFramePr>
            <a:graphicFrameLocks noGrp="1"/>
          </p:cNvGraphicFramePr>
          <p:nvPr>
            <p:custDataLst>
              <p:tags r:id="rId1"/>
            </p:custDataLst>
            <p:extLst>
              <p:ext uri="{D42A27DB-BD31-4B8C-83A1-F6EECF244321}">
                <p14:modId xmlns:p14="http://schemas.microsoft.com/office/powerpoint/2010/main" val="851869195"/>
              </p:ext>
            </p:extLst>
          </p:nvPr>
        </p:nvGraphicFramePr>
        <p:xfrm>
          <a:off x="658495" y="4016375"/>
          <a:ext cx="10822940" cy="1778000"/>
        </p:xfrm>
        <a:graphic>
          <a:graphicData uri="http://schemas.openxmlformats.org/drawingml/2006/table">
            <a:tbl>
              <a:tblPr firstRow="1" bandRow="1">
                <a:tableStyleId>{2D5ABB26-0587-4C30-8999-92F81FD0307C}</a:tableStyleId>
              </a:tblPr>
              <a:tblGrid>
                <a:gridCol w="2360930">
                  <a:extLst>
                    <a:ext uri="{9D8B030D-6E8A-4147-A177-3AD203B41FA5}">
                      <a16:colId xmlns:a16="http://schemas.microsoft.com/office/drawing/2014/main" val="20000"/>
                    </a:ext>
                  </a:extLst>
                </a:gridCol>
                <a:gridCol w="8462010">
                  <a:extLst>
                    <a:ext uri="{9D8B030D-6E8A-4147-A177-3AD203B41FA5}">
                      <a16:colId xmlns:a16="http://schemas.microsoft.com/office/drawing/2014/main" val="20001"/>
                    </a:ext>
                  </a:extLst>
                </a:gridCol>
              </a:tblGrid>
              <a:tr h="355600">
                <a:tc>
                  <a:txBody>
                    <a:bodyPr/>
                    <a:lstStyle/>
                    <a:p>
                      <a:pPr fontAlgn="ctr"/>
                      <a:r>
                        <a:rPr lang="en-US" altLang="zh-CN" sz="1200" b="0" dirty="0">
                          <a:latin typeface="Arial" panose="020B0604020202020204" pitchFamily="34" charset="0"/>
                          <a:cs typeface="Arial" panose="020B0604020202020204" pitchFamily="34" charset="0"/>
                        </a:rPr>
                        <a:t>A</a:t>
                      </a:r>
                      <a:r>
                        <a:rPr lang="zh-CN" altLang="en-US" sz="1200" b="0" dirty="0">
                          <a:latin typeface="Arial" panose="020B0604020202020204" pitchFamily="34" charset="0"/>
                          <a:cs typeface="Arial" panose="020B0604020202020204" pitchFamily="34" charset="0"/>
                        </a:rPr>
                        <a:t>im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sz="1200" dirty="0">
                          <a:latin typeface="微软雅黑" panose="020B0503020204020204" pitchFamily="34" charset="-122"/>
                          <a:ea typeface="微软雅黑" panose="020B0503020204020204" pitchFamily="34" charset="-122"/>
                        </a:rPr>
                        <a:t>Collect the products in the incoming Tray</a:t>
                      </a:r>
                      <a:endParaRPr lang="zh-CN" altLang="en-US" sz="1200" dirty="0">
                        <a:latin typeface="微软雅黑" panose="020B0503020204020204" pitchFamily="34" charset="-122"/>
                        <a:ea typeface="微软雅黑" panose="020B0503020204020204" pitchFamily="34" charset="-122"/>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5600">
                <a:tc>
                  <a:txBody>
                    <a:bodyPr/>
                    <a:lstStyle/>
                    <a:p>
                      <a:r>
                        <a:rPr lang="en-US" altLang="zh-CN" sz="1200" dirty="0">
                          <a:latin typeface="Arial" panose="020B0604020202020204" pitchFamily="34" charset="0"/>
                          <a:cs typeface="Arial" panose="020B0604020202020204" pitchFamily="34" charset="0"/>
                        </a:rPr>
                        <a:t>Tray</a:t>
                      </a:r>
                      <a:endParaRPr lang="zh-CN" altLang="en-US" sz="12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a:solidFill>
                            <a:schemeClr val="tx1"/>
                          </a:solidFill>
                          <a:latin typeface="Arial" panose="020B0604020202020204" pitchFamily="34" charset="0"/>
                          <a:cs typeface="Arial" panose="020B0604020202020204" pitchFamily="34" charset="0"/>
                        </a:rPr>
                        <a:t>370*310*23.7mm</a:t>
                      </a:r>
                      <a:r>
                        <a:rPr lang="zh-CN" altLang="en-US" sz="1200" dirty="0">
                          <a:solidFill>
                            <a:schemeClr val="tx1"/>
                          </a:solidFill>
                          <a:latin typeface="Arial" panose="020B0604020202020204" pitchFamily="34" charset="0"/>
                          <a:cs typeface="Arial" panose="020B0604020202020204" pitchFamily="34" charset="0"/>
                        </a:rPr>
                        <a:t>，</a:t>
                      </a:r>
                      <a:r>
                        <a:rPr lang="en-US" altLang="zh-CN" sz="1200" dirty="0">
                          <a:solidFill>
                            <a:schemeClr val="tx1"/>
                          </a:solidFill>
                          <a:latin typeface="Arial" panose="020B0604020202020204" pitchFamily="34" charset="0"/>
                          <a:cs typeface="Arial" panose="020B0604020202020204" pitchFamily="34" charset="0"/>
                        </a:rPr>
                        <a:t>335*310*17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5600">
                <a:tc>
                  <a:txBody>
                    <a:bodyPr/>
                    <a:lstStyle/>
                    <a:p>
                      <a:r>
                        <a:rPr lang="en-US" altLang="zh-CN" sz="1200" dirty="0">
                          <a:latin typeface="Arial" panose="020B0604020202020204" pitchFamily="34" charset="0"/>
                          <a:cs typeface="Arial" panose="020B0604020202020204" pitchFamily="34" charset="0"/>
                        </a:rPr>
                        <a:t>Tool</a:t>
                      </a:r>
                      <a:endParaRPr lang="zh-CN" altLang="en-US" sz="12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200" dirty="0"/>
                        <a:t>table Load transfer component</a:t>
                      </a:r>
                      <a:endParaRPr lang="en-US" altLang="zh-CN" sz="1200" dirty="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5600">
                <a:tc>
                  <a:txBody>
                    <a:bodyPr/>
                    <a:lstStyle/>
                    <a:p>
                      <a:r>
                        <a:rPr lang="en-US" altLang="zh-CN" sz="1200" dirty="0">
                          <a:latin typeface="Arial" panose="020B0604020202020204" pitchFamily="34" charset="0"/>
                          <a:cs typeface="Arial" panose="020B0604020202020204" pitchFamily="34" charset="0"/>
                        </a:rPr>
                        <a:t>C</a:t>
                      </a:r>
                      <a:r>
                        <a:rPr lang="zh-CN" altLang="en-US" sz="1200" dirty="0">
                          <a:latin typeface="Arial" panose="020B0604020202020204" pitchFamily="34" charset="0"/>
                          <a:cs typeface="Arial" panose="020B0604020202020204" pitchFamily="34" charset="0"/>
                        </a:rPr>
                        <a:t>ourse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dirty="0">
                          <a:latin typeface="Arial" panose="020B0604020202020204" pitchFamily="34" charset="0"/>
                          <a:cs typeface="Arial" panose="020B0604020202020204" pitchFamily="34" charset="0"/>
                        </a:rPr>
                        <a:t>Take the material, put the material</a:t>
                      </a:r>
                      <a:endParaRPr lang="en-US" altLang="zh-CN" sz="1200" dirty="0">
                        <a:latin typeface="Arial" panose="020B0604020202020204" pitchFamily="34" charset="0"/>
                        <a:cs typeface="Arial" panose="020B0604020202020204" pitchFamily="34"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55600">
                <a:tc>
                  <a:txBody>
                    <a:bodyPr/>
                    <a:lstStyle/>
                    <a:p>
                      <a:r>
                        <a:rPr sz="1200" dirty="0">
                          <a:latin typeface="Arial" panose="020B0604020202020204" pitchFamily="34" charset="0"/>
                          <a:cs typeface="Arial" panose="020B0604020202020204" pitchFamily="34" charset="0"/>
                        </a:rPr>
                        <a:t>UPH requirements</a:t>
                      </a:r>
                      <a:endParaRPr lang="zh-CN" sz="12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sz="1200" baseline="0" dirty="0">
                          <a:solidFill>
                            <a:schemeClr val="tx1"/>
                          </a:solidFill>
                          <a:latin typeface="Arial" panose="020B0604020202020204" pitchFamily="34" charset="0"/>
                          <a:cs typeface="Arial" panose="020B0604020202020204" pitchFamily="34" charset="0"/>
                        </a:rPr>
                        <a:t>900PCS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文本框 12"/>
          <p:cNvSpPr txBox="1"/>
          <p:nvPr/>
        </p:nvSpPr>
        <p:spPr>
          <a:xfrm>
            <a:off x="4452620" y="2682875"/>
            <a:ext cx="2457450" cy="367030"/>
          </a:xfrm>
          <a:prstGeom prst="rect">
            <a:avLst/>
          </a:prstGeom>
          <a:noFill/>
        </p:spPr>
        <p:txBody>
          <a:bodyPr wrap="square" rtlCol="0">
            <a:noAutofit/>
          </a:bodyPr>
          <a:lstStyle/>
          <a:p>
            <a:pPr algn="ctr">
              <a:buClrTx/>
              <a:buSzTx/>
              <a:buFontTx/>
            </a:pPr>
            <a:r>
              <a:rPr lang="en-US" altLang="zh-CN" sz="1200" dirty="0">
                <a:latin typeface="Arial" panose="020B0604020202020204" pitchFamily="34" charset="0"/>
                <a:cs typeface="Arial" panose="020B0604020202020204" pitchFamily="34" charset="0"/>
              </a:rPr>
              <a:t>table Load transfer component</a:t>
            </a:r>
            <a:endParaRPr lang="en-US" altLang="zh-CN" sz="1200" dirty="0">
              <a:latin typeface="Arial" panose="020B0604020202020204" pitchFamily="34" charset="0"/>
              <a:cs typeface="Arial" panose="020B0604020202020204" pitchFamily="34" charset="0"/>
              <a:sym typeface="+mn-ea"/>
            </a:endParaRPr>
          </a:p>
        </p:txBody>
      </p:sp>
      <p:sp>
        <p:nvSpPr>
          <p:cNvPr id="16" name="文本框 15"/>
          <p:cNvSpPr txBox="1"/>
          <p:nvPr/>
        </p:nvSpPr>
        <p:spPr>
          <a:xfrm>
            <a:off x="1410656" y="2659933"/>
            <a:ext cx="1174855" cy="275590"/>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Tray</a:t>
            </a:r>
            <a:endParaRPr lang="zh-CN" altLang="en-US" sz="1200" dirty="0">
              <a:latin typeface="Arial" panose="020B0604020202020204" pitchFamily="34" charset="0"/>
              <a:cs typeface="Arial" panose="020B0604020202020204" pitchFamily="34" charset="0"/>
            </a:endParaRPr>
          </a:p>
        </p:txBody>
      </p:sp>
      <p:sp>
        <p:nvSpPr>
          <p:cNvPr id="14" name="文本框 13"/>
          <p:cNvSpPr txBox="1"/>
          <p:nvPr/>
        </p:nvSpPr>
        <p:spPr>
          <a:xfrm>
            <a:off x="8776773" y="2659933"/>
            <a:ext cx="1917953" cy="275590"/>
          </a:xfrm>
          <a:prstGeom prst="rect">
            <a:avLst/>
          </a:prstGeom>
          <a:noFill/>
        </p:spPr>
        <p:txBody>
          <a:bodyPr wrap="square" rtlCol="0">
            <a:spAutoFit/>
          </a:bodyPr>
          <a:lstStyle/>
          <a:p>
            <a:pPr algn="ctr"/>
            <a:r>
              <a:rPr lang="en-US" sz="1200" dirty="0">
                <a:solidFill>
                  <a:srgbClr val="000000"/>
                </a:solidFill>
                <a:sym typeface="+mn-ea"/>
              </a:rPr>
              <a:t>Tray</a:t>
            </a:r>
            <a:endParaRPr lang="zh-CN" altLang="en-US" sz="1200" dirty="0">
              <a:solidFill>
                <a:srgbClr val="000000"/>
              </a:solidFill>
              <a:sym typeface="+mn-ea"/>
            </a:endParaRPr>
          </a:p>
        </p:txBody>
      </p:sp>
      <p:sp>
        <p:nvSpPr>
          <p:cNvPr id="11267" name="灯片编号占位符 3"/>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5</a:t>
            </a:fld>
            <a:endParaRPr lang="en-US" altLang="en-US" sz="1400" dirty="0">
              <a:solidFill>
                <a:srgbClr val="898989"/>
              </a:solidFill>
              <a:latin typeface="Arial" panose="020B0604020202020204" pitchFamily="34" charset="0"/>
              <a:ea typeface="微软雅黑" panose="020B0503020204020204" pitchFamily="34" charset="-122"/>
            </a:endParaRPr>
          </a:p>
        </p:txBody>
      </p:sp>
      <p:pic>
        <p:nvPicPr>
          <p:cNvPr id="18" name="图片 17"/>
          <p:cNvPicPr>
            <a:picLocks noChangeAspect="1"/>
          </p:cNvPicPr>
          <p:nvPr/>
        </p:nvPicPr>
        <p:blipFill>
          <a:blip r:embed="rId5"/>
          <a:stretch>
            <a:fillRect/>
          </a:stretch>
        </p:blipFill>
        <p:spPr>
          <a:xfrm>
            <a:off x="4542298" y="1333826"/>
            <a:ext cx="1942989" cy="1273588"/>
          </a:xfrm>
          <a:prstGeom prst="rect">
            <a:avLst/>
          </a:prstGeom>
        </p:spPr>
      </p:pic>
      <p:pic>
        <p:nvPicPr>
          <p:cNvPr id="15" name="图片 14"/>
          <p:cNvPicPr>
            <a:picLocks noChangeAspect="1"/>
          </p:cNvPicPr>
          <p:nvPr/>
        </p:nvPicPr>
        <p:blipFill>
          <a:blip r:embed="rId6"/>
          <a:stretch>
            <a:fillRect/>
          </a:stretch>
        </p:blipFill>
        <p:spPr>
          <a:xfrm>
            <a:off x="8751737" y="1057829"/>
            <a:ext cx="1786057" cy="1623461"/>
          </a:xfrm>
          <a:prstGeom prst="rect">
            <a:avLst/>
          </a:prstGeom>
        </p:spPr>
      </p:pic>
      <p:pic>
        <p:nvPicPr>
          <p:cNvPr id="4" name="图片 3">
            <a:extLst>
              <a:ext uri="{FF2B5EF4-FFF2-40B4-BE49-F238E27FC236}">
                <a16:creationId xmlns:a16="http://schemas.microsoft.com/office/drawing/2014/main" id="{FED091D2-9B36-C0A3-8023-79FEE41341F9}"/>
              </a:ext>
            </a:extLst>
          </p:cNvPr>
          <p:cNvPicPr>
            <a:picLocks noChangeAspect="1"/>
          </p:cNvPicPr>
          <p:nvPr/>
        </p:nvPicPr>
        <p:blipFill>
          <a:blip r:embed="rId7"/>
          <a:stretch>
            <a:fillRect/>
          </a:stretch>
        </p:blipFill>
        <p:spPr>
          <a:xfrm>
            <a:off x="1152053" y="1203402"/>
            <a:ext cx="1692060" cy="13996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4" name="图片 43"/>
          <p:cNvPicPr>
            <a:picLocks noChangeAspect="1"/>
          </p:cNvPicPr>
          <p:nvPr/>
        </p:nvPicPr>
        <p:blipFill>
          <a:blip r:embed="rId4"/>
          <a:stretch>
            <a:fillRect/>
          </a:stretch>
        </p:blipFill>
        <p:spPr>
          <a:xfrm>
            <a:off x="5450623" y="1742441"/>
            <a:ext cx="4738875" cy="3717724"/>
          </a:xfrm>
          <a:prstGeom prst="rect">
            <a:avLst/>
          </a:prstGeom>
        </p:spPr>
      </p:pic>
      <p:pic>
        <p:nvPicPr>
          <p:cNvPr id="42" name="图片 41"/>
          <p:cNvPicPr>
            <a:picLocks noChangeAspect="1"/>
          </p:cNvPicPr>
          <p:nvPr/>
        </p:nvPicPr>
        <p:blipFill>
          <a:blip r:embed="rId5"/>
          <a:stretch>
            <a:fillRect/>
          </a:stretch>
        </p:blipFill>
        <p:spPr>
          <a:xfrm>
            <a:off x="2415950" y="927258"/>
            <a:ext cx="2094757" cy="2483928"/>
          </a:xfrm>
          <a:prstGeom prst="rect">
            <a:avLst/>
          </a:prstGeom>
        </p:spPr>
      </p:pic>
      <p:pic>
        <p:nvPicPr>
          <p:cNvPr id="45" name="图片 44"/>
          <p:cNvPicPr>
            <a:picLocks noChangeAspect="1"/>
          </p:cNvPicPr>
          <p:nvPr/>
        </p:nvPicPr>
        <p:blipFill>
          <a:blip r:embed="rId6"/>
          <a:stretch>
            <a:fillRect/>
          </a:stretch>
        </p:blipFill>
        <p:spPr>
          <a:xfrm>
            <a:off x="2322700" y="3936725"/>
            <a:ext cx="1878935" cy="2598298"/>
          </a:xfrm>
          <a:prstGeom prst="rect">
            <a:avLst/>
          </a:prstGeom>
        </p:spPr>
      </p:pic>
      <p:sp>
        <p:nvSpPr>
          <p:cNvPr id="43" name="文本框 1"/>
          <p:cNvSpPr txBox="1"/>
          <p:nvPr/>
        </p:nvSpPr>
        <p:spPr>
          <a:xfrm>
            <a:off x="2842312" y="3547494"/>
            <a:ext cx="836415" cy="275590"/>
          </a:xfrm>
          <a:prstGeom prst="rect">
            <a:avLst/>
          </a:prstGeom>
          <a:solidFill>
            <a:schemeClr val="bg1"/>
          </a:solidFill>
        </p:spPr>
        <p:txBody>
          <a:bodyPr wrap="square" rtlCol="0">
            <a:spAutoFit/>
          </a:bodyPr>
          <a:lstStyle/>
          <a:p>
            <a:pPr algn="ctr"/>
            <a:r>
              <a:rPr lang="en-US" sz="1200" dirty="0">
                <a:latin typeface="微软雅黑" panose="020B0503020204020204" pitchFamily="34" charset="-122"/>
                <a:ea typeface="微软雅黑" panose="020B0503020204020204" pitchFamily="34" charset="-122"/>
              </a:rPr>
              <a:t>1600mm</a:t>
            </a:r>
          </a:p>
        </p:txBody>
      </p:sp>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3.Machine layout</a:t>
            </a:r>
          </a:p>
        </p:txBody>
      </p:sp>
      <p:sp>
        <p:nvSpPr>
          <p:cNvPr id="3" name="文本框 2"/>
          <p:cNvSpPr txBox="1"/>
          <p:nvPr/>
        </p:nvSpPr>
        <p:spPr>
          <a:xfrm>
            <a:off x="1126175" y="5113183"/>
            <a:ext cx="880745" cy="275590"/>
          </a:xfrm>
          <a:prstGeom prst="rect">
            <a:avLst/>
          </a:prstGeom>
          <a:solidFill>
            <a:schemeClr val="bg1"/>
          </a:solidFill>
        </p:spPr>
        <p:txBody>
          <a:bodyPr wrap="square" rtlCol="0">
            <a:spAutoFit/>
          </a:bodyPr>
          <a:lstStyle/>
          <a:p>
            <a:pPr algn="ctr"/>
            <a:r>
              <a:rPr lang="en-US" sz="1200" dirty="0">
                <a:latin typeface="微软雅黑" panose="020B0503020204020204" pitchFamily="34" charset="-122"/>
                <a:ea typeface="微软雅黑" panose="020B0503020204020204" pitchFamily="34" charset="-122"/>
              </a:rPr>
              <a:t>2300mm</a:t>
            </a:r>
          </a:p>
        </p:txBody>
      </p:sp>
      <p:sp>
        <p:nvSpPr>
          <p:cNvPr id="4" name="文本框 3"/>
          <p:cNvSpPr txBox="1"/>
          <p:nvPr/>
        </p:nvSpPr>
        <p:spPr>
          <a:xfrm>
            <a:off x="1156200" y="2062637"/>
            <a:ext cx="861060" cy="275590"/>
          </a:xfrm>
          <a:prstGeom prst="rect">
            <a:avLst/>
          </a:prstGeom>
          <a:solidFill>
            <a:schemeClr val="bg1"/>
          </a:solid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1684mm</a:t>
            </a:r>
            <a:endParaRPr lang="zh-CN" altLang="en-US" sz="1200" dirty="0">
              <a:latin typeface="微软雅黑" panose="020B0503020204020204" pitchFamily="34" charset="-122"/>
              <a:ea typeface="微软雅黑" panose="020B0503020204020204" pitchFamily="34" charset="-122"/>
            </a:endParaRPr>
          </a:p>
        </p:txBody>
      </p:sp>
      <p:sp>
        <p:nvSpPr>
          <p:cNvPr id="6" name="文本框 5"/>
          <p:cNvSpPr txBox="1"/>
          <p:nvPr/>
        </p:nvSpPr>
        <p:spPr>
          <a:xfrm>
            <a:off x="9212978" y="1830530"/>
            <a:ext cx="1160983" cy="460375"/>
          </a:xfrm>
          <a:prstGeom prst="rect">
            <a:avLst/>
          </a:prstGeom>
          <a:noFill/>
          <a:ln>
            <a:solidFill>
              <a:schemeClr val="bg1">
                <a:lumMod val="85000"/>
              </a:schemeClr>
            </a:solid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t>Tricolour light</a:t>
            </a:r>
            <a:endParaRPr lang="zh-CN" altLang="en-US" dirty="0"/>
          </a:p>
        </p:txBody>
      </p:sp>
      <p:sp>
        <p:nvSpPr>
          <p:cNvPr id="7" name="文本框 6"/>
          <p:cNvSpPr txBox="1"/>
          <p:nvPr/>
        </p:nvSpPr>
        <p:spPr>
          <a:xfrm>
            <a:off x="10441466" y="3370471"/>
            <a:ext cx="1160983" cy="275590"/>
          </a:xfrm>
          <a:prstGeom prst="rect">
            <a:avLst/>
          </a:prstGeom>
          <a:noFill/>
          <a:ln>
            <a:solidFill>
              <a:schemeClr val="bg1">
                <a:lumMod val="85000"/>
              </a:schemeClr>
            </a:solid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t>Touch screen</a:t>
            </a:r>
            <a:endParaRPr lang="zh-CN" altLang="en-US" dirty="0"/>
          </a:p>
        </p:txBody>
      </p:sp>
      <p:cxnSp>
        <p:nvCxnSpPr>
          <p:cNvPr id="8" name="直接连接符 7"/>
          <p:cNvCxnSpPr/>
          <p:nvPr/>
        </p:nvCxnSpPr>
        <p:spPr>
          <a:xfrm flipH="1">
            <a:off x="1941558" y="1341159"/>
            <a:ext cx="116832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1941558" y="3321930"/>
            <a:ext cx="75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2017260" y="1340333"/>
            <a:ext cx="0" cy="198785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1874015" y="3996019"/>
            <a:ext cx="10285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1874015" y="6432141"/>
            <a:ext cx="13109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1955853" y="4028451"/>
            <a:ext cx="17706" cy="237617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H="1">
            <a:off x="6469873" y="2061362"/>
            <a:ext cx="2716999" cy="352750"/>
          </a:xfrm>
          <a:prstGeom prst="straightConnector1">
            <a:avLst/>
          </a:prstGeom>
          <a:ln w="28575">
            <a:solidFill>
              <a:srgbClr val="005C4F"/>
            </a:solidFill>
            <a:prstDash val="sysDot"/>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1267" name="灯片编号占位符 3"/>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6</a:t>
            </a:fld>
            <a:endParaRPr lang="en-US" altLang="en-US" sz="1400" dirty="0">
              <a:solidFill>
                <a:srgbClr val="898989"/>
              </a:solidFill>
              <a:latin typeface="Arial" panose="020B0604020202020204" pitchFamily="34" charset="0"/>
              <a:ea typeface="微软雅黑" panose="020B0503020204020204" pitchFamily="34" charset="-122"/>
            </a:endParaRPr>
          </a:p>
        </p:txBody>
      </p:sp>
      <p:cxnSp>
        <p:nvCxnSpPr>
          <p:cNvPr id="57" name="直接箭头连接符 56"/>
          <p:cNvCxnSpPr/>
          <p:nvPr/>
        </p:nvCxnSpPr>
        <p:spPr>
          <a:xfrm>
            <a:off x="2082432" y="5597587"/>
            <a:ext cx="360000" cy="0"/>
          </a:xfrm>
          <a:prstGeom prst="straightConnector1">
            <a:avLst/>
          </a:prstGeom>
          <a:ln w="508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2415951" y="3787693"/>
            <a:ext cx="0" cy="924770"/>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4120993" y="3810579"/>
            <a:ext cx="0" cy="851669"/>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2442432" y="3832136"/>
            <a:ext cx="1678561"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083702" y="5012752"/>
            <a:ext cx="360000" cy="0"/>
          </a:xfrm>
          <a:prstGeom prst="straightConnector1">
            <a:avLst/>
          </a:prstGeom>
          <a:ln w="508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7" idx="1"/>
          </p:cNvCxnSpPr>
          <p:nvPr/>
        </p:nvCxnSpPr>
        <p:spPr>
          <a:xfrm flipH="1" flipV="1">
            <a:off x="6096000" y="3224263"/>
            <a:ext cx="4345466" cy="284331"/>
          </a:xfrm>
          <a:prstGeom prst="straightConnector1">
            <a:avLst/>
          </a:prstGeom>
          <a:ln w="28575">
            <a:solidFill>
              <a:srgbClr val="005C4F"/>
            </a:solidFill>
            <a:prstDash val="sysDot"/>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6" idx="1"/>
          </p:cNvCxnSpPr>
          <p:nvPr/>
        </p:nvCxnSpPr>
        <p:spPr>
          <a:xfrm flipH="1">
            <a:off x="8956984" y="2061363"/>
            <a:ext cx="255994" cy="272897"/>
          </a:xfrm>
          <a:prstGeom prst="straightConnector1">
            <a:avLst/>
          </a:prstGeom>
          <a:ln w="28575">
            <a:solidFill>
              <a:srgbClr val="005C4F"/>
            </a:solidFill>
            <a:prstDash val="sysDot"/>
            <a:headEnd type="none"/>
            <a:tailEnd type="oval"/>
          </a:ln>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23" name="图片 22"/>
          <p:cNvPicPr>
            <a:picLocks noChangeAspect="1"/>
          </p:cNvPicPr>
          <p:nvPr/>
        </p:nvPicPr>
        <p:blipFill>
          <a:blip r:embed="rId5"/>
          <a:stretch>
            <a:fillRect/>
          </a:stretch>
        </p:blipFill>
        <p:spPr>
          <a:xfrm>
            <a:off x="1625053" y="1026403"/>
            <a:ext cx="3888740" cy="5377572"/>
          </a:xfrm>
          <a:prstGeom prst="rect">
            <a:avLst/>
          </a:prstGeom>
        </p:spPr>
      </p:pic>
      <p:sp>
        <p:nvSpPr>
          <p:cNvPr id="33" name="TextBox 216"/>
          <p:cNvSpPr txBox="1">
            <a:spLocks noChangeArrowheads="1"/>
          </p:cNvSpPr>
          <p:nvPr/>
        </p:nvSpPr>
        <p:spPr bwMode="auto">
          <a:xfrm>
            <a:off x="3029585" y="6251575"/>
            <a:ext cx="239649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TW"/>
            </a:defPPr>
            <a:lvl1pPr>
              <a:lnSpc>
                <a:spcPct val="130000"/>
              </a:lnSpc>
              <a:defRPr sz="1600"/>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zh-CN" dirty="0"/>
              <a:t> </a:t>
            </a:r>
            <a:r>
              <a:rPr lang="zh-CN" altLang="en-US" dirty="0"/>
              <a:t>Key position</a:t>
            </a:r>
          </a:p>
        </p:txBody>
      </p:sp>
      <p:cxnSp>
        <p:nvCxnSpPr>
          <p:cNvPr id="57" name="直接箭头连接符 56"/>
          <p:cNvCxnSpPr/>
          <p:nvPr/>
        </p:nvCxnSpPr>
        <p:spPr>
          <a:xfrm flipV="1">
            <a:off x="1789050" y="4380230"/>
            <a:ext cx="723900" cy="0"/>
          </a:xfrm>
          <a:prstGeom prst="straightConnector1">
            <a:avLst/>
          </a:prstGeom>
          <a:ln w="508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圆角矩形 12"/>
          <p:cNvSpPr/>
          <p:nvPr/>
        </p:nvSpPr>
        <p:spPr>
          <a:xfrm>
            <a:off x="501650" y="2498725"/>
            <a:ext cx="1181735" cy="161925"/>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300" dirty="0">
                <a:solidFill>
                  <a:schemeClr val="tx1"/>
                </a:solidFill>
                <a:sym typeface="+mn-ea"/>
              </a:rPr>
              <a:t>Tray </a:t>
            </a:r>
            <a:r>
              <a:rPr lang="zh-CN" sz="1300" dirty="0">
                <a:solidFill>
                  <a:schemeClr val="tx1"/>
                </a:solidFill>
                <a:sym typeface="+mn-ea"/>
              </a:rPr>
              <a:t>Flow into</a:t>
            </a:r>
            <a:endParaRPr lang="zh-CN" altLang="en-US" sz="1300" dirty="0">
              <a:solidFill>
                <a:schemeClr val="tx1"/>
              </a:solidFill>
              <a:sym typeface="+mn-ea"/>
            </a:endParaRPr>
          </a:p>
        </p:txBody>
      </p:sp>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3.Machine layout</a:t>
            </a:r>
          </a:p>
        </p:txBody>
      </p:sp>
      <p:sp>
        <p:nvSpPr>
          <p:cNvPr id="27" name="椭圆 26"/>
          <p:cNvSpPr/>
          <p:nvPr/>
        </p:nvSpPr>
        <p:spPr>
          <a:xfrm>
            <a:off x="4040573" y="4139266"/>
            <a:ext cx="288000" cy="326922"/>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endParaRPr kumimoji="0" lang="zh-CN" alt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sp>
        <p:nvSpPr>
          <p:cNvPr id="28" name="椭圆 27"/>
          <p:cNvSpPr/>
          <p:nvPr/>
        </p:nvSpPr>
        <p:spPr>
          <a:xfrm>
            <a:off x="3439392" y="5014590"/>
            <a:ext cx="288000" cy="343050"/>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algn="ctr" defTabSz="825500" latinLnBrk="1" hangingPunct="0"/>
            <a:r>
              <a:rPr lang="en-US" sz="1000" dirty="0">
                <a:solidFill>
                  <a:srgbClr val="000000"/>
                </a:solidFill>
                <a:latin typeface="微软雅黑" panose="020B0503020204020204" pitchFamily="34" charset="-122"/>
                <a:ea typeface="微软雅黑" panose="020B0503020204020204" pitchFamily="34" charset="-122"/>
                <a:sym typeface="Helvetica Neue Light"/>
              </a:rPr>
              <a:t>3</a:t>
            </a:r>
          </a:p>
        </p:txBody>
      </p:sp>
      <p:sp>
        <p:nvSpPr>
          <p:cNvPr id="29" name="椭圆 28"/>
          <p:cNvSpPr/>
          <p:nvPr/>
        </p:nvSpPr>
        <p:spPr>
          <a:xfrm>
            <a:off x="1847347" y="4693764"/>
            <a:ext cx="288000" cy="343050"/>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algn="ctr" defTabSz="825500" latinLnBrk="1" hangingPunct="0"/>
            <a:r>
              <a:rPr lang="en-US" sz="1000" dirty="0">
                <a:solidFill>
                  <a:srgbClr val="000000"/>
                </a:solidFill>
                <a:latin typeface="微软雅黑" panose="020B0503020204020204" pitchFamily="34" charset="-122"/>
                <a:ea typeface="微软雅黑" panose="020B0503020204020204" pitchFamily="34" charset="-122"/>
                <a:sym typeface="Helvetica Neue Light"/>
              </a:rPr>
              <a:t>2</a:t>
            </a:r>
          </a:p>
        </p:txBody>
      </p:sp>
      <p:graphicFrame>
        <p:nvGraphicFramePr>
          <p:cNvPr id="35" name="表格 34"/>
          <p:cNvGraphicFramePr>
            <a:graphicFrameLocks noGrp="1"/>
          </p:cNvGraphicFramePr>
          <p:nvPr>
            <p:custDataLst>
              <p:tags r:id="rId1"/>
            </p:custDataLst>
          </p:nvPr>
        </p:nvGraphicFramePr>
        <p:xfrm>
          <a:off x="7159625" y="2660650"/>
          <a:ext cx="3888740" cy="1296432"/>
        </p:xfrm>
        <a:graphic>
          <a:graphicData uri="http://schemas.openxmlformats.org/drawingml/2006/table">
            <a:tbl>
              <a:tblPr firstRow="1" bandRow="1">
                <a:tableStyleId>{5940675A-B579-460E-94D1-54222C63F5DA}</a:tableStyleId>
              </a:tblPr>
              <a:tblGrid>
                <a:gridCol w="114490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280035">
                <a:tc>
                  <a:txBody>
                    <a:bodyPr/>
                    <a:lstStyle/>
                    <a:p>
                      <a:pPr algn="ctr"/>
                      <a:r>
                        <a:rPr lang="zh-CN" sz="1200" b="1" dirty="0">
                          <a:latin typeface="微软雅黑" panose="020B0503020204020204" pitchFamily="34" charset="-122"/>
                          <a:ea typeface="微软雅黑" panose="020B0503020204020204" pitchFamily="34" charset="-122"/>
                          <a:cs typeface="Arial" panose="020B0604020202020204" pitchFamily="34" charset="0"/>
                        </a:rPr>
                        <a:t>Item number</a:t>
                      </a:r>
                    </a:p>
                  </a:txBody>
                  <a:tcPr anchor="ctr"/>
                </a:tc>
                <a:tc>
                  <a:txBody>
                    <a:bodyPr/>
                    <a:lstStyle/>
                    <a:p>
                      <a:pPr algn="ctr"/>
                      <a:r>
                        <a:rPr lang="zh-CN" altLang="en-US" sz="1200" b="1" dirty="0">
                          <a:latin typeface="微软雅黑" panose="020B0503020204020204" pitchFamily="34" charset="-122"/>
                          <a:ea typeface="微软雅黑" panose="020B0503020204020204" pitchFamily="34" charset="-122"/>
                          <a:cs typeface="Arial" panose="020B0604020202020204" pitchFamily="34" charset="0"/>
                        </a:rPr>
                        <a:t>Process flow</a:t>
                      </a:r>
                    </a:p>
                  </a:txBody>
                  <a:tcPr anchor="ctr"/>
                </a:tc>
                <a:extLst>
                  <a:ext uri="{0D108BD9-81ED-4DB2-BD59-A6C34878D82A}">
                    <a16:rowId xmlns:a16="http://schemas.microsoft.com/office/drawing/2014/main" val="10000"/>
                  </a:ext>
                </a:extLst>
              </a:tr>
              <a:tr h="279744">
                <a:tc>
                  <a:txBody>
                    <a:bodyPr/>
                    <a:lstStyle/>
                    <a:p>
                      <a:pPr algn="ctr"/>
                      <a:r>
                        <a:rPr lang="en-US" altLang="zh-CN" sz="1200" dirty="0">
                          <a:latin typeface="微软雅黑" panose="020B0503020204020204" pitchFamily="34" charset="-122"/>
                          <a:ea typeface="微软雅黑" panose="020B0503020204020204" pitchFamily="34" charset="-122"/>
                        </a:rPr>
                        <a:t>1</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algn="ctr" defTabSz="914400" rtl="0" eaLnBrk="1" latinLnBrk="0" hangingPunct="1"/>
                      <a:r>
                        <a:rPr sz="1200" kern="1200" dirty="0">
                          <a:solidFill>
                            <a:schemeClr val="tx1"/>
                          </a:solidFill>
                          <a:latin typeface="微软雅黑" panose="020B0503020204020204" pitchFamily="34" charset="-122"/>
                          <a:ea typeface="微软雅黑" panose="020B0503020204020204" pitchFamily="34" charset="-122"/>
                          <a:cs typeface="+mn-cs"/>
                        </a:rPr>
                        <a:t>Empty Tray switch components</a:t>
                      </a:r>
                    </a:p>
                  </a:txBody>
                  <a:tcPr anchor="ctr"/>
                </a:tc>
                <a:extLst>
                  <a:ext uri="{0D108BD9-81ED-4DB2-BD59-A6C34878D82A}">
                    <a16:rowId xmlns:a16="http://schemas.microsoft.com/office/drawing/2014/main" val="10001"/>
                  </a:ext>
                </a:extLst>
              </a:tr>
              <a:tr h="279744">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cs typeface="+mn-cs"/>
                          <a:sym typeface="Gill Sans"/>
                        </a:rPr>
                        <a:t>2</a:t>
                      </a:r>
                      <a:endParaRPr lang="zh-CN" altLang="en-US" sz="1200" dirty="0">
                        <a:solidFill>
                          <a:schemeClr val="tx1"/>
                        </a:solidFill>
                        <a:latin typeface="微软雅黑" panose="020B0503020204020204" pitchFamily="34" charset="-122"/>
                        <a:ea typeface="微软雅黑" panose="020B0503020204020204" pitchFamily="34" charset="-122"/>
                        <a:cs typeface="+mn-cs"/>
                        <a:sym typeface="Gill Sans"/>
                      </a:endParaRPr>
                    </a:p>
                  </a:txBody>
                  <a:tcPr anchor="ctr"/>
                </a:tc>
                <a:tc>
                  <a:txBody>
                    <a:bodyPr/>
                    <a:lstStyle/>
                    <a:p>
                      <a:pPr algn="ctr" rtl="0"/>
                      <a:r>
                        <a:rPr sz="1200" kern="1200" dirty="0">
                          <a:solidFill>
                            <a:schemeClr val="tx1"/>
                          </a:solidFill>
                          <a:latin typeface="微软雅黑" panose="020B0503020204020204" pitchFamily="34" charset="-122"/>
                          <a:ea typeface="微软雅黑" panose="020B0503020204020204" pitchFamily="34" charset="-122"/>
                          <a:cs typeface="+mn-cs"/>
                        </a:rPr>
                        <a:t>Table Load transfer component</a:t>
                      </a:r>
                    </a:p>
                  </a:txBody>
                  <a:tcPr anchor="ctr"/>
                </a:tc>
                <a:extLst>
                  <a:ext uri="{0D108BD9-81ED-4DB2-BD59-A6C34878D82A}">
                    <a16:rowId xmlns:a16="http://schemas.microsoft.com/office/drawing/2014/main" val="10002"/>
                  </a:ext>
                </a:extLst>
              </a:tr>
              <a:tr h="279744">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cs typeface="+mn-cs"/>
                          <a:sym typeface="Gill Sans"/>
                        </a:rPr>
                        <a:t>3</a:t>
                      </a:r>
                      <a:endParaRPr lang="zh-CN" altLang="en-US" sz="1200" dirty="0">
                        <a:solidFill>
                          <a:schemeClr val="tx1"/>
                        </a:solidFill>
                        <a:latin typeface="微软雅黑" panose="020B0503020204020204" pitchFamily="34" charset="-122"/>
                        <a:ea typeface="微软雅黑" panose="020B0503020204020204" pitchFamily="34" charset="-122"/>
                        <a:cs typeface="+mn-cs"/>
                        <a:sym typeface="Gill Sans"/>
                      </a:endParaRPr>
                    </a:p>
                  </a:txBody>
                  <a:tcPr anchor="ctr"/>
                </a:tc>
                <a:tc>
                  <a:txBody>
                    <a:bodyPr/>
                    <a:lstStyle/>
                    <a:p>
                      <a:pPr marL="0" algn="ctr" defTabSz="914400" rtl="0" eaLnBrk="1" latinLnBrk="0" hangingPunct="1"/>
                      <a:r>
                        <a:rPr sz="1200" kern="1200" dirty="0">
                          <a:solidFill>
                            <a:schemeClr val="tx1"/>
                          </a:solidFill>
                          <a:latin typeface="微软雅黑" panose="020B0503020204020204" pitchFamily="34" charset="-122"/>
                          <a:ea typeface="微软雅黑" panose="020B0503020204020204" pitchFamily="34" charset="-122"/>
                          <a:cs typeface="+mn-cs"/>
                        </a:rPr>
                        <a:t>Receiving Tray Switch components</a:t>
                      </a:r>
                    </a:p>
                  </a:txBody>
                  <a:tcPr anchor="ctr"/>
                </a:tc>
                <a:extLst>
                  <a:ext uri="{0D108BD9-81ED-4DB2-BD59-A6C34878D82A}">
                    <a16:rowId xmlns:a16="http://schemas.microsoft.com/office/drawing/2014/main" val="10003"/>
                  </a:ext>
                </a:extLst>
              </a:tr>
            </a:tbl>
          </a:graphicData>
        </a:graphic>
      </p:graphicFrame>
      <p:cxnSp>
        <p:nvCxnSpPr>
          <p:cNvPr id="7" name="直接箭头连接符 6"/>
          <p:cNvCxnSpPr/>
          <p:nvPr/>
        </p:nvCxnSpPr>
        <p:spPr>
          <a:xfrm>
            <a:off x="3152222" y="4380463"/>
            <a:ext cx="10160" cy="634365"/>
          </a:xfrm>
          <a:prstGeom prst="straightConnector1">
            <a:avLst/>
          </a:prstGeom>
          <a:ln w="38100">
            <a:solidFill>
              <a:srgbClr val="FF0000"/>
            </a:solidFill>
            <a:prstDash val="sysDot"/>
            <a:headEnd type="none"/>
            <a:tailEnd type="triangle"/>
          </a:ln>
          <a:effectLst/>
        </p:spPr>
        <p:style>
          <a:lnRef idx="1">
            <a:schemeClr val="accent1"/>
          </a:lnRef>
          <a:fillRef idx="0">
            <a:schemeClr val="accent1"/>
          </a:fillRef>
          <a:effectRef idx="0">
            <a:schemeClr val="accent1"/>
          </a:effectRef>
          <a:fontRef idx="minor">
            <a:schemeClr val="tx1"/>
          </a:fontRef>
        </p:style>
      </p:cxnSp>
      <p:sp>
        <p:nvSpPr>
          <p:cNvPr id="11267" name="灯片编号占位符 3"/>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7</a:t>
            </a:fld>
            <a:endParaRPr lang="en-US" altLang="en-US" sz="1400" dirty="0">
              <a:solidFill>
                <a:srgbClr val="898989"/>
              </a:solidFill>
              <a:latin typeface="Arial" panose="020B0604020202020204" pitchFamily="34" charset="0"/>
              <a:ea typeface="微软雅黑" panose="020B0503020204020204" pitchFamily="34" charset="-122"/>
            </a:endParaRPr>
          </a:p>
        </p:txBody>
      </p:sp>
      <p:cxnSp>
        <p:nvCxnSpPr>
          <p:cNvPr id="8" name="直接箭头连接符 7"/>
          <p:cNvCxnSpPr/>
          <p:nvPr/>
        </p:nvCxnSpPr>
        <p:spPr>
          <a:xfrm flipV="1">
            <a:off x="4480151" y="4375785"/>
            <a:ext cx="711835" cy="1905"/>
          </a:xfrm>
          <a:prstGeom prst="straightConnector1">
            <a:avLst/>
          </a:prstGeom>
          <a:ln w="508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 name="圆角矩形 12"/>
          <p:cNvSpPr/>
          <p:nvPr/>
        </p:nvSpPr>
        <p:spPr>
          <a:xfrm>
            <a:off x="5399405" y="2719705"/>
            <a:ext cx="1125220" cy="17526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300" dirty="0">
                <a:solidFill>
                  <a:schemeClr val="tx1"/>
                </a:solidFill>
                <a:sym typeface="+mn-ea"/>
              </a:rPr>
              <a:t>Tray</a:t>
            </a:r>
            <a:r>
              <a:rPr lang="zh-CN" sz="1300" dirty="0">
                <a:solidFill>
                  <a:schemeClr val="tx1"/>
                </a:solidFill>
                <a:sym typeface="+mn-ea"/>
              </a:rPr>
              <a:t>outflow</a:t>
            </a:r>
          </a:p>
        </p:txBody>
      </p:sp>
      <p:cxnSp>
        <p:nvCxnSpPr>
          <p:cNvPr id="4" name="直接箭头连接符 3"/>
          <p:cNvCxnSpPr/>
          <p:nvPr/>
        </p:nvCxnSpPr>
        <p:spPr>
          <a:xfrm flipV="1">
            <a:off x="1789050" y="2894330"/>
            <a:ext cx="723900" cy="0"/>
          </a:xfrm>
          <a:prstGeom prst="straightConnector1">
            <a:avLst/>
          </a:prstGeom>
          <a:ln w="508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3902157" y="1940158"/>
            <a:ext cx="10160" cy="634365"/>
          </a:xfrm>
          <a:prstGeom prst="straightConnector1">
            <a:avLst/>
          </a:prstGeom>
          <a:ln w="38100">
            <a:solidFill>
              <a:srgbClr val="FF0000"/>
            </a:solidFill>
            <a:prstDash val="sysDot"/>
            <a:headEnd type="none"/>
            <a:tailEnd type="triangle"/>
          </a:ln>
          <a:effectLst/>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flipV="1">
            <a:off x="3727532" y="4305533"/>
            <a:ext cx="1905" cy="614045"/>
          </a:xfrm>
          <a:prstGeom prst="straightConnector1">
            <a:avLst/>
          </a:prstGeom>
          <a:ln w="38100">
            <a:solidFill>
              <a:srgbClr val="FF0000"/>
            </a:solidFill>
            <a:prstDash val="sysDot"/>
            <a:headEnd type="none"/>
            <a:tailEnd type="triangle"/>
          </a:ln>
          <a:effectLst/>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flipV="1">
            <a:off x="3298272" y="1960478"/>
            <a:ext cx="1905" cy="614045"/>
          </a:xfrm>
          <a:prstGeom prst="straightConnector1">
            <a:avLst/>
          </a:prstGeom>
          <a:ln w="38100">
            <a:solidFill>
              <a:srgbClr val="FF0000"/>
            </a:solidFill>
            <a:prstDash val="sysDot"/>
            <a:headEnd type="none"/>
            <a:tailEnd type="triangle"/>
          </a:ln>
          <a:effectLst/>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V="1">
            <a:off x="4480151" y="2892425"/>
            <a:ext cx="711835" cy="1905"/>
          </a:xfrm>
          <a:prstGeom prst="straightConnector1">
            <a:avLst/>
          </a:prstGeom>
          <a:ln w="508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3984496" y="2872964"/>
            <a:ext cx="288000" cy="326922"/>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endParaRPr kumimoji="0" lang="zh-CN" alt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sp>
        <p:nvSpPr>
          <p:cNvPr id="17" name="椭圆 16"/>
          <p:cNvSpPr/>
          <p:nvPr/>
        </p:nvSpPr>
        <p:spPr>
          <a:xfrm>
            <a:off x="1886128" y="2066215"/>
            <a:ext cx="288000" cy="343050"/>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algn="ctr" defTabSz="825500" latinLnBrk="1" hangingPunct="0"/>
            <a:r>
              <a:rPr lang="en-US" sz="1000" dirty="0">
                <a:solidFill>
                  <a:srgbClr val="000000"/>
                </a:solidFill>
                <a:latin typeface="微软雅黑" panose="020B0503020204020204" pitchFamily="34" charset="-122"/>
                <a:ea typeface="微软雅黑" panose="020B0503020204020204" pitchFamily="34" charset="-122"/>
                <a:sym typeface="Helvetica Neue Light"/>
              </a:rPr>
              <a:t>2</a:t>
            </a:r>
          </a:p>
        </p:txBody>
      </p:sp>
      <p:sp>
        <p:nvSpPr>
          <p:cNvPr id="19" name="椭圆 18"/>
          <p:cNvSpPr/>
          <p:nvPr/>
        </p:nvSpPr>
        <p:spPr>
          <a:xfrm>
            <a:off x="3431772" y="1939920"/>
            <a:ext cx="288000" cy="343050"/>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algn="ctr" defTabSz="825500" latinLnBrk="1" hangingPunct="0"/>
            <a:r>
              <a:rPr lang="en-US" sz="1000" dirty="0">
                <a:solidFill>
                  <a:srgbClr val="000000"/>
                </a:solidFill>
                <a:latin typeface="微软雅黑" panose="020B0503020204020204" pitchFamily="34" charset="-122"/>
                <a:ea typeface="微软雅黑" panose="020B0503020204020204" pitchFamily="34" charset="-122"/>
                <a:sym typeface="Helvetica Neue Light"/>
              </a:rPr>
              <a:t>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7" name="图片 26"/>
          <p:cNvPicPr>
            <a:picLocks noChangeAspect="1"/>
          </p:cNvPicPr>
          <p:nvPr/>
        </p:nvPicPr>
        <p:blipFill rotWithShape="1">
          <a:blip r:embed="rId4"/>
          <a:srcRect t="8857"/>
          <a:stretch>
            <a:fillRect/>
          </a:stretch>
        </p:blipFill>
        <p:spPr>
          <a:xfrm>
            <a:off x="8633791" y="878472"/>
            <a:ext cx="2710518" cy="1502143"/>
          </a:xfrm>
          <a:prstGeom prst="rect">
            <a:avLst/>
          </a:prstGeom>
        </p:spPr>
      </p:pic>
      <p:pic>
        <p:nvPicPr>
          <p:cNvPr id="12" name="图片 11"/>
          <p:cNvPicPr>
            <a:picLocks noChangeAspect="1"/>
          </p:cNvPicPr>
          <p:nvPr/>
        </p:nvPicPr>
        <p:blipFill>
          <a:blip r:embed="rId5"/>
          <a:stretch>
            <a:fillRect/>
          </a:stretch>
        </p:blipFill>
        <p:spPr>
          <a:xfrm>
            <a:off x="847691" y="983018"/>
            <a:ext cx="2234910" cy="1464936"/>
          </a:xfrm>
          <a:prstGeom prst="rect">
            <a:avLst/>
          </a:prstGeom>
        </p:spPr>
      </p:pic>
      <p:pic>
        <p:nvPicPr>
          <p:cNvPr id="11" name="图片 10"/>
          <p:cNvPicPr>
            <a:picLocks noChangeAspect="1"/>
          </p:cNvPicPr>
          <p:nvPr/>
        </p:nvPicPr>
        <p:blipFill>
          <a:blip r:embed="rId6"/>
          <a:stretch>
            <a:fillRect/>
          </a:stretch>
        </p:blipFill>
        <p:spPr>
          <a:xfrm>
            <a:off x="3405722" y="1030082"/>
            <a:ext cx="4726386" cy="4946538"/>
          </a:xfrm>
          <a:prstGeom prst="rect">
            <a:avLst/>
          </a:prstGeom>
        </p:spPr>
      </p:pic>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3.Machine layout</a:t>
            </a:r>
            <a:endParaRPr lang="en-US" altLang="zh-CN" dirty="0">
              <a:latin typeface="+mn-lt"/>
            </a:endParaRPr>
          </a:p>
        </p:txBody>
      </p:sp>
      <p:sp>
        <p:nvSpPr>
          <p:cNvPr id="36" name="圆角矩形 12"/>
          <p:cNvSpPr/>
          <p:nvPr/>
        </p:nvSpPr>
        <p:spPr>
          <a:xfrm>
            <a:off x="1765756" y="6332040"/>
            <a:ext cx="1693964" cy="18669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300" dirty="0">
                <a:solidFill>
                  <a:schemeClr val="tx1"/>
                </a:solidFill>
                <a:latin typeface="微软雅黑" panose="020B0503020204020204" pitchFamily="34" charset="-122"/>
                <a:ea typeface="微软雅黑" panose="020B0503020204020204" pitchFamily="34" charset="-122"/>
                <a:sym typeface="+mn-ea"/>
              </a:rPr>
              <a:t>Empty Tray switch components</a:t>
            </a:r>
            <a:endParaRPr lang="zh-CN" sz="1300" dirty="0">
              <a:solidFill>
                <a:schemeClr val="tx1"/>
              </a:solidFill>
              <a:latin typeface="微软雅黑" panose="020B0503020204020204" pitchFamily="34" charset="-122"/>
              <a:ea typeface="微软雅黑" panose="020B0503020204020204" pitchFamily="34" charset="-122"/>
              <a:sym typeface="+mn-ea"/>
            </a:endParaRPr>
          </a:p>
        </p:txBody>
      </p:sp>
      <p:cxnSp>
        <p:nvCxnSpPr>
          <p:cNvPr id="149" name="肘形连接符 148"/>
          <p:cNvCxnSpPr/>
          <p:nvPr/>
        </p:nvCxnSpPr>
        <p:spPr>
          <a:xfrm>
            <a:off x="2850558" y="1647303"/>
            <a:ext cx="1218324" cy="684389"/>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16" name="肘形连接符 15"/>
          <p:cNvCxnSpPr/>
          <p:nvPr/>
        </p:nvCxnSpPr>
        <p:spPr>
          <a:xfrm flipV="1">
            <a:off x="5487255" y="2338758"/>
            <a:ext cx="930011" cy="646261"/>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4" name="肘形连接符 3"/>
          <p:cNvCxnSpPr/>
          <p:nvPr/>
        </p:nvCxnSpPr>
        <p:spPr>
          <a:xfrm rot="10800000" flipV="1">
            <a:off x="7234392" y="2473960"/>
            <a:ext cx="2107050" cy="1022118"/>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61" name="圆角矩形 12"/>
          <p:cNvSpPr/>
          <p:nvPr/>
        </p:nvSpPr>
        <p:spPr>
          <a:xfrm>
            <a:off x="1676400" y="2275840"/>
            <a:ext cx="1868170" cy="121539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300" dirty="0">
                <a:solidFill>
                  <a:schemeClr val="tx1"/>
                </a:solidFill>
                <a:latin typeface="微软雅黑" panose="020B0503020204020204" pitchFamily="34" charset="-122"/>
                <a:ea typeface="微软雅黑" panose="020B0503020204020204" pitchFamily="34" charset="-122"/>
                <a:sym typeface="+mn-ea"/>
              </a:rPr>
              <a:t>Table Load transfer component</a:t>
            </a:r>
            <a:endParaRPr lang="zh-CN" sz="1300" dirty="0">
              <a:solidFill>
                <a:schemeClr val="tx1"/>
              </a:solidFill>
              <a:latin typeface="微软雅黑" panose="020B0503020204020204" pitchFamily="34" charset="-122"/>
              <a:ea typeface="微软雅黑" panose="020B0503020204020204" pitchFamily="34" charset="-122"/>
              <a:sym typeface="+mn-ea"/>
            </a:endParaRPr>
          </a:p>
        </p:txBody>
      </p:sp>
      <p:sp>
        <p:nvSpPr>
          <p:cNvPr id="82" name="圆角矩形 12"/>
          <p:cNvSpPr/>
          <p:nvPr/>
        </p:nvSpPr>
        <p:spPr>
          <a:xfrm>
            <a:off x="9590405" y="2362835"/>
            <a:ext cx="2157730" cy="63246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300" dirty="0">
                <a:solidFill>
                  <a:schemeClr val="tx1"/>
                </a:solidFill>
                <a:latin typeface="微软雅黑" panose="020B0503020204020204" pitchFamily="34" charset="-122"/>
                <a:ea typeface="微软雅黑" panose="020B0503020204020204" pitchFamily="34" charset="-122"/>
                <a:sym typeface="+mn-ea"/>
              </a:rPr>
              <a:t>Receiving Tray Switch components</a:t>
            </a:r>
            <a:endParaRPr lang="zh-CN" sz="1300" dirty="0">
              <a:solidFill>
                <a:schemeClr val="tx1"/>
              </a:solidFill>
              <a:latin typeface="微软雅黑" panose="020B0503020204020204" pitchFamily="34" charset="-122"/>
              <a:ea typeface="微软雅黑" panose="020B0503020204020204" pitchFamily="34" charset="-122"/>
              <a:sym typeface="+mn-ea"/>
            </a:endParaRPr>
          </a:p>
        </p:txBody>
      </p:sp>
      <p:sp>
        <p:nvSpPr>
          <p:cNvPr id="83" name="灯片编号占位符 3"/>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8</a:t>
            </a:fld>
            <a:endParaRPr lang="en-US" altLang="en-US" sz="1400" dirty="0">
              <a:solidFill>
                <a:srgbClr val="898989"/>
              </a:solidFill>
              <a:latin typeface="Arial" panose="020B0604020202020204" pitchFamily="34" charset="0"/>
              <a:ea typeface="微软雅黑" panose="020B0503020204020204" pitchFamily="34" charset="-122"/>
            </a:endParaRPr>
          </a:p>
        </p:txBody>
      </p:sp>
      <p:sp>
        <p:nvSpPr>
          <p:cNvPr id="84" name="椭圆 83"/>
          <p:cNvSpPr/>
          <p:nvPr/>
        </p:nvSpPr>
        <p:spPr>
          <a:xfrm>
            <a:off x="1477756" y="6261924"/>
            <a:ext cx="288000" cy="326922"/>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endParaRPr kumimoji="0" lang="zh-CN" alt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sp>
        <p:nvSpPr>
          <p:cNvPr id="85" name="椭圆 84"/>
          <p:cNvSpPr/>
          <p:nvPr/>
        </p:nvSpPr>
        <p:spPr>
          <a:xfrm>
            <a:off x="9408441" y="2312790"/>
            <a:ext cx="248628" cy="343050"/>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3</a:t>
            </a:r>
            <a:endParaRPr kumimoji="0" lang="zh-CN" alt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sp>
        <p:nvSpPr>
          <p:cNvPr id="86" name="椭圆 85"/>
          <p:cNvSpPr/>
          <p:nvPr/>
        </p:nvSpPr>
        <p:spPr>
          <a:xfrm>
            <a:off x="1483471" y="2711143"/>
            <a:ext cx="288000" cy="343050"/>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2</a:t>
            </a:r>
            <a:endParaRPr kumimoji="0" lang="zh-CN" alt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cxnSp>
        <p:nvCxnSpPr>
          <p:cNvPr id="6" name="肘形连接符 5"/>
          <p:cNvCxnSpPr/>
          <p:nvPr/>
        </p:nvCxnSpPr>
        <p:spPr>
          <a:xfrm flipV="1">
            <a:off x="3330429" y="2995977"/>
            <a:ext cx="3470003" cy="2406533"/>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8" name="肘形连接符 7"/>
          <p:cNvCxnSpPr/>
          <p:nvPr/>
        </p:nvCxnSpPr>
        <p:spPr>
          <a:xfrm>
            <a:off x="3459720" y="2372938"/>
            <a:ext cx="1509617" cy="1450346"/>
          </a:xfrm>
          <a:prstGeom prst="bentConnector3">
            <a:avLst>
              <a:gd name="adj1" fmla="val -13"/>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10" name="肘形连接符 9"/>
          <p:cNvCxnSpPr/>
          <p:nvPr/>
        </p:nvCxnSpPr>
        <p:spPr>
          <a:xfrm rot="10800000">
            <a:off x="6055995" y="1802765"/>
            <a:ext cx="3335655" cy="671195"/>
          </a:xfrm>
          <a:prstGeom prst="bentConnector3">
            <a:avLst>
              <a:gd name="adj1" fmla="val 4999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pic>
        <p:nvPicPr>
          <p:cNvPr id="31" name="图片 30"/>
          <p:cNvPicPr>
            <a:picLocks noChangeAspect="1"/>
          </p:cNvPicPr>
          <p:nvPr/>
        </p:nvPicPr>
        <p:blipFill rotWithShape="1">
          <a:blip r:embed="rId7"/>
          <a:srcRect t="6395"/>
          <a:stretch>
            <a:fillRect/>
          </a:stretch>
        </p:blipFill>
        <p:spPr>
          <a:xfrm>
            <a:off x="596554" y="4601749"/>
            <a:ext cx="2647607" cy="15021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pic>
        <p:nvPicPr>
          <p:cNvPr id="22" name="图片 21"/>
          <p:cNvPicPr>
            <a:picLocks noChangeAspect="1"/>
          </p:cNvPicPr>
          <p:nvPr/>
        </p:nvPicPr>
        <p:blipFill rotWithShape="1">
          <a:blip r:embed="rId13"/>
          <a:srcRect t="6395"/>
          <a:stretch>
            <a:fillRect/>
          </a:stretch>
        </p:blipFill>
        <p:spPr>
          <a:xfrm>
            <a:off x="2718164" y="1543347"/>
            <a:ext cx="5447008" cy="3090408"/>
          </a:xfrm>
          <a:prstGeom prst="rect">
            <a:avLst/>
          </a:prstGeom>
        </p:spPr>
      </p:pic>
      <p:sp>
        <p:nvSpPr>
          <p:cNvPr id="4" name="標題 1"/>
          <p:cNvSpPr txBox="1"/>
          <p:nvPr/>
        </p:nvSpPr>
        <p:spPr>
          <a:xfrm>
            <a:off x="741988" y="12647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4.Key component</a:t>
            </a:r>
          </a:p>
        </p:txBody>
      </p:sp>
      <p:sp>
        <p:nvSpPr>
          <p:cNvPr id="21" name="文本框 20"/>
          <p:cNvSpPr txBox="1"/>
          <p:nvPr/>
        </p:nvSpPr>
        <p:spPr>
          <a:xfrm>
            <a:off x="301059" y="768252"/>
            <a:ext cx="3608211" cy="64516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4.1</a:t>
            </a:r>
            <a:r>
              <a:rPr sz="1800" b="1" dirty="0"/>
              <a:t>Empty Tray switch components</a:t>
            </a:r>
          </a:p>
          <a:p>
            <a:endParaRPr lang="zh-CN" altLang="en-US" sz="1800" b="1" dirty="0"/>
          </a:p>
        </p:txBody>
      </p:sp>
      <p:sp>
        <p:nvSpPr>
          <p:cNvPr id="5" name="TextBox 216"/>
          <p:cNvSpPr txBox="1">
            <a:spLocks noChangeArrowheads="1"/>
          </p:cNvSpPr>
          <p:nvPr/>
        </p:nvSpPr>
        <p:spPr bwMode="auto">
          <a:xfrm>
            <a:off x="1370010" y="1949745"/>
            <a:ext cx="621656"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B</a:t>
            </a:r>
            <a:r>
              <a:rPr lang="zh-CN" altLang="en-US" sz="1300" dirty="0">
                <a:latin typeface="+mn-lt"/>
              </a:rPr>
              <a:t>elt</a:t>
            </a:r>
          </a:p>
        </p:txBody>
      </p:sp>
      <p:sp>
        <p:nvSpPr>
          <p:cNvPr id="6" name="TextBox 216"/>
          <p:cNvSpPr txBox="1">
            <a:spLocks noChangeArrowheads="1"/>
          </p:cNvSpPr>
          <p:nvPr/>
        </p:nvSpPr>
        <p:spPr bwMode="auto">
          <a:xfrm>
            <a:off x="8495030" y="3065780"/>
            <a:ext cx="839470" cy="839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zh-CN" sz="1300" dirty="0">
                <a:latin typeface="+mn-lt"/>
                <a:sym typeface="+mn-ea"/>
              </a:rPr>
              <a:t>Electric machine</a:t>
            </a:r>
            <a:endParaRPr lang="zh-CN" sz="1300" dirty="0">
              <a:latin typeface="+mn-lt"/>
            </a:endParaRPr>
          </a:p>
          <a:p>
            <a:pPr eaLnBrk="1" hangingPunct="1">
              <a:lnSpc>
                <a:spcPct val="130000"/>
              </a:lnSpc>
            </a:pPr>
            <a:endParaRPr lang="zh-CN" sz="1300" dirty="0">
              <a:latin typeface="+mn-lt"/>
            </a:endParaRPr>
          </a:p>
        </p:txBody>
      </p:sp>
      <p:sp>
        <p:nvSpPr>
          <p:cNvPr id="9" name="TextBox 216"/>
          <p:cNvSpPr txBox="1">
            <a:spLocks noChangeArrowheads="1"/>
          </p:cNvSpPr>
          <p:nvPr/>
        </p:nvSpPr>
        <p:spPr bwMode="auto">
          <a:xfrm>
            <a:off x="7907459" y="1378422"/>
            <a:ext cx="142889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sz="1300" dirty="0">
                <a:latin typeface="+mn-lt"/>
              </a:rPr>
              <a:t>Tray block cylinder</a:t>
            </a:r>
          </a:p>
        </p:txBody>
      </p:sp>
      <p:sp>
        <p:nvSpPr>
          <p:cNvPr id="11" name="TextBox 216"/>
          <p:cNvSpPr txBox="1">
            <a:spLocks noChangeArrowheads="1"/>
          </p:cNvSpPr>
          <p:nvPr/>
        </p:nvSpPr>
        <p:spPr bwMode="auto">
          <a:xfrm>
            <a:off x="977265" y="3289300"/>
            <a:ext cx="2024380" cy="392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zh-CN" sz="1300" dirty="0">
                <a:latin typeface="+mn-lt"/>
              </a:rPr>
              <a:t>Electric machine</a:t>
            </a:r>
          </a:p>
        </p:txBody>
      </p:sp>
      <p:cxnSp>
        <p:nvCxnSpPr>
          <p:cNvPr id="13" name="肘形连接符 12"/>
          <p:cNvCxnSpPr/>
          <p:nvPr/>
        </p:nvCxnSpPr>
        <p:spPr>
          <a:xfrm>
            <a:off x="1864691" y="2128098"/>
            <a:ext cx="1435735" cy="426720"/>
          </a:xfrm>
          <a:prstGeom prst="bentConnector3">
            <a:avLst>
              <a:gd name="adj1" fmla="val 5002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15" name="肘形连接符 14"/>
          <p:cNvCxnSpPr/>
          <p:nvPr/>
        </p:nvCxnSpPr>
        <p:spPr>
          <a:xfrm flipV="1">
            <a:off x="2193666" y="3169665"/>
            <a:ext cx="856792" cy="330139"/>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49" name="Shape 78"/>
          <p:cNvSpPr/>
          <p:nvPr/>
        </p:nvSpPr>
        <p:spPr>
          <a:xfrm rot="10800000" flipV="1">
            <a:off x="7698725" y="3347318"/>
            <a:ext cx="796290" cy="629920"/>
          </a:xfrm>
          <a:prstGeom prst="line">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sp>
        <p:nvSpPr>
          <p:cNvPr id="11267" name="灯片编号占位符 3"/>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9</a:t>
            </a:fld>
            <a:endParaRPr lang="en-US" altLang="en-US" sz="1400" dirty="0">
              <a:solidFill>
                <a:srgbClr val="898989"/>
              </a:solidFill>
              <a:latin typeface="Arial" panose="020B0604020202020204" pitchFamily="34" charset="0"/>
              <a:ea typeface="微软雅黑" panose="020B0503020204020204" pitchFamily="34" charset="-122"/>
            </a:endParaRPr>
          </a:p>
        </p:txBody>
      </p:sp>
      <p:sp>
        <p:nvSpPr>
          <p:cNvPr id="71" name="文本框 27"/>
          <p:cNvSpPr txBox="1"/>
          <p:nvPr>
            <p:custDataLst>
              <p:tags r:id="rId1"/>
            </p:custDataLst>
          </p:nvPr>
        </p:nvSpPr>
        <p:spPr>
          <a:xfrm>
            <a:off x="9406255" y="959485"/>
            <a:ext cx="2712720" cy="5645150"/>
          </a:xfrm>
          <a:prstGeom prst="rect">
            <a:avLst/>
          </a:prstGeom>
          <a:noFill/>
        </p:spPr>
        <p:txBody>
          <a:bodyPr wrap="square" rtlCol="0">
            <a:noAutofit/>
          </a:bodyPr>
          <a:lstStyle/>
          <a:p>
            <a:pPr algn="l"/>
            <a:r>
              <a:rPr lang="en-US" altLang="zh-CN" sz="1400" dirty="0">
                <a:latin typeface="Calibri" panose="020F0502020204030204" pitchFamily="34" charset="0"/>
                <a:cs typeface="Calibri" panose="020F0502020204030204" pitchFamily="34" charset="0"/>
              </a:rPr>
              <a:t>1.</a:t>
            </a:r>
            <a:r>
              <a:rPr sz="1400" dirty="0">
                <a:latin typeface="Calibri" panose="020F0502020204030204" pitchFamily="34" charset="0"/>
                <a:cs typeface="Calibri" panose="020F0502020204030204" pitchFamily="34" charset="0"/>
              </a:rPr>
              <a:t>Tray positioning process</a:t>
            </a:r>
            <a:r>
              <a:rPr lang="zh-CN" altLang="en-US" sz="1400" dirty="0">
                <a:latin typeface="Calibri" panose="020F0502020204030204" pitchFamily="34" charset="0"/>
                <a:cs typeface="Calibri" panose="020F0502020204030204" pitchFamily="34" charset="0"/>
              </a:rPr>
              <a:t>  ：</a:t>
            </a:r>
          </a:p>
          <a:p>
            <a:r>
              <a:rPr lang="zh-CN" altLang="en-US" sz="1400" dirty="0">
                <a:latin typeface="Calibri" panose="020F0502020204030204" pitchFamily="34" charset="0"/>
                <a:cs typeface="Calibri" panose="020F0502020204030204" pitchFamily="34" charset="0"/>
              </a:rPr>
              <a:t>①</a:t>
            </a:r>
            <a:r>
              <a:rPr sz="1400" dirty="0"/>
              <a:t>Tray flows into the conveyor line, Tray sensing Sensor4 sensing after the conveyor line deceleration, blocking cylinder block Tray</a:t>
            </a:r>
            <a:r>
              <a:rPr lang="zh-CN" altLang="en-US" sz="1400" dirty="0">
                <a:latin typeface="Calibri" panose="020F0502020204030204" pitchFamily="34" charset="0"/>
                <a:cs typeface="Calibri" panose="020F0502020204030204" pitchFamily="34" charset="0"/>
              </a:rPr>
              <a:t> .</a:t>
            </a:r>
          </a:p>
          <a:p>
            <a:r>
              <a:rPr lang="zh-CN" altLang="en-US" sz="1400" dirty="0">
                <a:latin typeface="Calibri" panose="020F0502020204030204" pitchFamily="34" charset="0"/>
                <a:cs typeface="Calibri" panose="020F0502020204030204" pitchFamily="34" charset="0"/>
                <a:sym typeface="+mn-ea"/>
              </a:rPr>
              <a:t>②</a:t>
            </a:r>
            <a:r>
              <a:rPr sz="1400" dirty="0">
                <a:latin typeface="Calibri" panose="020F0502020204030204" pitchFamily="34" charset="0"/>
                <a:cs typeface="Calibri" panose="020F0502020204030204" pitchFamily="34" charset="0"/>
                <a:sym typeface="+mn-ea"/>
              </a:rPr>
              <a:t>Tray side positioning cylinder push out to position Tray</a:t>
            </a:r>
            <a:r>
              <a:rPr lang="en-US" altLang="zh-CN" sz="1400" dirty="0">
                <a:latin typeface="Calibri" panose="020F0502020204030204" pitchFamily="34" charset="0"/>
                <a:cs typeface="Calibri" panose="020F0502020204030204" pitchFamily="34" charset="0"/>
                <a:sym typeface="+mn-ea"/>
              </a:rPr>
              <a:t>.</a:t>
            </a:r>
          </a:p>
          <a:p>
            <a:r>
              <a:rPr lang="en-US" altLang="zh-CN" sz="1400" dirty="0">
                <a:latin typeface="Calibri" panose="020F0502020204030204" pitchFamily="34" charset="0"/>
                <a:cs typeface="Calibri" panose="020F0502020204030204" pitchFamily="34" charset="0"/>
                <a:sym typeface="+mn-ea"/>
              </a:rPr>
              <a:t>2.</a:t>
            </a:r>
            <a:r>
              <a:rPr sz="1400" dirty="0">
                <a:latin typeface="Calibri" panose="020F0502020204030204" pitchFamily="34" charset="0"/>
                <a:cs typeface="Calibri" panose="020F0502020204030204" pitchFamily="34" charset="0"/>
                <a:sym typeface="+mn-ea"/>
              </a:rPr>
              <a:t>Empty Tray process</a:t>
            </a:r>
            <a:r>
              <a:rPr lang="zh-CN" altLang="en-US" sz="1400" dirty="0">
                <a:latin typeface="Calibri" panose="020F0502020204030204" pitchFamily="34" charset="0"/>
                <a:cs typeface="Calibri" panose="020F0502020204030204" pitchFamily="34" charset="0"/>
                <a:sym typeface="+mn-ea"/>
              </a:rPr>
              <a:t>：</a:t>
            </a:r>
            <a:endParaRPr lang="en-US" altLang="zh-CN" sz="1400" dirty="0">
              <a:latin typeface="Calibri" panose="020F0502020204030204" pitchFamily="34" charset="0"/>
              <a:cs typeface="Calibri" panose="020F0502020204030204" pitchFamily="34" charset="0"/>
              <a:sym typeface="+mn-ea"/>
            </a:endParaRPr>
          </a:p>
          <a:p>
            <a:r>
              <a:rPr lang="zh-CN" altLang="en-US" sz="1400" dirty="0">
                <a:latin typeface="Calibri" panose="020F0502020204030204" pitchFamily="34" charset="0"/>
                <a:cs typeface="Calibri" panose="020F0502020204030204" pitchFamily="34" charset="0"/>
                <a:sym typeface="+mn-ea"/>
              </a:rPr>
              <a:t>① </a:t>
            </a:r>
            <a:r>
              <a:rPr sz="1400" dirty="0"/>
              <a:t>After the product is clamped, the empty Tray flows into Tray area 1, Tray sensing Sensor1 sensing after the transmission line slows down, the blocking cylinder blocks the Tray</a:t>
            </a:r>
            <a:r>
              <a:rPr lang="zh-CN" altLang="en-US" sz="1400" dirty="0">
                <a:latin typeface="Calibri" panose="020F0502020204030204" pitchFamily="34" charset="0"/>
                <a:cs typeface="Calibri" panose="020F0502020204030204" pitchFamily="34" charset="0"/>
              </a:rPr>
              <a:t> .</a:t>
            </a:r>
            <a:endParaRPr lang="en-US" altLang="zh-CN" sz="1400" dirty="0">
              <a:latin typeface="Calibri" panose="020F0502020204030204" pitchFamily="34" charset="0"/>
              <a:cs typeface="Calibri" panose="020F0502020204030204" pitchFamily="34" charset="0"/>
            </a:endParaRPr>
          </a:p>
          <a:p>
            <a:r>
              <a:rPr lang="zh-CN" altLang="en-US" sz="1400" dirty="0">
                <a:latin typeface="Calibri" panose="020F0502020204030204" pitchFamily="34" charset="0"/>
                <a:cs typeface="Calibri" panose="020F0502020204030204" pitchFamily="34" charset="0"/>
                <a:sym typeface="+mn-ea"/>
              </a:rPr>
              <a:t>②</a:t>
            </a:r>
            <a:r>
              <a:rPr sz="1400" dirty="0">
                <a:latin typeface="Calibri" panose="020F0502020204030204" pitchFamily="34" charset="0"/>
                <a:cs typeface="Calibri" panose="020F0502020204030204" pitchFamily="34" charset="0"/>
                <a:sym typeface="+mn-ea"/>
              </a:rPr>
              <a:t>Tray ejector cylinder ejector empty Tray away</a:t>
            </a:r>
            <a:r>
              <a:rPr lang="zh-CN" altLang="en-US" sz="1400" dirty="0">
                <a:latin typeface="Calibri" panose="020F0502020204030204" pitchFamily="34" charset="0"/>
                <a:cs typeface="Calibri" panose="020F0502020204030204" pitchFamily="34" charset="0"/>
                <a:sym typeface="+mn-ea"/>
              </a:rPr>
              <a:t>。</a:t>
            </a:r>
            <a:endParaRPr lang="en-US" altLang="zh-CN" sz="1400" dirty="0">
              <a:latin typeface="Calibri" panose="020F0502020204030204" pitchFamily="34" charset="0"/>
              <a:cs typeface="Calibri" panose="020F0502020204030204" pitchFamily="34" charset="0"/>
              <a:sym typeface="+mn-ea"/>
            </a:endParaRPr>
          </a:p>
          <a:p>
            <a:r>
              <a:rPr lang="zh-CN" altLang="en-US" sz="1400" dirty="0">
                <a:latin typeface="Calibri" panose="020F0502020204030204" pitchFamily="34" charset="0"/>
                <a:cs typeface="Calibri" panose="020F0502020204030204" pitchFamily="34" charset="0"/>
                <a:sym typeface="+mn-ea"/>
              </a:rPr>
              <a:t>③</a:t>
            </a:r>
            <a:r>
              <a:rPr sz="1400" dirty="0"/>
              <a:t>Tray area 1Tray sensor Sensor3 indicates that the Tray is full after sensing the Tray. This time Tray will enter Tray area 2. After sensing the Tray sensor Sensor7, the conveyor line will slow down and the blocking cylinder will block the tray</a:t>
            </a:r>
            <a:r>
              <a:rPr lang="zh-CN" altLang="en-US" sz="1400" dirty="0">
                <a:latin typeface="Calibri" panose="020F0502020204030204" pitchFamily="34" charset="0"/>
                <a:cs typeface="Calibri" panose="020F0502020204030204" pitchFamily="34" charset="0"/>
              </a:rPr>
              <a:t> .</a:t>
            </a:r>
            <a:endParaRPr lang="en-US" altLang="zh-CN" sz="1400" dirty="0">
              <a:latin typeface="Calibri" panose="020F0502020204030204" pitchFamily="34" charset="0"/>
              <a:cs typeface="Calibri" panose="020F0502020204030204" pitchFamily="34" charset="0"/>
            </a:endParaRPr>
          </a:p>
          <a:p>
            <a:r>
              <a:rPr lang="zh-CN" altLang="en-US" sz="1400" dirty="0">
                <a:latin typeface="Calibri" panose="020F0502020204030204" pitchFamily="34" charset="0"/>
                <a:cs typeface="Calibri" panose="020F0502020204030204" pitchFamily="34" charset="0"/>
                <a:sym typeface="+mn-ea"/>
              </a:rPr>
              <a:t>④</a:t>
            </a:r>
            <a:r>
              <a:rPr lang="en-US" altLang="zh-CN" sz="1400" dirty="0">
                <a:latin typeface="Calibri" panose="020F0502020204030204" pitchFamily="34" charset="0"/>
                <a:cs typeface="Calibri" panose="020F0502020204030204" pitchFamily="34" charset="0"/>
                <a:sym typeface="+mn-ea"/>
              </a:rPr>
              <a:t> </a:t>
            </a:r>
            <a:r>
              <a:rPr sz="1400" dirty="0">
                <a:latin typeface="Calibri" panose="020F0502020204030204" pitchFamily="34" charset="0"/>
                <a:cs typeface="Calibri" panose="020F0502020204030204" pitchFamily="34" charset="0"/>
                <a:sym typeface="+mn-ea"/>
              </a:rPr>
              <a:t>Tray ejector cylinder ejector empty Tray away</a:t>
            </a:r>
            <a:r>
              <a:rPr lang="zh-CN" altLang="en-US" sz="1400" dirty="0">
                <a:latin typeface="Calibri" panose="020F0502020204030204" pitchFamily="34" charset="0"/>
                <a:cs typeface="Calibri" panose="020F0502020204030204" pitchFamily="34" charset="0"/>
                <a:sym typeface="+mn-ea"/>
              </a:rPr>
              <a:t>。</a:t>
            </a:r>
            <a:endParaRPr lang="en-US" altLang="zh-CN" sz="1400" dirty="0">
              <a:latin typeface="Calibri" panose="020F0502020204030204" pitchFamily="34" charset="0"/>
              <a:cs typeface="Calibri" panose="020F0502020204030204" pitchFamily="34" charset="0"/>
              <a:sym typeface="+mn-ea"/>
            </a:endParaRPr>
          </a:p>
          <a:p>
            <a:pPr algn="l"/>
            <a:endParaRPr lang="en-US" altLang="zh-CN" sz="1400" dirty="0">
              <a:latin typeface="Calibri" panose="020F0502020204030204" pitchFamily="34" charset="0"/>
              <a:cs typeface="Calibri" panose="020F0502020204030204" pitchFamily="34" charset="0"/>
              <a:sym typeface="+mn-ea"/>
            </a:endParaRPr>
          </a:p>
          <a:p>
            <a:endParaRPr lang="zh-CN" altLang="en-US" sz="1400" dirty="0">
              <a:ea typeface="等线" panose="02010600030101010101" charset="-122"/>
              <a:sym typeface="+mn-ea"/>
            </a:endParaRPr>
          </a:p>
        </p:txBody>
      </p:sp>
      <p:sp>
        <p:nvSpPr>
          <p:cNvPr id="25" name="椭圆 24"/>
          <p:cNvSpPr/>
          <p:nvPr/>
        </p:nvSpPr>
        <p:spPr>
          <a:xfrm>
            <a:off x="3648670" y="777650"/>
            <a:ext cx="329157" cy="343050"/>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algn="ctr" defTabSz="825500" latinLnBrk="1" hangingPunct="0"/>
            <a:r>
              <a:rPr lang="en-US" altLang="zh-CN" sz="1000" dirty="0">
                <a:solidFill>
                  <a:srgbClr val="000000"/>
                </a:solidFill>
                <a:latin typeface="微软雅黑" panose="020B0503020204020204" pitchFamily="34" charset="-122"/>
                <a:ea typeface="微软雅黑" panose="020B0503020204020204" pitchFamily="34" charset="-122"/>
                <a:sym typeface="Helvetica Neue Light"/>
              </a:rPr>
              <a:t>1</a:t>
            </a:r>
            <a:endParaRPr lang="zh-CN" altLang="en-US" sz="1000" dirty="0">
              <a:solidFill>
                <a:srgbClr val="000000"/>
              </a:solidFill>
              <a:latin typeface="微软雅黑" panose="020B0503020204020204" pitchFamily="34" charset="-122"/>
              <a:ea typeface="微软雅黑" panose="020B0503020204020204" pitchFamily="34" charset="-122"/>
              <a:sym typeface="Helvetica Neue Light"/>
            </a:endParaRPr>
          </a:p>
        </p:txBody>
      </p:sp>
      <p:cxnSp>
        <p:nvCxnSpPr>
          <p:cNvPr id="46" name="肘形连接符 45"/>
          <p:cNvCxnSpPr>
            <a:stCxn id="9" idx="1"/>
          </p:cNvCxnSpPr>
          <p:nvPr/>
        </p:nvCxnSpPr>
        <p:spPr>
          <a:xfrm rot="10800000" flipV="1">
            <a:off x="6338795" y="1553989"/>
            <a:ext cx="1568665" cy="1924998"/>
          </a:xfrm>
          <a:prstGeom prst="bentConnector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55" name="肘形连接符 54"/>
          <p:cNvCxnSpPr>
            <a:stCxn id="59" idx="1"/>
          </p:cNvCxnSpPr>
          <p:nvPr/>
        </p:nvCxnSpPr>
        <p:spPr>
          <a:xfrm rot="10800000" flipV="1">
            <a:off x="7048868" y="2082455"/>
            <a:ext cx="858568" cy="1019226"/>
          </a:xfrm>
          <a:prstGeom prst="bentConnector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59" name="TextBox 216"/>
          <p:cNvSpPr txBox="1">
            <a:spLocks noChangeArrowheads="1"/>
          </p:cNvSpPr>
          <p:nvPr/>
        </p:nvSpPr>
        <p:spPr bwMode="auto">
          <a:xfrm>
            <a:off x="7907436" y="1776713"/>
            <a:ext cx="1588135"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pPr>
            <a:r>
              <a:rPr altLang="zh-CN" sz="1300" dirty="0"/>
              <a:t>Tray side positioning cylinder</a:t>
            </a:r>
          </a:p>
        </p:txBody>
      </p:sp>
      <p:cxnSp>
        <p:nvCxnSpPr>
          <p:cNvPr id="66" name="肘形连接符 65"/>
          <p:cNvCxnSpPr>
            <a:stCxn id="67" idx="3"/>
          </p:cNvCxnSpPr>
          <p:nvPr/>
        </p:nvCxnSpPr>
        <p:spPr>
          <a:xfrm flipV="1">
            <a:off x="2193666" y="3492985"/>
            <a:ext cx="792091" cy="1030702"/>
          </a:xfrm>
          <a:prstGeom prst="bentConnector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67" name="TextBox 216"/>
          <p:cNvSpPr txBox="1">
            <a:spLocks noChangeArrowheads="1"/>
          </p:cNvSpPr>
          <p:nvPr>
            <p:custDataLst>
              <p:tags r:id="rId2"/>
            </p:custDataLst>
          </p:nvPr>
        </p:nvSpPr>
        <p:spPr bwMode="auto">
          <a:xfrm>
            <a:off x="849371" y="4348173"/>
            <a:ext cx="1344295"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Sensor1</a:t>
            </a:r>
          </a:p>
        </p:txBody>
      </p:sp>
      <p:cxnSp>
        <p:nvCxnSpPr>
          <p:cNvPr id="29" name="肘形连接符 65"/>
          <p:cNvCxnSpPr>
            <a:stCxn id="73" idx="3"/>
          </p:cNvCxnSpPr>
          <p:nvPr/>
        </p:nvCxnSpPr>
        <p:spPr>
          <a:xfrm flipV="1">
            <a:off x="2193665" y="3506037"/>
            <a:ext cx="1301785" cy="1324760"/>
          </a:xfrm>
          <a:prstGeom prst="bentConnector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47" name="肘形连接符 12"/>
          <p:cNvCxnSpPr>
            <a:endCxn id="48" idx="1"/>
          </p:cNvCxnSpPr>
          <p:nvPr/>
        </p:nvCxnSpPr>
        <p:spPr>
          <a:xfrm>
            <a:off x="7698725" y="4079456"/>
            <a:ext cx="1050902" cy="433540"/>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48" name="TextBox 216"/>
          <p:cNvSpPr txBox="1">
            <a:spLocks noChangeArrowheads="1"/>
          </p:cNvSpPr>
          <p:nvPr/>
        </p:nvSpPr>
        <p:spPr bwMode="auto">
          <a:xfrm>
            <a:off x="8749627" y="4337429"/>
            <a:ext cx="621656"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Belt</a:t>
            </a:r>
          </a:p>
        </p:txBody>
      </p:sp>
      <p:cxnSp>
        <p:nvCxnSpPr>
          <p:cNvPr id="56" name="肘形连接符 12"/>
          <p:cNvCxnSpPr/>
          <p:nvPr/>
        </p:nvCxnSpPr>
        <p:spPr>
          <a:xfrm rot="16200000" flipH="1">
            <a:off x="2815103" y="1792821"/>
            <a:ext cx="1388553" cy="668966"/>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60" name="TextBox 216"/>
          <p:cNvSpPr txBox="1">
            <a:spLocks noChangeArrowheads="1"/>
          </p:cNvSpPr>
          <p:nvPr/>
        </p:nvSpPr>
        <p:spPr bwMode="auto">
          <a:xfrm>
            <a:off x="2524868" y="1138482"/>
            <a:ext cx="1428890"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sz="1300" dirty="0">
                <a:latin typeface="+mn-lt"/>
              </a:rPr>
              <a:t>Tray ejector cylinder</a:t>
            </a:r>
          </a:p>
        </p:txBody>
      </p:sp>
      <p:cxnSp>
        <p:nvCxnSpPr>
          <p:cNvPr id="61" name="肘形连接符 65"/>
          <p:cNvCxnSpPr/>
          <p:nvPr/>
        </p:nvCxnSpPr>
        <p:spPr>
          <a:xfrm flipV="1">
            <a:off x="1806876" y="3406334"/>
            <a:ext cx="1952332" cy="779772"/>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68" name="TextBox 216"/>
          <p:cNvSpPr txBox="1">
            <a:spLocks noChangeArrowheads="1"/>
          </p:cNvSpPr>
          <p:nvPr>
            <p:custDataLst>
              <p:tags r:id="rId3"/>
            </p:custDataLst>
          </p:nvPr>
        </p:nvSpPr>
        <p:spPr bwMode="auto">
          <a:xfrm>
            <a:off x="833120" y="3824605"/>
            <a:ext cx="1180465" cy="438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sz="1300" dirty="0">
                <a:latin typeface="+mn-lt"/>
              </a:rPr>
              <a:t>Tray receiving support seat</a:t>
            </a:r>
          </a:p>
        </p:txBody>
      </p:sp>
      <p:cxnSp>
        <p:nvCxnSpPr>
          <p:cNvPr id="69" name="肘形连接符 65"/>
          <p:cNvCxnSpPr>
            <a:stCxn id="75" idx="3"/>
          </p:cNvCxnSpPr>
          <p:nvPr/>
        </p:nvCxnSpPr>
        <p:spPr>
          <a:xfrm flipV="1">
            <a:off x="3068432" y="2894546"/>
            <a:ext cx="928401" cy="2222468"/>
          </a:xfrm>
          <a:prstGeom prst="bentConnector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73" name="TextBox 216"/>
          <p:cNvSpPr txBox="1">
            <a:spLocks noChangeArrowheads="1"/>
          </p:cNvSpPr>
          <p:nvPr>
            <p:custDataLst>
              <p:tags r:id="rId4"/>
            </p:custDataLst>
          </p:nvPr>
        </p:nvSpPr>
        <p:spPr bwMode="auto">
          <a:xfrm>
            <a:off x="849370" y="4655918"/>
            <a:ext cx="1344295"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Sensor2</a:t>
            </a:r>
          </a:p>
        </p:txBody>
      </p:sp>
      <p:sp>
        <p:nvSpPr>
          <p:cNvPr id="75" name="TextBox 216"/>
          <p:cNvSpPr txBox="1">
            <a:spLocks noChangeArrowheads="1"/>
          </p:cNvSpPr>
          <p:nvPr>
            <p:custDataLst>
              <p:tags r:id="rId5"/>
            </p:custDataLst>
          </p:nvPr>
        </p:nvSpPr>
        <p:spPr bwMode="auto">
          <a:xfrm>
            <a:off x="1645784" y="4941500"/>
            <a:ext cx="1422648"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Sensor3</a:t>
            </a:r>
          </a:p>
        </p:txBody>
      </p:sp>
      <p:cxnSp>
        <p:nvCxnSpPr>
          <p:cNvPr id="77" name="肘形连接符 65"/>
          <p:cNvCxnSpPr>
            <a:stCxn id="81" idx="1"/>
          </p:cNvCxnSpPr>
          <p:nvPr/>
        </p:nvCxnSpPr>
        <p:spPr>
          <a:xfrm rot="10800000">
            <a:off x="6401134" y="4017942"/>
            <a:ext cx="1012708" cy="1094603"/>
          </a:xfrm>
          <a:prstGeom prst="bentConnector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81" name="TextBox 216"/>
          <p:cNvSpPr txBox="1">
            <a:spLocks noChangeArrowheads="1"/>
          </p:cNvSpPr>
          <p:nvPr>
            <p:custDataLst>
              <p:tags r:id="rId6"/>
            </p:custDataLst>
          </p:nvPr>
        </p:nvSpPr>
        <p:spPr bwMode="auto">
          <a:xfrm>
            <a:off x="7413842" y="4937030"/>
            <a:ext cx="1422648"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Sensor4</a:t>
            </a:r>
          </a:p>
        </p:txBody>
      </p:sp>
      <p:cxnSp>
        <p:nvCxnSpPr>
          <p:cNvPr id="85" name="肘形连接符 65"/>
          <p:cNvCxnSpPr>
            <a:stCxn id="88" idx="1"/>
          </p:cNvCxnSpPr>
          <p:nvPr/>
        </p:nvCxnSpPr>
        <p:spPr>
          <a:xfrm rot="10800000">
            <a:off x="5416958" y="2894547"/>
            <a:ext cx="777079" cy="2441613"/>
          </a:xfrm>
          <a:prstGeom prst="bentConnector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87" name="TextBox 216"/>
          <p:cNvSpPr txBox="1">
            <a:spLocks noChangeArrowheads="1"/>
          </p:cNvSpPr>
          <p:nvPr>
            <p:custDataLst>
              <p:tags r:id="rId7"/>
            </p:custDataLst>
          </p:nvPr>
        </p:nvSpPr>
        <p:spPr bwMode="auto">
          <a:xfrm>
            <a:off x="6194036" y="5631241"/>
            <a:ext cx="1422648"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Sensor7</a:t>
            </a:r>
          </a:p>
        </p:txBody>
      </p:sp>
      <p:sp>
        <p:nvSpPr>
          <p:cNvPr id="88" name="TextBox 216"/>
          <p:cNvSpPr txBox="1">
            <a:spLocks noChangeArrowheads="1"/>
          </p:cNvSpPr>
          <p:nvPr>
            <p:custDataLst>
              <p:tags r:id="rId8"/>
            </p:custDataLst>
          </p:nvPr>
        </p:nvSpPr>
        <p:spPr bwMode="auto">
          <a:xfrm>
            <a:off x="6194036" y="5160645"/>
            <a:ext cx="1422648"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Sensor5</a:t>
            </a:r>
          </a:p>
        </p:txBody>
      </p:sp>
      <p:sp>
        <p:nvSpPr>
          <p:cNvPr id="89" name="TextBox 216"/>
          <p:cNvSpPr txBox="1">
            <a:spLocks noChangeArrowheads="1"/>
          </p:cNvSpPr>
          <p:nvPr>
            <p:custDataLst>
              <p:tags r:id="rId9"/>
            </p:custDataLst>
          </p:nvPr>
        </p:nvSpPr>
        <p:spPr bwMode="auto">
          <a:xfrm>
            <a:off x="6186330" y="5395943"/>
            <a:ext cx="1422648"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Sensor6</a:t>
            </a:r>
          </a:p>
        </p:txBody>
      </p:sp>
      <p:cxnSp>
        <p:nvCxnSpPr>
          <p:cNvPr id="92" name="肘形连接符 65"/>
          <p:cNvCxnSpPr>
            <a:stCxn id="89" idx="1"/>
          </p:cNvCxnSpPr>
          <p:nvPr/>
        </p:nvCxnSpPr>
        <p:spPr>
          <a:xfrm rot="10800000">
            <a:off x="4885976" y="3698215"/>
            <a:ext cx="1300354" cy="1873242"/>
          </a:xfrm>
          <a:prstGeom prst="bentConnector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95" name="肘形连接符 65"/>
          <p:cNvCxnSpPr>
            <a:stCxn id="87" idx="1"/>
          </p:cNvCxnSpPr>
          <p:nvPr/>
        </p:nvCxnSpPr>
        <p:spPr>
          <a:xfrm rot="10800000">
            <a:off x="4415466" y="3660293"/>
            <a:ext cx="1778571" cy="2146462"/>
          </a:xfrm>
          <a:prstGeom prst="bentConnector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11287" name="箭头: 下 11286"/>
          <p:cNvSpPr/>
          <p:nvPr/>
        </p:nvSpPr>
        <p:spPr>
          <a:xfrm>
            <a:off x="3977560" y="1356934"/>
            <a:ext cx="187544" cy="90344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88" name="箭头: 下 11287"/>
          <p:cNvSpPr/>
          <p:nvPr/>
        </p:nvSpPr>
        <p:spPr>
          <a:xfrm>
            <a:off x="5304751" y="1554623"/>
            <a:ext cx="187544" cy="89043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TextBox 216"/>
          <p:cNvSpPr txBox="1">
            <a:spLocks noChangeArrowheads="1"/>
          </p:cNvSpPr>
          <p:nvPr/>
        </p:nvSpPr>
        <p:spPr bwMode="auto">
          <a:xfrm>
            <a:off x="3689307" y="1038366"/>
            <a:ext cx="990949"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sz="1300" dirty="0">
                <a:latin typeface="+mn-lt"/>
              </a:rPr>
              <a:t>Tray area 1</a:t>
            </a:r>
          </a:p>
        </p:txBody>
      </p:sp>
      <p:sp>
        <p:nvSpPr>
          <p:cNvPr id="107" name="TextBox 216"/>
          <p:cNvSpPr txBox="1">
            <a:spLocks noChangeArrowheads="1"/>
          </p:cNvSpPr>
          <p:nvPr/>
        </p:nvSpPr>
        <p:spPr bwMode="auto">
          <a:xfrm>
            <a:off x="5059643" y="1201557"/>
            <a:ext cx="990949"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sz="1300" dirty="0">
                <a:latin typeface="+mn-lt"/>
              </a:rPr>
              <a:t>Tray area </a:t>
            </a:r>
            <a:r>
              <a:rPr lang="en-US" altLang="zh-CN" sz="1300" dirty="0">
                <a:latin typeface="+mn-lt"/>
              </a:rPr>
              <a:t>2</a:t>
            </a:r>
            <a:endParaRPr lang="zh-CN" altLang="en-US" sz="1300" dirty="0">
              <a:latin typeface="+mn-lt"/>
            </a:endParaRPr>
          </a:p>
        </p:txBody>
      </p:sp>
      <p:sp>
        <p:nvSpPr>
          <p:cNvPr id="2" name="文本框 1"/>
          <p:cNvSpPr txBox="1"/>
          <p:nvPr/>
        </p:nvSpPr>
        <p:spPr>
          <a:xfrm>
            <a:off x="3937000" y="6334125"/>
            <a:ext cx="5161915" cy="344805"/>
          </a:xfrm>
          <a:prstGeom prst="rect">
            <a:avLst/>
          </a:prstGeom>
          <a:noFill/>
        </p:spPr>
        <p:txBody>
          <a:bodyPr wrap="square" rtlCol="0">
            <a:noAutofit/>
          </a:bodyPr>
          <a:lstStyle/>
          <a:p>
            <a:r>
              <a:rPr sz="1400" dirty="0">
                <a:latin typeface="Calibri" panose="020F0502020204030204" pitchFamily="34" charset="0"/>
                <a:cs typeface="Calibri" panose="020F0502020204030204" pitchFamily="34" charset="0"/>
                <a:sym typeface="+mn-ea"/>
              </a:rPr>
              <a:t>The maximum load of a single transmission line is about 20Kg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6"/>
          <a:stretch>
            <a:fillRect/>
          </a:stretch>
        </p:blipFill>
        <p:spPr>
          <a:xfrm>
            <a:off x="4462145" y="3270885"/>
            <a:ext cx="2862580" cy="2935605"/>
          </a:xfrm>
          <a:prstGeom prst="rect">
            <a:avLst/>
          </a:prstGeom>
        </p:spPr>
      </p:pic>
      <p:graphicFrame>
        <p:nvGraphicFramePr>
          <p:cNvPr id="22" name="表格 21"/>
          <p:cNvGraphicFramePr>
            <a:graphicFrameLocks noGrp="1"/>
          </p:cNvGraphicFramePr>
          <p:nvPr>
            <p:custDataLst>
              <p:tags r:id="rId1"/>
            </p:custDataLst>
          </p:nvPr>
        </p:nvGraphicFramePr>
        <p:xfrm>
          <a:off x="7648019" y="3730112"/>
          <a:ext cx="3910399" cy="2776964"/>
        </p:xfrm>
        <a:graphic>
          <a:graphicData uri="http://schemas.openxmlformats.org/drawingml/2006/table">
            <a:tbl>
              <a:tblPr firstRow="1" bandRow="1">
                <a:tableStyleId>{5C22544A-7EE6-4342-B048-85BDC9FD1C3A}</a:tableStyleId>
              </a:tblPr>
              <a:tblGrid>
                <a:gridCol w="1501775">
                  <a:extLst>
                    <a:ext uri="{9D8B030D-6E8A-4147-A177-3AD203B41FA5}">
                      <a16:colId xmlns:a16="http://schemas.microsoft.com/office/drawing/2014/main" val="20000"/>
                    </a:ext>
                  </a:extLst>
                </a:gridCol>
                <a:gridCol w="2408624">
                  <a:extLst>
                    <a:ext uri="{9D8B030D-6E8A-4147-A177-3AD203B41FA5}">
                      <a16:colId xmlns:a16="http://schemas.microsoft.com/office/drawing/2014/main" val="20001"/>
                    </a:ext>
                  </a:extLst>
                </a:gridCol>
              </a:tblGrid>
              <a:tr h="29083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pitchFamily="34" charset="-122"/>
                          <a:ea typeface="微软雅黑" panose="020B0503020204020204" pitchFamily="34" charset="-122"/>
                        </a:rPr>
                        <a:t>Y-axis transfer</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solidFill>
                      <a:srgbClr val="00FF00"/>
                    </a:solidFill>
                  </a:tcPr>
                </a:tc>
                <a:tc hMerge="1">
                  <a:txBody>
                    <a:bodyPr/>
                    <a:lstStyle/>
                    <a:p>
                      <a:endParaRPr lang="zh-CN"/>
                    </a:p>
                  </a:txBody>
                  <a:tcPr/>
                </a:tc>
                <a:extLst>
                  <a:ext uri="{0D108BD9-81ED-4DB2-BD59-A6C34878D82A}">
                    <a16:rowId xmlns:a16="http://schemas.microsoft.com/office/drawing/2014/main" val="10000"/>
                  </a:ext>
                </a:extLst>
              </a:tr>
              <a:tr h="342762">
                <a:tc>
                  <a:txBody>
                    <a:bodyPr/>
                    <a:lstStyle/>
                    <a:p>
                      <a:pPr algn="l"/>
                      <a:r>
                        <a:rPr lang="en-US" altLang="zh-CN" sz="1200" dirty="0">
                          <a:latin typeface="微软雅黑" panose="020B0503020204020204" pitchFamily="34" charset="-122"/>
                          <a:ea typeface="微软雅黑" panose="020B0503020204020204" pitchFamily="34" charset="-122"/>
                        </a:rPr>
                        <a:t>Type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sym typeface="+mn-ea"/>
                        </a:rPr>
                        <a:t>ETH14-L32-700-BC-S40-B2</a:t>
                      </a:r>
                    </a:p>
                  </a:txBody>
                  <a:tcPr anchor="ctr"/>
                </a:tc>
                <a:extLst>
                  <a:ext uri="{0D108BD9-81ED-4DB2-BD59-A6C34878D82A}">
                    <a16:rowId xmlns:a16="http://schemas.microsoft.com/office/drawing/2014/main" val="10001"/>
                  </a:ext>
                </a:extLst>
              </a:tr>
              <a:tr h="311150">
                <a:tc>
                  <a:txBody>
                    <a:bodyPr/>
                    <a:lstStyle/>
                    <a:p>
                      <a:pPr algn="l"/>
                      <a:r>
                        <a:rPr lang="en-US" altLang="zh-CN" sz="1200" dirty="0">
                          <a:latin typeface="微软雅黑" panose="020B0503020204020204" pitchFamily="34" charset="-122"/>
                          <a:ea typeface="微软雅黑" panose="020B0503020204020204" pitchFamily="34" charset="-122"/>
                        </a:rPr>
                        <a:t>Brand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rPr>
                        <a:t>TOYO</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335537">
                <a:tc>
                  <a:txBody>
                    <a:bodyPr/>
                    <a:lstStyle/>
                    <a:p>
                      <a:pPr algn="l"/>
                      <a:r>
                        <a:rPr lang="en-US" altLang="zh-CN" sz="1200" dirty="0">
                          <a:latin typeface="微软雅黑" panose="020B0503020204020204" pitchFamily="34" charset="-122"/>
                          <a:ea typeface="微软雅黑" panose="020B0503020204020204" pitchFamily="34" charset="-122"/>
                        </a:rPr>
                        <a:t>repeatability</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rPr>
                        <a:t>±0.01mm</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993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rPr>
                        <a:t>Travel</a:t>
                      </a:r>
                      <a:r>
                        <a:rPr lang="en-US" altLang="zh-CN" sz="1200" baseline="0" dirty="0">
                          <a:latin typeface="微软雅黑" panose="020B0503020204020204" pitchFamily="34" charset="-122"/>
                          <a:ea typeface="微软雅黑" panose="020B0503020204020204" pitchFamily="34" charset="-122"/>
                        </a:rPr>
                        <a:t> distance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700mm</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4"/>
                  </a:ext>
                </a:extLst>
              </a:tr>
              <a:tr h="299337">
                <a:tc>
                  <a:txBody>
                    <a:bodyPr/>
                    <a:lstStyle/>
                    <a:p>
                      <a:pPr algn="l"/>
                      <a:r>
                        <a:rPr lang="en-US" altLang="zh-CN" sz="1200" dirty="0">
                          <a:latin typeface="微软雅黑" panose="020B0503020204020204" pitchFamily="34" charset="-122"/>
                          <a:ea typeface="微软雅黑" panose="020B0503020204020204" pitchFamily="34" charset="-122"/>
                        </a:rPr>
                        <a:t>Max speed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1600mm/s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99337">
                <a:tc>
                  <a:txBody>
                    <a:bodyPr/>
                    <a:lstStyle/>
                    <a:p>
                      <a:pPr algn="l"/>
                      <a:r>
                        <a:rPr lang="en-US" altLang="zh-CN" sz="1200" dirty="0">
                          <a:latin typeface="微软雅黑" panose="020B0503020204020204" pitchFamily="34" charset="-122"/>
                          <a:ea typeface="微软雅黑" panose="020B0503020204020204" pitchFamily="34" charset="-122"/>
                        </a:rPr>
                        <a:t>Work</a:t>
                      </a:r>
                      <a:r>
                        <a:rPr lang="en-US" altLang="zh-CN" sz="1200" baseline="0" dirty="0">
                          <a:latin typeface="微软雅黑" panose="020B0503020204020204" pitchFamily="34" charset="-122"/>
                          <a:ea typeface="微软雅黑" panose="020B0503020204020204" pitchFamily="34" charset="-122"/>
                        </a:rPr>
                        <a:t> speed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800mm/s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99337">
                <a:tc>
                  <a:txBody>
                    <a:bodyPr/>
                    <a:lstStyle/>
                    <a:p>
                      <a:pPr algn="l"/>
                      <a:r>
                        <a:rPr lang="en-US" altLang="zh-CN" sz="1200" dirty="0">
                          <a:latin typeface="微软雅黑" panose="020B0503020204020204" pitchFamily="34" charset="-122"/>
                          <a:ea typeface="微软雅黑" panose="020B0503020204020204" pitchFamily="34" charset="-122"/>
                        </a:rPr>
                        <a:t>Rate load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30kg</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99337">
                <a:tc>
                  <a:txBody>
                    <a:bodyPr/>
                    <a:lstStyle/>
                    <a:p>
                      <a:pPr algn="l"/>
                      <a:r>
                        <a:rPr lang="en-US" altLang="zh-CN" sz="1200" dirty="0">
                          <a:latin typeface="微软雅黑" panose="020B0503020204020204" pitchFamily="34" charset="-122"/>
                          <a:ea typeface="微软雅黑" panose="020B0503020204020204" pitchFamily="34" charset="-122"/>
                        </a:rPr>
                        <a:t>Work load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kg</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8"/>
                  </a:ext>
                </a:extLst>
              </a:tr>
            </a:tbl>
          </a:graphicData>
        </a:graphic>
      </p:graphicFrame>
      <p:graphicFrame>
        <p:nvGraphicFramePr>
          <p:cNvPr id="20" name="表格 19"/>
          <p:cNvGraphicFramePr>
            <a:graphicFrameLocks noGrp="1"/>
          </p:cNvGraphicFramePr>
          <p:nvPr>
            <p:custDataLst>
              <p:tags r:id="rId2"/>
            </p:custDataLst>
          </p:nvPr>
        </p:nvGraphicFramePr>
        <p:xfrm>
          <a:off x="7629843" y="849630"/>
          <a:ext cx="3910399" cy="2777327"/>
        </p:xfrm>
        <a:graphic>
          <a:graphicData uri="http://schemas.openxmlformats.org/drawingml/2006/table">
            <a:tbl>
              <a:tblPr firstRow="1" bandRow="1">
                <a:tableStyleId>{5C22544A-7EE6-4342-B048-85BDC9FD1C3A}</a:tableStyleId>
              </a:tblPr>
              <a:tblGrid>
                <a:gridCol w="1501775">
                  <a:extLst>
                    <a:ext uri="{9D8B030D-6E8A-4147-A177-3AD203B41FA5}">
                      <a16:colId xmlns:a16="http://schemas.microsoft.com/office/drawing/2014/main" val="20000"/>
                    </a:ext>
                  </a:extLst>
                </a:gridCol>
                <a:gridCol w="2408624">
                  <a:extLst>
                    <a:ext uri="{9D8B030D-6E8A-4147-A177-3AD203B41FA5}">
                      <a16:colId xmlns:a16="http://schemas.microsoft.com/office/drawing/2014/main" val="20001"/>
                    </a:ext>
                  </a:extLst>
                </a:gridCol>
              </a:tblGrid>
              <a:tr h="29083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pitchFamily="34" charset="-122"/>
                          <a:ea typeface="微软雅黑" panose="020B0503020204020204" pitchFamily="34" charset="-122"/>
                        </a:rPr>
                        <a:t>X-axis transfer</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solidFill>
                      <a:srgbClr val="00FF00"/>
                    </a:solidFill>
                  </a:tcPr>
                </a:tc>
                <a:tc hMerge="1">
                  <a:txBody>
                    <a:bodyPr/>
                    <a:lstStyle/>
                    <a:p>
                      <a:endParaRPr lang="zh-CN"/>
                    </a:p>
                  </a:txBody>
                  <a:tcPr/>
                </a:tc>
                <a:extLst>
                  <a:ext uri="{0D108BD9-81ED-4DB2-BD59-A6C34878D82A}">
                    <a16:rowId xmlns:a16="http://schemas.microsoft.com/office/drawing/2014/main" val="10000"/>
                  </a:ext>
                </a:extLst>
              </a:tr>
              <a:tr h="342762">
                <a:tc>
                  <a:txBody>
                    <a:bodyPr/>
                    <a:lstStyle/>
                    <a:p>
                      <a:pPr algn="l"/>
                      <a:r>
                        <a:rPr lang="en-US" altLang="zh-CN" sz="1200" dirty="0">
                          <a:latin typeface="微软雅黑" panose="020B0503020204020204" pitchFamily="34" charset="-122"/>
                          <a:ea typeface="微软雅黑" panose="020B0503020204020204" pitchFamily="34" charset="-122"/>
                        </a:rPr>
                        <a:t>Type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sym typeface="+mn-ea"/>
                        </a:rPr>
                        <a:t>GTH8-L20-250-BC-S40-C4</a:t>
                      </a:r>
                    </a:p>
                  </a:txBody>
                  <a:tcPr anchor="ctr"/>
                </a:tc>
                <a:extLst>
                  <a:ext uri="{0D108BD9-81ED-4DB2-BD59-A6C34878D82A}">
                    <a16:rowId xmlns:a16="http://schemas.microsoft.com/office/drawing/2014/main" val="10001"/>
                  </a:ext>
                </a:extLst>
              </a:tr>
              <a:tr h="311513">
                <a:tc>
                  <a:txBody>
                    <a:bodyPr/>
                    <a:lstStyle/>
                    <a:p>
                      <a:pPr algn="l"/>
                      <a:r>
                        <a:rPr lang="en-US" altLang="zh-CN" sz="1200" dirty="0">
                          <a:latin typeface="微软雅黑" panose="020B0503020204020204" pitchFamily="34" charset="-122"/>
                          <a:ea typeface="微软雅黑" panose="020B0503020204020204" pitchFamily="34" charset="-122"/>
                        </a:rPr>
                        <a:t>Brand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rPr>
                        <a:t>TOYO</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335537">
                <a:tc>
                  <a:txBody>
                    <a:bodyPr/>
                    <a:lstStyle/>
                    <a:p>
                      <a:pPr algn="l"/>
                      <a:r>
                        <a:rPr lang="en-US" altLang="zh-CN" sz="1200" dirty="0">
                          <a:latin typeface="微软雅黑" panose="020B0503020204020204" pitchFamily="34" charset="-122"/>
                          <a:ea typeface="微软雅黑" panose="020B0503020204020204" pitchFamily="34" charset="-122"/>
                        </a:rPr>
                        <a:t>repeatability</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rPr>
                        <a:t>±0.01mm</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9933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rPr>
                        <a:t>Travel</a:t>
                      </a:r>
                      <a:r>
                        <a:rPr lang="en-US" altLang="zh-CN" sz="1200" baseline="0" dirty="0">
                          <a:latin typeface="微软雅黑" panose="020B0503020204020204" pitchFamily="34" charset="-122"/>
                          <a:ea typeface="微软雅黑" panose="020B0503020204020204" pitchFamily="34" charset="-122"/>
                        </a:rPr>
                        <a:t> distance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400mm</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4"/>
                  </a:ext>
                </a:extLst>
              </a:tr>
              <a:tr h="299337">
                <a:tc>
                  <a:txBody>
                    <a:bodyPr/>
                    <a:lstStyle/>
                    <a:p>
                      <a:pPr algn="l"/>
                      <a:r>
                        <a:rPr lang="en-US" altLang="zh-CN" sz="1200" dirty="0">
                          <a:latin typeface="微软雅黑" panose="020B0503020204020204" pitchFamily="34" charset="-122"/>
                          <a:ea typeface="微软雅黑" panose="020B0503020204020204" pitchFamily="34" charset="-122"/>
                        </a:rPr>
                        <a:t>Max speed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1000mm/s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99337">
                <a:tc>
                  <a:txBody>
                    <a:bodyPr/>
                    <a:lstStyle/>
                    <a:p>
                      <a:pPr algn="l"/>
                      <a:r>
                        <a:rPr lang="en-US" altLang="zh-CN" sz="1200" dirty="0">
                          <a:latin typeface="微软雅黑" panose="020B0503020204020204" pitchFamily="34" charset="-122"/>
                          <a:ea typeface="微软雅黑" panose="020B0503020204020204" pitchFamily="34" charset="-122"/>
                        </a:rPr>
                        <a:t>Work</a:t>
                      </a:r>
                      <a:r>
                        <a:rPr lang="en-US" altLang="zh-CN" sz="1200" baseline="0" dirty="0">
                          <a:latin typeface="微软雅黑" panose="020B0503020204020204" pitchFamily="34" charset="-122"/>
                          <a:ea typeface="微软雅黑" panose="020B0503020204020204" pitchFamily="34" charset="-122"/>
                        </a:rPr>
                        <a:t> speed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800mm/s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99337">
                <a:tc>
                  <a:txBody>
                    <a:bodyPr/>
                    <a:lstStyle/>
                    <a:p>
                      <a:pPr algn="l"/>
                      <a:r>
                        <a:rPr lang="en-US" altLang="zh-CN" sz="1200" dirty="0">
                          <a:latin typeface="微软雅黑" panose="020B0503020204020204" pitchFamily="34" charset="-122"/>
                          <a:ea typeface="微软雅黑" panose="020B0503020204020204" pitchFamily="34" charset="-122"/>
                        </a:rPr>
                        <a:t>Rate load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18kg</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99337">
                <a:tc>
                  <a:txBody>
                    <a:bodyPr/>
                    <a:lstStyle/>
                    <a:p>
                      <a:pPr algn="l"/>
                      <a:r>
                        <a:rPr lang="en-US" altLang="zh-CN" sz="1200" dirty="0">
                          <a:latin typeface="微软雅黑" panose="020B0503020204020204" pitchFamily="34" charset="-122"/>
                          <a:ea typeface="微软雅黑" panose="020B0503020204020204" pitchFamily="34" charset="-122"/>
                        </a:rPr>
                        <a:t>Work load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kg</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8"/>
                  </a:ext>
                </a:extLst>
              </a:tr>
            </a:tbl>
          </a:graphicData>
        </a:graphic>
      </p:graphicFrame>
      <p:pic>
        <p:nvPicPr>
          <p:cNvPr id="3" name="图片 2"/>
          <p:cNvPicPr>
            <a:picLocks noChangeAspect="1"/>
          </p:cNvPicPr>
          <p:nvPr/>
        </p:nvPicPr>
        <p:blipFill>
          <a:blip r:embed="rId7"/>
          <a:stretch>
            <a:fillRect/>
          </a:stretch>
        </p:blipFill>
        <p:spPr>
          <a:xfrm>
            <a:off x="161925" y="1040130"/>
            <a:ext cx="4382135" cy="3303270"/>
          </a:xfrm>
          <a:prstGeom prst="rect">
            <a:avLst/>
          </a:prstGeom>
        </p:spPr>
      </p:pic>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4.Key component</a:t>
            </a:r>
            <a:endParaRPr lang="en-US" altLang="zh-CN" dirty="0">
              <a:latin typeface="+mn-lt"/>
            </a:endParaRPr>
          </a:p>
        </p:txBody>
      </p:sp>
      <p:sp>
        <p:nvSpPr>
          <p:cNvPr id="21" name="文本框 20"/>
          <p:cNvSpPr txBox="1"/>
          <p:nvPr/>
        </p:nvSpPr>
        <p:spPr>
          <a:xfrm>
            <a:off x="300990" y="768350"/>
            <a:ext cx="4673600" cy="558800"/>
          </a:xfrm>
          <a:prstGeom prst="rect">
            <a:avLst/>
          </a:prstGeom>
        </p:spPr>
        <p:txBody>
          <a:bodyPr wrap="square" rtlCol="0">
            <a:noAutofit/>
          </a:bodyPr>
          <a:lstStyle>
            <a:defPPr>
              <a:defRPr lang="zh-CN"/>
            </a:defPPr>
            <a:lvl1pPr>
              <a:defRPr sz="1600">
                <a:ea typeface="微软雅黑" panose="020B0503020204020204" pitchFamily="34" charset="-122"/>
              </a:defRPr>
            </a:lvl1pPr>
          </a:lstStyle>
          <a:p>
            <a:r>
              <a:rPr lang="en-US" altLang="zh-CN" sz="1800" b="1" dirty="0"/>
              <a:t>4.2 </a:t>
            </a:r>
            <a:r>
              <a:rPr sz="1800" b="1" dirty="0"/>
              <a:t>table Load transfer component</a:t>
            </a:r>
          </a:p>
        </p:txBody>
      </p:sp>
      <p:sp>
        <p:nvSpPr>
          <p:cNvPr id="11267" name="灯片编号占位符 3"/>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10</a:t>
            </a:fld>
            <a:endParaRPr lang="en-US" altLang="en-US" sz="1400" dirty="0">
              <a:solidFill>
                <a:srgbClr val="898989"/>
              </a:solidFill>
              <a:latin typeface="Arial" panose="020B0604020202020204" pitchFamily="34" charset="0"/>
              <a:ea typeface="微软雅黑" panose="020B0503020204020204" pitchFamily="34" charset="-122"/>
            </a:endParaRPr>
          </a:p>
        </p:txBody>
      </p:sp>
      <p:sp>
        <p:nvSpPr>
          <p:cNvPr id="25" name="椭圆 24"/>
          <p:cNvSpPr/>
          <p:nvPr/>
        </p:nvSpPr>
        <p:spPr>
          <a:xfrm>
            <a:off x="3751754" y="797390"/>
            <a:ext cx="329157" cy="343044"/>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algn="ctr" defTabSz="825500" latinLnBrk="1" hangingPunct="0"/>
            <a:r>
              <a:rPr lang="en-US" altLang="zh-CN" sz="1000" dirty="0">
                <a:solidFill>
                  <a:srgbClr val="000000"/>
                </a:solidFill>
                <a:latin typeface="微软雅黑" panose="020B0503020204020204" pitchFamily="34" charset="-122"/>
                <a:ea typeface="微软雅黑" panose="020B0503020204020204" pitchFamily="34" charset="-122"/>
                <a:sym typeface="Helvetica Neue Light"/>
              </a:rPr>
              <a:t>2</a:t>
            </a:r>
          </a:p>
        </p:txBody>
      </p:sp>
      <p:sp>
        <p:nvSpPr>
          <p:cNvPr id="5" name="右箭头 4"/>
          <p:cNvSpPr/>
          <p:nvPr/>
        </p:nvSpPr>
        <p:spPr>
          <a:xfrm rot="2400000">
            <a:off x="2875055" y="3916409"/>
            <a:ext cx="2081530" cy="202565"/>
          </a:xfrm>
          <a:prstGeom prst="rightArrow">
            <a:avLst>
              <a:gd name="adj1" fmla="val 50000"/>
              <a:gd name="adj2" fmla="val 139963"/>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216"/>
          <p:cNvSpPr txBox="1">
            <a:spLocks noChangeArrowheads="1"/>
          </p:cNvSpPr>
          <p:nvPr/>
        </p:nvSpPr>
        <p:spPr bwMode="auto">
          <a:xfrm>
            <a:off x="1042035" y="1543050"/>
            <a:ext cx="1548130" cy="212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lang="en-US" altLang="zh-CN" sz="1300" dirty="0">
                <a:latin typeface="微软雅黑" panose="020B0503020204020204" pitchFamily="34" charset="-122"/>
                <a:ea typeface="微软雅黑" panose="020B0503020204020204" pitchFamily="34" charset="-122"/>
                <a:sym typeface="+mn-ea"/>
              </a:rPr>
              <a:t>X-axis transfer</a:t>
            </a:r>
            <a:endParaRPr lang="zh-CN" altLang="en-US" sz="1300" i="1" dirty="0">
              <a:solidFill>
                <a:schemeClr val="tx1"/>
              </a:solidFill>
              <a:latin typeface="+mn-lt"/>
              <a:sym typeface="Arial" panose="020B0604020202020204" pitchFamily="34" charset="0"/>
            </a:endParaRPr>
          </a:p>
        </p:txBody>
      </p:sp>
      <p:cxnSp>
        <p:nvCxnSpPr>
          <p:cNvPr id="28" name="肘形连接符 27"/>
          <p:cNvCxnSpPr/>
          <p:nvPr/>
        </p:nvCxnSpPr>
        <p:spPr>
          <a:xfrm rot="5400000" flipV="1">
            <a:off x="1789430" y="1829435"/>
            <a:ext cx="1059180" cy="1024255"/>
          </a:xfrm>
          <a:prstGeom prst="bentConnector3">
            <a:avLst>
              <a:gd name="adj1" fmla="val 50030"/>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29" name="TextBox 216"/>
          <p:cNvSpPr txBox="1">
            <a:spLocks noChangeArrowheads="1"/>
          </p:cNvSpPr>
          <p:nvPr/>
        </p:nvSpPr>
        <p:spPr bwMode="auto">
          <a:xfrm>
            <a:off x="1458595" y="4046855"/>
            <a:ext cx="148907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TW"/>
            </a:defPPr>
            <a:lvl1pPr algn="ctr">
              <a:lnSpc>
                <a:spcPct val="130000"/>
              </a:lnSpc>
              <a:defRPr sz="1300">
                <a:latin typeface="Calibri" panose="020F0502020204030204" pitchFamily="34" charset="0"/>
                <a:ea typeface="宋体" panose="02010600030101010101" pitchFamily="2"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latin typeface="微软雅黑" panose="020B0503020204020204" pitchFamily="34" charset="-122"/>
                <a:ea typeface="微软雅黑" panose="020B0503020204020204" pitchFamily="34" charset="-122"/>
                <a:sym typeface="+mn-ea"/>
              </a:rPr>
              <a:t>Y-axis transfer</a:t>
            </a:r>
            <a:endParaRPr lang="en-US" altLang="zh-CN" dirty="0">
              <a:sym typeface="Arial" panose="020B0604020202020204" pitchFamily="34" charset="0"/>
            </a:endParaRPr>
          </a:p>
        </p:txBody>
      </p:sp>
      <p:cxnSp>
        <p:nvCxnSpPr>
          <p:cNvPr id="33" name="肘形连接符 32"/>
          <p:cNvCxnSpPr>
            <a:endCxn id="29" idx="0"/>
          </p:cNvCxnSpPr>
          <p:nvPr/>
        </p:nvCxnSpPr>
        <p:spPr>
          <a:xfrm rot="5400000" flipV="1">
            <a:off x="1806575" y="3649980"/>
            <a:ext cx="580390" cy="212725"/>
          </a:xfrm>
          <a:prstGeom prst="bentConnector3">
            <a:avLst>
              <a:gd name="adj1" fmla="val 50055"/>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8" name="肘形连接符 7"/>
          <p:cNvCxnSpPr/>
          <p:nvPr/>
        </p:nvCxnSpPr>
        <p:spPr>
          <a:xfrm flipV="1">
            <a:off x="3974465" y="4709795"/>
            <a:ext cx="1028700" cy="333375"/>
          </a:xfrm>
          <a:prstGeom prst="bentConnector3">
            <a:avLst>
              <a:gd name="adj1" fmla="val 50062"/>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9" name="TextBox 216"/>
          <p:cNvSpPr txBox="1">
            <a:spLocks noChangeArrowheads="1"/>
          </p:cNvSpPr>
          <p:nvPr/>
        </p:nvSpPr>
        <p:spPr bwMode="auto">
          <a:xfrm>
            <a:off x="2134870" y="4666615"/>
            <a:ext cx="1925320" cy="394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TW"/>
            </a:defPPr>
            <a:lvl1pPr algn="ctr">
              <a:lnSpc>
                <a:spcPct val="130000"/>
              </a:lnSpc>
              <a:defRPr sz="1300">
                <a:latin typeface="Calibri" panose="020F0502020204030204" pitchFamily="34" charset="0"/>
                <a:ea typeface="宋体" panose="02010600030101010101" pitchFamily="2"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ym typeface="Arial" panose="020B0604020202020204" pitchFamily="34" charset="0"/>
              </a:rPr>
              <a:t>Slide cylinder</a:t>
            </a:r>
          </a:p>
          <a:p>
            <a:r>
              <a:rPr lang="en-US" altLang="zh-CN" dirty="0">
                <a:sym typeface="Arial" panose="020B0604020202020204" pitchFamily="34" charset="0"/>
              </a:rPr>
              <a:t>HLSL12*40SAS</a:t>
            </a:r>
          </a:p>
        </p:txBody>
      </p:sp>
      <p:cxnSp>
        <p:nvCxnSpPr>
          <p:cNvPr id="10" name="肘形连接符 9"/>
          <p:cNvCxnSpPr/>
          <p:nvPr/>
        </p:nvCxnSpPr>
        <p:spPr>
          <a:xfrm flipV="1">
            <a:off x="3974465" y="5313045"/>
            <a:ext cx="1028700" cy="333375"/>
          </a:xfrm>
          <a:prstGeom prst="bentConnector3">
            <a:avLst>
              <a:gd name="adj1" fmla="val 50062"/>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12" name="TextBox 216"/>
          <p:cNvSpPr txBox="1">
            <a:spLocks noChangeArrowheads="1"/>
          </p:cNvSpPr>
          <p:nvPr/>
        </p:nvSpPr>
        <p:spPr bwMode="auto">
          <a:xfrm>
            <a:off x="1920875" y="5409565"/>
            <a:ext cx="2218055" cy="441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TW"/>
            </a:defPPr>
            <a:lvl1pPr algn="ctr">
              <a:lnSpc>
                <a:spcPct val="130000"/>
              </a:lnSpc>
              <a:defRPr sz="1300">
                <a:latin typeface="Calibri" panose="020F0502020204030204" pitchFamily="34" charset="0"/>
                <a:ea typeface="宋体" panose="02010600030101010101" pitchFamily="2"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ym typeface="Arial" panose="020B0604020202020204" pitchFamily="34" charset="0"/>
              </a:rPr>
              <a:t>Gripper cylinder</a:t>
            </a:r>
          </a:p>
          <a:p>
            <a:r>
              <a:rPr lang="en-US" altLang="zh-CN" dirty="0">
                <a:sym typeface="Arial" panose="020B0604020202020204" pitchFamily="34" charset="0"/>
              </a:rPr>
              <a:t>HFZ16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36FCE-1338-E621-457C-74418CBF2680}"/>
            </a:ext>
          </a:extLst>
        </p:cNvPr>
        <p:cNvGrpSpPr/>
        <p:nvPr/>
      </p:nvGrpSpPr>
      <p:grpSpPr>
        <a:xfrm>
          <a:off x="0" y="0"/>
          <a:ext cx="0" cy="0"/>
          <a:chOff x="0" y="0"/>
          <a:chExt cx="0" cy="0"/>
        </a:xfrm>
      </p:grpSpPr>
      <p:pic>
        <p:nvPicPr>
          <p:cNvPr id="46" name="图片 45">
            <a:extLst>
              <a:ext uri="{FF2B5EF4-FFF2-40B4-BE49-F238E27FC236}">
                <a16:creationId xmlns:a16="http://schemas.microsoft.com/office/drawing/2014/main" id="{A86329EB-5824-A2BE-CD80-B0166816D90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40055" y="1319510"/>
            <a:ext cx="2951370" cy="4183811"/>
          </a:xfrm>
          <a:prstGeom prst="rect">
            <a:avLst/>
          </a:prstGeom>
        </p:spPr>
      </p:pic>
      <p:pic>
        <p:nvPicPr>
          <p:cNvPr id="3" name="图片 2">
            <a:extLst>
              <a:ext uri="{FF2B5EF4-FFF2-40B4-BE49-F238E27FC236}">
                <a16:creationId xmlns:a16="http://schemas.microsoft.com/office/drawing/2014/main" id="{E4F33FF0-31AC-4199-2DED-70502908BA7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398981" y="1278239"/>
            <a:ext cx="4532462" cy="4183811"/>
          </a:xfrm>
          <a:prstGeom prst="rect">
            <a:avLst/>
          </a:prstGeom>
        </p:spPr>
      </p:pic>
      <p:sp>
        <p:nvSpPr>
          <p:cNvPr id="66" name="標題 1">
            <a:extLst>
              <a:ext uri="{FF2B5EF4-FFF2-40B4-BE49-F238E27FC236}">
                <a16:creationId xmlns:a16="http://schemas.microsoft.com/office/drawing/2014/main" id="{E58B3EC3-123E-0758-11BA-C8FE07B76761}"/>
              </a:ext>
            </a:extLst>
          </p:cNvPr>
          <p:cNvSpPr txBox="1"/>
          <p:nvPr/>
        </p:nvSpPr>
        <p:spPr>
          <a:xfrm>
            <a:off x="741988" y="135368"/>
            <a:ext cx="9543610" cy="584701"/>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4.Key component</a:t>
            </a:r>
            <a:endParaRPr lang="en-US" altLang="zh-CN" dirty="0">
              <a:latin typeface="+mn-lt"/>
            </a:endParaRPr>
          </a:p>
        </p:txBody>
      </p:sp>
      <p:sp>
        <p:nvSpPr>
          <p:cNvPr id="21" name="文本框 20">
            <a:extLst>
              <a:ext uri="{FF2B5EF4-FFF2-40B4-BE49-F238E27FC236}">
                <a16:creationId xmlns:a16="http://schemas.microsoft.com/office/drawing/2014/main" id="{5E40BFC7-4D63-718F-FF28-B22CD417902B}"/>
              </a:ext>
            </a:extLst>
          </p:cNvPr>
          <p:cNvSpPr txBox="1"/>
          <p:nvPr/>
        </p:nvSpPr>
        <p:spPr>
          <a:xfrm>
            <a:off x="300990" y="768350"/>
            <a:ext cx="4673600" cy="558800"/>
          </a:xfrm>
          <a:prstGeom prst="rect">
            <a:avLst/>
          </a:prstGeom>
        </p:spPr>
        <p:txBody>
          <a:bodyPr wrap="square" rtlCol="0">
            <a:noAutofit/>
          </a:bodyPr>
          <a:lstStyle>
            <a:defPPr>
              <a:defRPr lang="zh-CN"/>
            </a:defPPr>
            <a:lvl1pPr>
              <a:defRPr sz="1600">
                <a:ea typeface="微软雅黑" panose="020B0503020204020204" pitchFamily="34" charset="-122"/>
              </a:defRPr>
            </a:lvl1pPr>
          </a:lstStyle>
          <a:p>
            <a:r>
              <a:rPr lang="en-US" altLang="zh-CN" sz="1800" b="1"/>
              <a:t>4.2.2</a:t>
            </a:r>
            <a:r>
              <a:rPr sz="1800" b="1"/>
              <a:t>Receiving </a:t>
            </a:r>
            <a:r>
              <a:rPr sz="1800" b="1" dirty="0"/>
              <a:t>jaw mechanism</a:t>
            </a:r>
          </a:p>
        </p:txBody>
      </p:sp>
      <p:sp>
        <p:nvSpPr>
          <p:cNvPr id="11267" name="灯片编号占位符 3">
            <a:extLst>
              <a:ext uri="{FF2B5EF4-FFF2-40B4-BE49-F238E27FC236}">
                <a16:creationId xmlns:a16="http://schemas.microsoft.com/office/drawing/2014/main" id="{C08197AB-317F-45E6-BFF6-845C2FB5FB14}"/>
              </a:ext>
            </a:extLst>
          </p:cNvPr>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11</a:t>
            </a:fld>
            <a:endParaRPr lang="en-US" altLang="en-US" sz="1400" dirty="0">
              <a:solidFill>
                <a:srgbClr val="898989"/>
              </a:solidFill>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38A0E67-ADDA-AEC5-B380-14F739E68E2D}"/>
              </a:ext>
            </a:extLst>
          </p:cNvPr>
          <p:cNvGrpSpPr/>
          <p:nvPr/>
        </p:nvGrpSpPr>
        <p:grpSpPr>
          <a:xfrm>
            <a:off x="1518074" y="5012050"/>
            <a:ext cx="592411" cy="1175731"/>
            <a:chOff x="1019945" y="4113530"/>
            <a:chExt cx="2350746" cy="1175731"/>
          </a:xfrm>
        </p:grpSpPr>
        <p:cxnSp>
          <p:nvCxnSpPr>
            <p:cNvPr id="4" name="直接连接符 3">
              <a:extLst>
                <a:ext uri="{FF2B5EF4-FFF2-40B4-BE49-F238E27FC236}">
                  <a16:creationId xmlns:a16="http://schemas.microsoft.com/office/drawing/2014/main" id="{CCA0BE2F-99D8-2E1E-AEE2-6593BE7CB567}"/>
                </a:ext>
              </a:extLst>
            </p:cNvPr>
            <p:cNvCxnSpPr/>
            <p:nvPr/>
          </p:nvCxnSpPr>
          <p:spPr>
            <a:xfrm>
              <a:off x="1198880"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27BC74A7-5EFB-04B1-B88C-1E5DCEBCAC3C}"/>
                </a:ext>
              </a:extLst>
            </p:cNvPr>
            <p:cNvCxnSpPr/>
            <p:nvPr/>
          </p:nvCxnSpPr>
          <p:spPr>
            <a:xfrm>
              <a:off x="2588895"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CF25AF66-3171-E76E-DB60-DBD641336CD8}"/>
                </a:ext>
              </a:extLst>
            </p:cNvPr>
            <p:cNvCxnSpPr/>
            <p:nvPr/>
          </p:nvCxnSpPr>
          <p:spPr>
            <a:xfrm flipV="1">
              <a:off x="1189990" y="4909185"/>
              <a:ext cx="1405255" cy="8890"/>
            </a:xfrm>
            <a:prstGeom prst="straightConnector1">
              <a:avLst/>
            </a:prstGeom>
            <a:ln w="63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27BDD94-D54F-B614-3444-08392B4BE0BE}"/>
                </a:ext>
              </a:extLst>
            </p:cNvPr>
            <p:cNvSpPr txBox="1"/>
            <p:nvPr/>
          </p:nvSpPr>
          <p:spPr>
            <a:xfrm>
              <a:off x="1019945" y="4920961"/>
              <a:ext cx="2350746" cy="368300"/>
            </a:xfrm>
            <a:prstGeom prst="rect">
              <a:avLst/>
            </a:prstGeom>
            <a:noFill/>
          </p:spPr>
          <p:txBody>
            <a:bodyPr wrap="square" rtlCol="0">
              <a:spAutoFit/>
            </a:bodyPr>
            <a:lstStyle/>
            <a:p>
              <a:r>
                <a:rPr lang="en-US" altLang="zh-CN"/>
                <a:t>7.8</a:t>
              </a:r>
            </a:p>
          </p:txBody>
        </p:sp>
      </p:grpSp>
      <p:grpSp>
        <p:nvGrpSpPr>
          <p:cNvPr id="6" name="组合 5">
            <a:extLst>
              <a:ext uri="{FF2B5EF4-FFF2-40B4-BE49-F238E27FC236}">
                <a16:creationId xmlns:a16="http://schemas.microsoft.com/office/drawing/2014/main" id="{6E74A88B-3C74-B8E5-0E6D-3FC6CEAB4A8F}"/>
              </a:ext>
            </a:extLst>
          </p:cNvPr>
          <p:cNvGrpSpPr/>
          <p:nvPr/>
        </p:nvGrpSpPr>
        <p:grpSpPr>
          <a:xfrm>
            <a:off x="1966580" y="5012050"/>
            <a:ext cx="757365" cy="1189269"/>
            <a:chOff x="415946" y="4113530"/>
            <a:chExt cx="4040370" cy="1189269"/>
          </a:xfrm>
        </p:grpSpPr>
        <p:cxnSp>
          <p:nvCxnSpPr>
            <p:cNvPr id="7" name="直接连接符 6">
              <a:extLst>
                <a:ext uri="{FF2B5EF4-FFF2-40B4-BE49-F238E27FC236}">
                  <a16:creationId xmlns:a16="http://schemas.microsoft.com/office/drawing/2014/main" id="{54556893-97A7-1FF3-FE79-2BD72DF68380}"/>
                </a:ext>
              </a:extLst>
            </p:cNvPr>
            <p:cNvCxnSpPr/>
            <p:nvPr/>
          </p:nvCxnSpPr>
          <p:spPr>
            <a:xfrm>
              <a:off x="1198880"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17DB2EB-3FBA-702E-B132-0D2E5820EDEE}"/>
                </a:ext>
              </a:extLst>
            </p:cNvPr>
            <p:cNvCxnSpPr/>
            <p:nvPr/>
          </p:nvCxnSpPr>
          <p:spPr>
            <a:xfrm>
              <a:off x="2588895"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14648F1D-82A3-DE25-D3EA-4D7962C7AAC2}"/>
                </a:ext>
              </a:extLst>
            </p:cNvPr>
            <p:cNvCxnSpPr/>
            <p:nvPr/>
          </p:nvCxnSpPr>
          <p:spPr>
            <a:xfrm flipV="1">
              <a:off x="1189990" y="4909185"/>
              <a:ext cx="1405255" cy="8890"/>
            </a:xfrm>
            <a:prstGeom prst="straightConnector1">
              <a:avLst/>
            </a:prstGeom>
            <a:ln w="63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5827BCED-1454-3612-2350-C184876A240E}"/>
                </a:ext>
              </a:extLst>
            </p:cNvPr>
            <p:cNvSpPr txBox="1"/>
            <p:nvPr/>
          </p:nvSpPr>
          <p:spPr>
            <a:xfrm>
              <a:off x="415946" y="4933467"/>
              <a:ext cx="4040370" cy="369332"/>
            </a:xfrm>
            <a:prstGeom prst="rect">
              <a:avLst/>
            </a:prstGeom>
            <a:noFill/>
          </p:spPr>
          <p:txBody>
            <a:bodyPr wrap="square" rtlCol="0">
              <a:spAutoFit/>
            </a:bodyPr>
            <a:lstStyle/>
            <a:p>
              <a:r>
                <a:rPr lang="en-US" altLang="zh-CN"/>
                <a:t>5.25</a:t>
              </a:r>
            </a:p>
          </p:txBody>
        </p:sp>
      </p:grpSp>
      <p:grpSp>
        <p:nvGrpSpPr>
          <p:cNvPr id="12" name="组合 11">
            <a:extLst>
              <a:ext uri="{FF2B5EF4-FFF2-40B4-BE49-F238E27FC236}">
                <a16:creationId xmlns:a16="http://schemas.microsoft.com/office/drawing/2014/main" id="{F31149FC-2D47-4B77-96E9-64CACE6908F5}"/>
              </a:ext>
            </a:extLst>
          </p:cNvPr>
          <p:cNvGrpSpPr/>
          <p:nvPr/>
        </p:nvGrpSpPr>
        <p:grpSpPr>
          <a:xfrm>
            <a:off x="3353801" y="5044023"/>
            <a:ext cx="1787313" cy="1131982"/>
            <a:chOff x="1189990" y="4113530"/>
            <a:chExt cx="2522189" cy="1131982"/>
          </a:xfrm>
        </p:grpSpPr>
        <p:cxnSp>
          <p:nvCxnSpPr>
            <p:cNvPr id="20" name="直接连接符 19">
              <a:extLst>
                <a:ext uri="{FF2B5EF4-FFF2-40B4-BE49-F238E27FC236}">
                  <a16:creationId xmlns:a16="http://schemas.microsoft.com/office/drawing/2014/main" id="{5ACA7ACC-71F0-6BB6-0B0B-622134B7A664}"/>
                </a:ext>
              </a:extLst>
            </p:cNvPr>
            <p:cNvCxnSpPr/>
            <p:nvPr/>
          </p:nvCxnSpPr>
          <p:spPr>
            <a:xfrm>
              <a:off x="1198880"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4D83C22B-0359-81B4-8066-742B55CD9329}"/>
                </a:ext>
              </a:extLst>
            </p:cNvPr>
            <p:cNvCxnSpPr/>
            <p:nvPr/>
          </p:nvCxnSpPr>
          <p:spPr>
            <a:xfrm>
              <a:off x="2588895"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199A2815-3B2D-0317-17DB-560A9E860B6E}"/>
                </a:ext>
              </a:extLst>
            </p:cNvPr>
            <p:cNvCxnSpPr/>
            <p:nvPr/>
          </p:nvCxnSpPr>
          <p:spPr>
            <a:xfrm flipV="1">
              <a:off x="1189990" y="4909185"/>
              <a:ext cx="1405255" cy="8890"/>
            </a:xfrm>
            <a:prstGeom prst="straightConnector1">
              <a:avLst/>
            </a:prstGeom>
            <a:ln w="63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8F7B573B-5D3D-ED70-81D1-85DD978DE21C}"/>
                </a:ext>
              </a:extLst>
            </p:cNvPr>
            <p:cNvSpPr txBox="1"/>
            <p:nvPr/>
          </p:nvSpPr>
          <p:spPr>
            <a:xfrm>
              <a:off x="1361433" y="4877212"/>
              <a:ext cx="2350746" cy="368300"/>
            </a:xfrm>
            <a:prstGeom prst="rect">
              <a:avLst/>
            </a:prstGeom>
            <a:noFill/>
          </p:spPr>
          <p:txBody>
            <a:bodyPr wrap="square" rtlCol="0">
              <a:spAutoFit/>
            </a:bodyPr>
            <a:lstStyle/>
            <a:p>
              <a:r>
                <a:rPr lang="en-US" altLang="zh-CN"/>
                <a:t>22.75</a:t>
              </a:r>
            </a:p>
          </p:txBody>
        </p:sp>
      </p:grpSp>
      <p:grpSp>
        <p:nvGrpSpPr>
          <p:cNvPr id="29" name="组合 28">
            <a:extLst>
              <a:ext uri="{FF2B5EF4-FFF2-40B4-BE49-F238E27FC236}">
                <a16:creationId xmlns:a16="http://schemas.microsoft.com/office/drawing/2014/main" id="{869141C1-6941-A2E5-76E6-8D9AD769BF43}"/>
              </a:ext>
            </a:extLst>
          </p:cNvPr>
          <p:cNvGrpSpPr/>
          <p:nvPr/>
        </p:nvGrpSpPr>
        <p:grpSpPr>
          <a:xfrm>
            <a:off x="4774777" y="5058323"/>
            <a:ext cx="2201396" cy="1132104"/>
            <a:chOff x="1189990" y="4113530"/>
            <a:chExt cx="2650349" cy="1132104"/>
          </a:xfrm>
        </p:grpSpPr>
        <p:cxnSp>
          <p:nvCxnSpPr>
            <p:cNvPr id="33" name="直接连接符 32">
              <a:extLst>
                <a:ext uri="{FF2B5EF4-FFF2-40B4-BE49-F238E27FC236}">
                  <a16:creationId xmlns:a16="http://schemas.microsoft.com/office/drawing/2014/main" id="{23233119-872F-69EB-B486-C22839AA79EC}"/>
                </a:ext>
              </a:extLst>
            </p:cNvPr>
            <p:cNvCxnSpPr/>
            <p:nvPr/>
          </p:nvCxnSpPr>
          <p:spPr>
            <a:xfrm>
              <a:off x="1198880"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3EC5DA44-C662-E034-1102-24CE9F37121B}"/>
                </a:ext>
              </a:extLst>
            </p:cNvPr>
            <p:cNvCxnSpPr/>
            <p:nvPr/>
          </p:nvCxnSpPr>
          <p:spPr>
            <a:xfrm>
              <a:off x="2588895"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2A295D2D-F0F0-DC87-F491-D8E57622A3E0}"/>
                </a:ext>
              </a:extLst>
            </p:cNvPr>
            <p:cNvCxnSpPr/>
            <p:nvPr/>
          </p:nvCxnSpPr>
          <p:spPr>
            <a:xfrm flipV="1">
              <a:off x="1189990" y="4909185"/>
              <a:ext cx="1405255" cy="8890"/>
            </a:xfrm>
            <a:prstGeom prst="straightConnector1">
              <a:avLst/>
            </a:prstGeom>
            <a:ln w="63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C06D7CE4-A6A1-243D-618A-A454B476343B}"/>
                </a:ext>
              </a:extLst>
            </p:cNvPr>
            <p:cNvSpPr txBox="1"/>
            <p:nvPr/>
          </p:nvSpPr>
          <p:spPr>
            <a:xfrm>
              <a:off x="1489593" y="4877334"/>
              <a:ext cx="2350746" cy="368300"/>
            </a:xfrm>
            <a:prstGeom prst="rect">
              <a:avLst/>
            </a:prstGeom>
            <a:noFill/>
          </p:spPr>
          <p:txBody>
            <a:bodyPr wrap="square" rtlCol="0">
              <a:spAutoFit/>
            </a:bodyPr>
            <a:lstStyle/>
            <a:p>
              <a:r>
                <a:rPr lang="en-US" altLang="zh-CN"/>
                <a:t>27.06</a:t>
              </a:r>
            </a:p>
          </p:txBody>
        </p:sp>
      </p:grpSp>
      <p:sp>
        <p:nvSpPr>
          <p:cNvPr id="47" name="文本框 46">
            <a:extLst>
              <a:ext uri="{FF2B5EF4-FFF2-40B4-BE49-F238E27FC236}">
                <a16:creationId xmlns:a16="http://schemas.microsoft.com/office/drawing/2014/main" id="{D56F30CF-2B9B-4F86-36B1-95C981FD2DA3}"/>
              </a:ext>
            </a:extLst>
          </p:cNvPr>
          <p:cNvSpPr txBox="1"/>
          <p:nvPr/>
        </p:nvSpPr>
        <p:spPr>
          <a:xfrm>
            <a:off x="9677867" y="5503321"/>
            <a:ext cx="1746566" cy="461665"/>
          </a:xfrm>
          <a:prstGeom prst="rect">
            <a:avLst/>
          </a:prstGeom>
          <a:noFill/>
          <a:ln>
            <a:solidFill>
              <a:schemeClr val="bg1">
                <a:lumMod val="85000"/>
              </a:schemeClr>
            </a:solid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a:t>Anti-static Urethane Rubber</a:t>
            </a:r>
            <a:endParaRPr lang="zh-CN" altLang="en-US" dirty="0"/>
          </a:p>
        </p:txBody>
      </p:sp>
      <p:cxnSp>
        <p:nvCxnSpPr>
          <p:cNvPr id="48" name="直接箭头连接符 47">
            <a:extLst>
              <a:ext uri="{FF2B5EF4-FFF2-40B4-BE49-F238E27FC236}">
                <a16:creationId xmlns:a16="http://schemas.microsoft.com/office/drawing/2014/main" id="{1E88433A-C236-04C3-F35C-B8C732DDF303}"/>
              </a:ext>
            </a:extLst>
          </p:cNvPr>
          <p:cNvCxnSpPr>
            <a:cxnSpLocks/>
            <a:endCxn id="47" idx="1"/>
          </p:cNvCxnSpPr>
          <p:nvPr/>
        </p:nvCxnSpPr>
        <p:spPr>
          <a:xfrm>
            <a:off x="9388721" y="4943995"/>
            <a:ext cx="289146" cy="790159"/>
          </a:xfrm>
          <a:prstGeom prst="straightConnector1">
            <a:avLst/>
          </a:prstGeom>
          <a:ln w="28575">
            <a:solidFill>
              <a:srgbClr val="005C4F"/>
            </a:solidFill>
            <a:prstDash val="sysDot"/>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81752CA5-E52E-6F53-18B9-7492B78B5110}"/>
              </a:ext>
            </a:extLst>
          </p:cNvPr>
          <p:cNvCxnSpPr>
            <a:cxnSpLocks/>
            <a:endCxn id="47" idx="1"/>
          </p:cNvCxnSpPr>
          <p:nvPr/>
        </p:nvCxnSpPr>
        <p:spPr>
          <a:xfrm>
            <a:off x="8170982" y="4986554"/>
            <a:ext cx="1506885" cy="747600"/>
          </a:xfrm>
          <a:prstGeom prst="straightConnector1">
            <a:avLst/>
          </a:prstGeom>
          <a:ln w="28575">
            <a:solidFill>
              <a:srgbClr val="005C4F"/>
            </a:solidFill>
            <a:prstDash val="sysDot"/>
            <a:headEnd type="none"/>
            <a:tailEnd type="oval"/>
          </a:ln>
          <a:effectLst/>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DE785401-018A-7B53-8EF1-694B8C293BEC}"/>
              </a:ext>
            </a:extLst>
          </p:cNvPr>
          <p:cNvGrpSpPr/>
          <p:nvPr/>
        </p:nvGrpSpPr>
        <p:grpSpPr>
          <a:xfrm>
            <a:off x="1898907" y="3667214"/>
            <a:ext cx="1270538" cy="1015483"/>
            <a:chOff x="1116554" y="3998047"/>
            <a:chExt cx="7891439" cy="1015483"/>
          </a:xfrm>
        </p:grpSpPr>
        <p:cxnSp>
          <p:nvCxnSpPr>
            <p:cNvPr id="13" name="直接连接符 12">
              <a:extLst>
                <a:ext uri="{FF2B5EF4-FFF2-40B4-BE49-F238E27FC236}">
                  <a16:creationId xmlns:a16="http://schemas.microsoft.com/office/drawing/2014/main" id="{8BE6E848-E613-19CB-72A9-18E0395611E1}"/>
                </a:ext>
              </a:extLst>
            </p:cNvPr>
            <p:cNvCxnSpPr/>
            <p:nvPr/>
          </p:nvCxnSpPr>
          <p:spPr>
            <a:xfrm>
              <a:off x="1198880"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BE63117-BB6F-CEF7-1284-A6AB2E431B1A}"/>
                </a:ext>
              </a:extLst>
            </p:cNvPr>
            <p:cNvCxnSpPr/>
            <p:nvPr/>
          </p:nvCxnSpPr>
          <p:spPr>
            <a:xfrm>
              <a:off x="2588895"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DBB884EE-6A66-4AA1-3DF4-0A530D7AF021}"/>
                </a:ext>
              </a:extLst>
            </p:cNvPr>
            <p:cNvCxnSpPr/>
            <p:nvPr/>
          </p:nvCxnSpPr>
          <p:spPr>
            <a:xfrm flipV="1">
              <a:off x="1198880" y="4349858"/>
              <a:ext cx="1405255" cy="8890"/>
            </a:xfrm>
            <a:prstGeom prst="straightConnector1">
              <a:avLst/>
            </a:prstGeom>
            <a:ln w="63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935B9E46-BB49-A18A-7248-529201BAB486}"/>
                </a:ext>
              </a:extLst>
            </p:cNvPr>
            <p:cNvSpPr txBox="1"/>
            <p:nvPr/>
          </p:nvSpPr>
          <p:spPr>
            <a:xfrm>
              <a:off x="1116554" y="3998047"/>
              <a:ext cx="7891439" cy="368300"/>
            </a:xfrm>
            <a:prstGeom prst="rect">
              <a:avLst/>
            </a:prstGeom>
            <a:noFill/>
          </p:spPr>
          <p:txBody>
            <a:bodyPr wrap="square" rtlCol="0">
              <a:spAutoFit/>
            </a:bodyPr>
            <a:lstStyle/>
            <a:p>
              <a:r>
                <a:rPr lang="en-US" altLang="zh-CN"/>
                <a:t>5</a:t>
              </a:r>
            </a:p>
          </p:txBody>
        </p:sp>
      </p:grpSp>
      <p:grpSp>
        <p:nvGrpSpPr>
          <p:cNvPr id="19" name="组合 18">
            <a:extLst>
              <a:ext uri="{FF2B5EF4-FFF2-40B4-BE49-F238E27FC236}">
                <a16:creationId xmlns:a16="http://schemas.microsoft.com/office/drawing/2014/main" id="{9E2C3661-2DFB-A42B-5B28-E720109694F9}"/>
              </a:ext>
            </a:extLst>
          </p:cNvPr>
          <p:cNvGrpSpPr/>
          <p:nvPr/>
        </p:nvGrpSpPr>
        <p:grpSpPr>
          <a:xfrm>
            <a:off x="4320487" y="3724955"/>
            <a:ext cx="2316531" cy="1015483"/>
            <a:chOff x="1116554" y="3998047"/>
            <a:chExt cx="7891439" cy="1015483"/>
          </a:xfrm>
        </p:grpSpPr>
        <p:cxnSp>
          <p:nvCxnSpPr>
            <p:cNvPr id="23" name="直接连接符 22">
              <a:extLst>
                <a:ext uri="{FF2B5EF4-FFF2-40B4-BE49-F238E27FC236}">
                  <a16:creationId xmlns:a16="http://schemas.microsoft.com/office/drawing/2014/main" id="{FE6B90BF-41A0-1FB1-0CEF-44FFFE02EA95}"/>
                </a:ext>
              </a:extLst>
            </p:cNvPr>
            <p:cNvCxnSpPr/>
            <p:nvPr/>
          </p:nvCxnSpPr>
          <p:spPr>
            <a:xfrm>
              <a:off x="1198880"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E1E88F4-6A6B-813A-4609-544DA9C1CB75}"/>
                </a:ext>
              </a:extLst>
            </p:cNvPr>
            <p:cNvCxnSpPr/>
            <p:nvPr/>
          </p:nvCxnSpPr>
          <p:spPr>
            <a:xfrm>
              <a:off x="2588895" y="4113530"/>
              <a:ext cx="0" cy="900000"/>
            </a:xfrm>
            <a:prstGeom prst="line">
              <a:avLst/>
            </a:prstGeom>
            <a:ln w="12700" cmpd="sng">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ECE88109-B37B-8A91-FED5-89A4C1F803A0}"/>
                </a:ext>
              </a:extLst>
            </p:cNvPr>
            <p:cNvCxnSpPr/>
            <p:nvPr/>
          </p:nvCxnSpPr>
          <p:spPr>
            <a:xfrm flipV="1">
              <a:off x="1198880" y="4349858"/>
              <a:ext cx="1405255" cy="8890"/>
            </a:xfrm>
            <a:prstGeom prst="straightConnector1">
              <a:avLst/>
            </a:prstGeom>
            <a:ln w="63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A4B79604-84CB-CB00-DDDD-6EFC9128C13D}"/>
                </a:ext>
              </a:extLst>
            </p:cNvPr>
            <p:cNvSpPr txBox="1"/>
            <p:nvPr/>
          </p:nvSpPr>
          <p:spPr>
            <a:xfrm>
              <a:off x="1116554" y="3998047"/>
              <a:ext cx="7891439" cy="368300"/>
            </a:xfrm>
            <a:prstGeom prst="rect">
              <a:avLst/>
            </a:prstGeom>
            <a:noFill/>
          </p:spPr>
          <p:txBody>
            <a:bodyPr wrap="square" rtlCol="0">
              <a:spAutoFit/>
            </a:bodyPr>
            <a:lstStyle/>
            <a:p>
              <a:r>
                <a:rPr lang="en-US" altLang="zh-CN"/>
                <a:t>10</a:t>
              </a:r>
            </a:p>
          </p:txBody>
        </p:sp>
      </p:grpSp>
    </p:spTree>
    <p:extLst>
      <p:ext uri="{BB962C8B-B14F-4D97-AF65-F5344CB8AC3E}">
        <p14:creationId xmlns:p14="http://schemas.microsoft.com/office/powerpoint/2010/main" val="3936205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p:cNvPicPr>
            <a:picLocks noChangeAspect="1"/>
          </p:cNvPicPr>
          <p:nvPr/>
        </p:nvPicPr>
        <p:blipFill>
          <a:blip r:embed="rId10"/>
          <a:stretch>
            <a:fillRect/>
          </a:stretch>
        </p:blipFill>
        <p:spPr>
          <a:xfrm>
            <a:off x="2001284" y="1466649"/>
            <a:ext cx="6268667" cy="3486114"/>
          </a:xfrm>
          <a:prstGeom prst="rect">
            <a:avLst/>
          </a:prstGeom>
        </p:spPr>
      </p:pic>
      <p:sp>
        <p:nvSpPr>
          <p:cNvPr id="4" name="標題 1"/>
          <p:cNvSpPr txBox="1"/>
          <p:nvPr/>
        </p:nvSpPr>
        <p:spPr>
          <a:xfrm>
            <a:off x="741988" y="12647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4.Key component</a:t>
            </a:r>
            <a:endParaRPr lang="en-US" altLang="zh-CN" dirty="0">
              <a:latin typeface="+mn-lt"/>
            </a:endParaRPr>
          </a:p>
        </p:txBody>
      </p:sp>
      <p:sp>
        <p:nvSpPr>
          <p:cNvPr id="21" name="文本框 20"/>
          <p:cNvSpPr txBox="1"/>
          <p:nvPr/>
        </p:nvSpPr>
        <p:spPr>
          <a:xfrm>
            <a:off x="300990" y="768350"/>
            <a:ext cx="3863975" cy="440690"/>
          </a:xfrm>
          <a:prstGeom prst="rect">
            <a:avLst/>
          </a:prstGeom>
        </p:spPr>
        <p:txBody>
          <a:bodyPr wrap="square" rtlCol="0">
            <a:noAutofit/>
          </a:bodyPr>
          <a:lstStyle>
            <a:defPPr>
              <a:defRPr lang="zh-CN"/>
            </a:defPPr>
            <a:lvl1pPr>
              <a:defRPr sz="1600">
                <a:ea typeface="微软雅黑" panose="020B0503020204020204" pitchFamily="34" charset="-122"/>
              </a:defRPr>
            </a:lvl1pPr>
          </a:lstStyle>
          <a:p>
            <a:r>
              <a:rPr lang="en-US" altLang="zh-CN" sz="1800" b="1" dirty="0"/>
              <a:t>4.3</a:t>
            </a:r>
            <a:r>
              <a:rPr sz="1800" b="1" dirty="0"/>
              <a:t>Receiving Tray Switch components</a:t>
            </a:r>
          </a:p>
          <a:p>
            <a:endParaRPr lang="zh-CN" altLang="en-US" sz="1800" b="1" dirty="0"/>
          </a:p>
        </p:txBody>
      </p:sp>
      <p:sp>
        <p:nvSpPr>
          <p:cNvPr id="5" name="TextBox 216"/>
          <p:cNvSpPr txBox="1">
            <a:spLocks noChangeArrowheads="1"/>
          </p:cNvSpPr>
          <p:nvPr/>
        </p:nvSpPr>
        <p:spPr bwMode="auto">
          <a:xfrm>
            <a:off x="1370010" y="1949745"/>
            <a:ext cx="621656"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Belt</a:t>
            </a:r>
          </a:p>
        </p:txBody>
      </p:sp>
      <p:sp>
        <p:nvSpPr>
          <p:cNvPr id="9" name="TextBox 216"/>
          <p:cNvSpPr txBox="1">
            <a:spLocks noChangeArrowheads="1"/>
          </p:cNvSpPr>
          <p:nvPr/>
        </p:nvSpPr>
        <p:spPr bwMode="auto">
          <a:xfrm>
            <a:off x="7907459" y="1378422"/>
            <a:ext cx="142889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sz="1300" dirty="0">
                <a:latin typeface="+mn-lt"/>
              </a:rPr>
              <a:t>Tray block cylinder</a:t>
            </a:r>
          </a:p>
        </p:txBody>
      </p:sp>
      <p:sp>
        <p:nvSpPr>
          <p:cNvPr id="11" name="TextBox 216"/>
          <p:cNvSpPr txBox="1">
            <a:spLocks noChangeArrowheads="1"/>
          </p:cNvSpPr>
          <p:nvPr/>
        </p:nvSpPr>
        <p:spPr bwMode="auto">
          <a:xfrm>
            <a:off x="861060" y="3154045"/>
            <a:ext cx="821690" cy="604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zh-CN" sz="1300" dirty="0">
                <a:latin typeface="+mn-lt"/>
              </a:rPr>
              <a:t>Electric machine</a:t>
            </a:r>
          </a:p>
        </p:txBody>
      </p:sp>
      <p:cxnSp>
        <p:nvCxnSpPr>
          <p:cNvPr id="13" name="肘形连接符 12"/>
          <p:cNvCxnSpPr/>
          <p:nvPr/>
        </p:nvCxnSpPr>
        <p:spPr>
          <a:xfrm>
            <a:off x="1864691" y="2128098"/>
            <a:ext cx="842915" cy="721867"/>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15" name="肘形连接符 14"/>
          <p:cNvCxnSpPr>
            <a:stCxn id="11" idx="3"/>
          </p:cNvCxnSpPr>
          <p:nvPr/>
        </p:nvCxnSpPr>
        <p:spPr>
          <a:xfrm>
            <a:off x="1682750" y="3456305"/>
            <a:ext cx="1270000" cy="168275"/>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11267" name="灯片编号占位符 3"/>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12</a:t>
            </a:fld>
            <a:endParaRPr lang="en-US" altLang="en-US" sz="1400" dirty="0">
              <a:solidFill>
                <a:srgbClr val="898989"/>
              </a:solidFill>
              <a:latin typeface="Arial" panose="020B0604020202020204" pitchFamily="34" charset="0"/>
              <a:ea typeface="微软雅黑" panose="020B0503020204020204" pitchFamily="34" charset="-122"/>
            </a:endParaRPr>
          </a:p>
        </p:txBody>
      </p:sp>
      <p:sp>
        <p:nvSpPr>
          <p:cNvPr id="71" name="文本框 27"/>
          <p:cNvSpPr txBox="1"/>
          <p:nvPr>
            <p:custDataLst>
              <p:tags r:id="rId1"/>
            </p:custDataLst>
          </p:nvPr>
        </p:nvSpPr>
        <p:spPr>
          <a:xfrm>
            <a:off x="9307195" y="768350"/>
            <a:ext cx="2915920" cy="5908040"/>
          </a:xfrm>
          <a:prstGeom prst="rect">
            <a:avLst/>
          </a:prstGeom>
          <a:noFill/>
        </p:spPr>
        <p:txBody>
          <a:bodyPr wrap="square" rtlCol="0">
            <a:spAutoFit/>
          </a:bodyPr>
          <a:lstStyle/>
          <a:p>
            <a:pPr algn="l"/>
            <a:r>
              <a:rPr lang="en-US" altLang="zh-CN" sz="1400" dirty="0">
                <a:latin typeface="Calibri" panose="020F0502020204030204" pitchFamily="34" charset="0"/>
                <a:cs typeface="Calibri" panose="020F0502020204030204" pitchFamily="34" charset="0"/>
              </a:rPr>
              <a:t>1.</a:t>
            </a:r>
            <a:r>
              <a:rPr sz="1400" dirty="0">
                <a:latin typeface="Calibri" panose="020F0502020204030204" pitchFamily="34" charset="0"/>
                <a:cs typeface="Calibri" panose="020F0502020204030204" pitchFamily="34" charset="0"/>
              </a:rPr>
              <a:t>Tray positioning process</a:t>
            </a:r>
            <a:r>
              <a:rPr lang="zh-CN" altLang="en-US" sz="1400" dirty="0">
                <a:latin typeface="Calibri" panose="020F0502020204030204" pitchFamily="34" charset="0"/>
                <a:cs typeface="Calibri" panose="020F0502020204030204" pitchFamily="34" charset="0"/>
              </a:rPr>
              <a:t>：</a:t>
            </a:r>
          </a:p>
          <a:p>
            <a:r>
              <a:rPr lang="zh-CN" altLang="en-US" sz="1400" dirty="0">
                <a:latin typeface="Calibri" panose="020F0502020204030204" pitchFamily="34" charset="0"/>
                <a:cs typeface="Calibri" panose="020F0502020204030204" pitchFamily="34" charset="0"/>
              </a:rPr>
              <a:t>①</a:t>
            </a:r>
            <a:r>
              <a:rPr sz="1400" dirty="0"/>
              <a:t>Tray flows into the product area, Tray sensing Sensor4 sensing after the transmission line deceleration, blocking block block Tray</a:t>
            </a:r>
            <a:r>
              <a:rPr lang="zh-CN" altLang="en-US" sz="1400" dirty="0">
                <a:latin typeface="Calibri" panose="020F0502020204030204" pitchFamily="34" charset="0"/>
                <a:cs typeface="Calibri" panose="020F0502020204030204" pitchFamily="34" charset="0"/>
              </a:rPr>
              <a:t> .</a:t>
            </a:r>
          </a:p>
          <a:p>
            <a:r>
              <a:rPr lang="zh-CN" altLang="en-US" sz="1400" dirty="0">
                <a:latin typeface="Calibri" panose="020F0502020204030204" pitchFamily="34" charset="0"/>
                <a:cs typeface="Calibri" panose="020F0502020204030204" pitchFamily="34" charset="0"/>
                <a:sym typeface="+mn-ea"/>
              </a:rPr>
              <a:t>②</a:t>
            </a:r>
            <a:r>
              <a:rPr sz="1400" dirty="0">
                <a:latin typeface="Calibri" panose="020F0502020204030204" pitchFamily="34" charset="0"/>
                <a:cs typeface="Calibri" panose="020F0502020204030204" pitchFamily="34" charset="0"/>
                <a:sym typeface="+mn-ea"/>
              </a:rPr>
              <a:t>Tray side positioning cylinder push out to position Tray</a:t>
            </a:r>
            <a:r>
              <a:rPr lang="en-US" altLang="zh-CN" sz="1400" dirty="0">
                <a:latin typeface="Calibri" panose="020F0502020204030204" pitchFamily="34" charset="0"/>
                <a:cs typeface="Calibri" panose="020F0502020204030204" pitchFamily="34" charset="0"/>
                <a:sym typeface="+mn-ea"/>
              </a:rPr>
              <a:t>.</a:t>
            </a:r>
          </a:p>
          <a:p>
            <a:r>
              <a:rPr lang="en-US" altLang="zh-CN" sz="1400" dirty="0">
                <a:latin typeface="Calibri" panose="020F0502020204030204" pitchFamily="34" charset="0"/>
                <a:cs typeface="Calibri" panose="020F0502020204030204" pitchFamily="34" charset="0"/>
                <a:sym typeface="+mn-ea"/>
              </a:rPr>
              <a:t>2.</a:t>
            </a:r>
            <a:r>
              <a:rPr lang="zh-CN" altLang="en-US" sz="1400" dirty="0">
                <a:latin typeface="Calibri" panose="020F0502020204030204" pitchFamily="34" charset="0"/>
                <a:cs typeface="Calibri" panose="020F0502020204030204" pitchFamily="34" charset="0"/>
                <a:sym typeface="+mn-ea"/>
              </a:rPr>
              <a:t>Receiving process：</a:t>
            </a:r>
            <a:endParaRPr lang="en-US" altLang="zh-CN" sz="1400" dirty="0">
              <a:latin typeface="Calibri" panose="020F0502020204030204" pitchFamily="34" charset="0"/>
              <a:cs typeface="Calibri" panose="020F0502020204030204" pitchFamily="34" charset="0"/>
              <a:sym typeface="+mn-ea"/>
            </a:endParaRPr>
          </a:p>
          <a:p>
            <a:r>
              <a:rPr lang="zh-CN" altLang="en-US" sz="1400" dirty="0">
                <a:latin typeface="Calibri" panose="020F0502020204030204" pitchFamily="34" charset="0"/>
                <a:cs typeface="Calibri" panose="020F0502020204030204" pitchFamily="34" charset="0"/>
                <a:sym typeface="+mn-ea"/>
              </a:rPr>
              <a:t>① </a:t>
            </a:r>
            <a:r>
              <a:rPr sz="1400" dirty="0"/>
              <a:t>After filling the Tray, the product flows into the receiving area. The Tray sensor Sensor2 sensing conveyor line slows down, and the Tray blocking cylinder blocks the Tray</a:t>
            </a:r>
            <a:r>
              <a:rPr lang="zh-CN" altLang="en-US" sz="1400" dirty="0">
                <a:latin typeface="Calibri" panose="020F0502020204030204" pitchFamily="34" charset="0"/>
                <a:cs typeface="Calibri" panose="020F0502020204030204" pitchFamily="34" charset="0"/>
              </a:rPr>
              <a:t> .</a:t>
            </a:r>
            <a:endParaRPr lang="en-US" altLang="zh-CN" sz="1400" dirty="0">
              <a:latin typeface="Calibri" panose="020F0502020204030204" pitchFamily="34" charset="0"/>
              <a:cs typeface="Calibri" panose="020F0502020204030204" pitchFamily="34" charset="0"/>
            </a:endParaRPr>
          </a:p>
          <a:p>
            <a:r>
              <a:rPr lang="zh-CN" altLang="en-US" sz="1400" dirty="0">
                <a:latin typeface="Calibri" panose="020F0502020204030204" pitchFamily="34" charset="0"/>
                <a:cs typeface="Calibri" panose="020F0502020204030204" pitchFamily="34" charset="0"/>
                <a:sym typeface="+mn-ea"/>
              </a:rPr>
              <a:t>②</a:t>
            </a:r>
            <a:r>
              <a:rPr sz="1400" dirty="0">
                <a:latin typeface="Calibri" panose="020F0502020204030204" pitchFamily="34" charset="0"/>
                <a:cs typeface="Calibri" panose="020F0502020204030204" pitchFamily="34" charset="0"/>
                <a:sym typeface="+mn-ea"/>
              </a:rPr>
              <a:t>Tray Ejector lifts Tray full of product</a:t>
            </a:r>
          </a:p>
          <a:p>
            <a:r>
              <a:rPr lang="en-US" altLang="zh-CN" sz="1400" dirty="0">
                <a:latin typeface="Calibri" panose="020F0502020204030204" pitchFamily="34" charset="0"/>
                <a:cs typeface="Calibri" panose="020F0502020204030204" pitchFamily="34" charset="0"/>
                <a:sym typeface="+mn-ea"/>
              </a:rPr>
              <a:t>3.</a:t>
            </a:r>
            <a:r>
              <a:rPr lang="zh-CN" altLang="en-US" sz="1400" dirty="0">
                <a:latin typeface="Calibri" panose="020F0502020204030204" pitchFamily="34" charset="0"/>
                <a:cs typeface="Calibri" panose="020F0502020204030204" pitchFamily="34" charset="0"/>
                <a:sym typeface="+mn-ea"/>
              </a:rPr>
              <a:t>Feeding process：</a:t>
            </a:r>
          </a:p>
          <a:p>
            <a:r>
              <a:rPr lang="zh-CN" altLang="en-US" sz="1400" dirty="0">
                <a:latin typeface="Calibri" panose="020F0502020204030204" pitchFamily="34" charset="0"/>
                <a:cs typeface="Calibri" panose="020F0502020204030204" pitchFamily="34" charset="0"/>
                <a:sym typeface="+mn-ea"/>
              </a:rPr>
              <a:t>①</a:t>
            </a:r>
            <a:r>
              <a:rPr sz="1400" dirty="0">
                <a:latin typeface="Calibri" panose="020F0502020204030204" pitchFamily="34" charset="0"/>
                <a:cs typeface="Calibri" panose="020F0502020204030204" pitchFamily="34" charset="0"/>
                <a:sym typeface="+mn-ea"/>
              </a:rPr>
              <a:t>After the products in the receiving area are put away, the charging mechanism in the feeding area raises two cylinders, the Tray dividing mechanism is put away, and then the Tray charging mechanism drops a cylinder, the dividing mechanism extends, and the charging mechanism completely drops</a:t>
            </a:r>
            <a:r>
              <a:rPr lang="zh-CN" altLang="en-US" sz="1400" dirty="0">
                <a:latin typeface="Calibri" panose="020F0502020204030204" pitchFamily="34" charset="0"/>
                <a:cs typeface="Calibri" panose="020F0502020204030204" pitchFamily="34" charset="0"/>
                <a:sym typeface="+mn-ea"/>
              </a:rPr>
              <a:t>。</a:t>
            </a:r>
            <a:endParaRPr lang="en-US" altLang="zh-CN" sz="1400" dirty="0">
              <a:latin typeface="Calibri" panose="020F0502020204030204" pitchFamily="34" charset="0"/>
              <a:cs typeface="Calibri" panose="020F0502020204030204" pitchFamily="34" charset="0"/>
              <a:sym typeface="+mn-ea"/>
            </a:endParaRPr>
          </a:p>
          <a:p>
            <a:r>
              <a:rPr lang="zh-CN" altLang="en-US" sz="1400" dirty="0">
                <a:latin typeface="Calibri" panose="020F0502020204030204" pitchFamily="34" charset="0"/>
                <a:cs typeface="Calibri" panose="020F0502020204030204" pitchFamily="34" charset="0"/>
                <a:sym typeface="+mn-ea"/>
              </a:rPr>
              <a:t>②</a:t>
            </a:r>
            <a:r>
              <a:rPr sz="1400" dirty="0"/>
              <a:t>Tray induction Sensor1 induction line accelerates Tray delivery to the product area</a:t>
            </a:r>
            <a:endParaRPr lang="zh-CN" altLang="en-US" sz="1400" dirty="0">
              <a:ea typeface="等线" panose="02010600030101010101" charset="-122"/>
              <a:sym typeface="+mn-ea"/>
            </a:endParaRPr>
          </a:p>
        </p:txBody>
      </p:sp>
      <p:sp>
        <p:nvSpPr>
          <p:cNvPr id="25" name="椭圆 24"/>
          <p:cNvSpPr/>
          <p:nvPr/>
        </p:nvSpPr>
        <p:spPr>
          <a:xfrm>
            <a:off x="3977600" y="795430"/>
            <a:ext cx="329157" cy="343050"/>
          </a:xfrm>
          <a:prstGeom prst="ellipse">
            <a:avLst/>
          </a:prstGeom>
          <a:solidFill>
            <a:srgbClr val="FF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algn="ctr" defTabSz="825500" latinLnBrk="1" hangingPunct="0"/>
            <a:r>
              <a:rPr lang="en-US" altLang="zh-CN" sz="1000" dirty="0">
                <a:solidFill>
                  <a:srgbClr val="000000"/>
                </a:solidFill>
                <a:latin typeface="微软雅黑" panose="020B0503020204020204" pitchFamily="34" charset="-122"/>
                <a:ea typeface="微软雅黑" panose="020B0503020204020204" pitchFamily="34" charset="-122"/>
                <a:sym typeface="Helvetica Neue Light"/>
              </a:rPr>
              <a:t>3</a:t>
            </a:r>
            <a:endParaRPr lang="zh-CN" altLang="en-US" sz="1000" dirty="0">
              <a:solidFill>
                <a:srgbClr val="000000"/>
              </a:solidFill>
              <a:latin typeface="微软雅黑" panose="020B0503020204020204" pitchFamily="34" charset="-122"/>
              <a:ea typeface="微软雅黑" panose="020B0503020204020204" pitchFamily="34" charset="-122"/>
              <a:sym typeface="Helvetica Neue Light"/>
            </a:endParaRPr>
          </a:p>
        </p:txBody>
      </p:sp>
      <p:cxnSp>
        <p:nvCxnSpPr>
          <p:cNvPr id="46" name="肘形连接符 45"/>
          <p:cNvCxnSpPr>
            <a:stCxn id="9" idx="1"/>
          </p:cNvCxnSpPr>
          <p:nvPr/>
        </p:nvCxnSpPr>
        <p:spPr>
          <a:xfrm rot="10800000" flipV="1">
            <a:off x="4680257" y="1553989"/>
            <a:ext cx="3227202" cy="1805618"/>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55" name="肘形连接符 54"/>
          <p:cNvCxnSpPr/>
          <p:nvPr/>
        </p:nvCxnSpPr>
        <p:spPr>
          <a:xfrm rot="5400000">
            <a:off x="6183630" y="2747010"/>
            <a:ext cx="2431415" cy="993140"/>
          </a:xfrm>
          <a:prstGeom prst="bentConnector3">
            <a:avLst>
              <a:gd name="adj1" fmla="val 43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59" name="TextBox 216"/>
          <p:cNvSpPr txBox="1">
            <a:spLocks noChangeArrowheads="1"/>
          </p:cNvSpPr>
          <p:nvPr/>
        </p:nvSpPr>
        <p:spPr bwMode="auto">
          <a:xfrm>
            <a:off x="7915691" y="1782428"/>
            <a:ext cx="1588135"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pPr>
            <a:r>
              <a:rPr altLang="zh-CN" sz="1300" dirty="0"/>
              <a:t>Tray side positioning cylinder</a:t>
            </a:r>
          </a:p>
        </p:txBody>
      </p:sp>
      <p:cxnSp>
        <p:nvCxnSpPr>
          <p:cNvPr id="66" name="肘形连接符 65"/>
          <p:cNvCxnSpPr>
            <a:stCxn id="67" idx="3"/>
          </p:cNvCxnSpPr>
          <p:nvPr/>
        </p:nvCxnSpPr>
        <p:spPr>
          <a:xfrm flipV="1">
            <a:off x="2482230" y="4038406"/>
            <a:ext cx="1413006" cy="689770"/>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67" name="TextBox 216"/>
          <p:cNvSpPr txBox="1">
            <a:spLocks noChangeArrowheads="1"/>
          </p:cNvSpPr>
          <p:nvPr>
            <p:custDataLst>
              <p:tags r:id="rId2"/>
            </p:custDataLst>
          </p:nvPr>
        </p:nvSpPr>
        <p:spPr bwMode="auto">
          <a:xfrm>
            <a:off x="1137935" y="4552662"/>
            <a:ext cx="1344295"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Sensor1</a:t>
            </a:r>
          </a:p>
        </p:txBody>
      </p:sp>
      <p:cxnSp>
        <p:nvCxnSpPr>
          <p:cNvPr id="29" name="肘形连接符 65"/>
          <p:cNvCxnSpPr>
            <a:stCxn id="73" idx="3"/>
          </p:cNvCxnSpPr>
          <p:nvPr/>
        </p:nvCxnSpPr>
        <p:spPr>
          <a:xfrm flipV="1">
            <a:off x="2485556" y="4195415"/>
            <a:ext cx="2165521" cy="791306"/>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56" name="肘形连接符 12"/>
          <p:cNvCxnSpPr/>
          <p:nvPr/>
        </p:nvCxnSpPr>
        <p:spPr>
          <a:xfrm rot="16200000" flipH="1">
            <a:off x="2642673" y="1965251"/>
            <a:ext cx="1612551" cy="548102"/>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60" name="TextBox 216"/>
          <p:cNvSpPr txBox="1">
            <a:spLocks noChangeArrowheads="1"/>
          </p:cNvSpPr>
          <p:nvPr/>
        </p:nvSpPr>
        <p:spPr bwMode="auto">
          <a:xfrm>
            <a:off x="2260708" y="1113082"/>
            <a:ext cx="1428890"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a:t>
            </a:r>
            <a:r>
              <a:rPr lang="zh-CN" altLang="en-US" sz="1300" dirty="0">
                <a:latin typeface="+mn-lt"/>
              </a:rPr>
              <a:t>Charging mechanism</a:t>
            </a:r>
          </a:p>
        </p:txBody>
      </p:sp>
      <p:cxnSp>
        <p:nvCxnSpPr>
          <p:cNvPr id="61" name="肘形连接符 65"/>
          <p:cNvCxnSpPr>
            <a:stCxn id="68" idx="3"/>
          </p:cNvCxnSpPr>
          <p:nvPr/>
        </p:nvCxnSpPr>
        <p:spPr>
          <a:xfrm>
            <a:off x="1251752" y="2686793"/>
            <a:ext cx="1542847" cy="512080"/>
          </a:xfrm>
          <a:prstGeom prst="bentConnector3">
            <a:avLst>
              <a:gd name="adj1" fmla="val 50000"/>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68" name="TextBox 216"/>
          <p:cNvSpPr txBox="1">
            <a:spLocks noChangeArrowheads="1"/>
          </p:cNvSpPr>
          <p:nvPr>
            <p:custDataLst>
              <p:tags r:id="rId3"/>
            </p:custDataLst>
          </p:nvPr>
        </p:nvSpPr>
        <p:spPr bwMode="auto">
          <a:xfrm>
            <a:off x="71820" y="2381406"/>
            <a:ext cx="1179932"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d</a:t>
            </a:r>
            <a:r>
              <a:rPr lang="zh-CN" altLang="en-US" sz="1300" dirty="0">
                <a:latin typeface="+mn-lt"/>
              </a:rPr>
              <a:t>ividing mechanism</a:t>
            </a:r>
          </a:p>
        </p:txBody>
      </p:sp>
      <p:cxnSp>
        <p:nvCxnSpPr>
          <p:cNvPr id="69" name="肘形连接符 65"/>
          <p:cNvCxnSpPr>
            <a:stCxn id="75" idx="3"/>
          </p:cNvCxnSpPr>
          <p:nvPr/>
        </p:nvCxnSpPr>
        <p:spPr>
          <a:xfrm flipV="1">
            <a:off x="2502583" y="4127811"/>
            <a:ext cx="2606268" cy="1166153"/>
          </a:xfrm>
          <a:prstGeom prst="bentConnector3">
            <a:avLst>
              <a:gd name="adj1" fmla="val 100413"/>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73" name="TextBox 216"/>
          <p:cNvSpPr txBox="1">
            <a:spLocks noChangeArrowheads="1"/>
          </p:cNvSpPr>
          <p:nvPr>
            <p:custDataLst>
              <p:tags r:id="rId4"/>
            </p:custDataLst>
          </p:nvPr>
        </p:nvSpPr>
        <p:spPr bwMode="auto">
          <a:xfrm>
            <a:off x="1141261" y="4811207"/>
            <a:ext cx="1344295"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Sensor2</a:t>
            </a:r>
          </a:p>
        </p:txBody>
      </p:sp>
      <p:sp>
        <p:nvSpPr>
          <p:cNvPr id="75" name="TextBox 216"/>
          <p:cNvSpPr txBox="1">
            <a:spLocks noChangeArrowheads="1"/>
          </p:cNvSpPr>
          <p:nvPr>
            <p:custDataLst>
              <p:tags r:id="rId5"/>
            </p:custDataLst>
          </p:nvPr>
        </p:nvSpPr>
        <p:spPr bwMode="auto">
          <a:xfrm>
            <a:off x="1079935" y="5118450"/>
            <a:ext cx="1422648"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  Tray Sensor3</a:t>
            </a:r>
          </a:p>
        </p:txBody>
      </p:sp>
      <p:cxnSp>
        <p:nvCxnSpPr>
          <p:cNvPr id="77" name="肘形连接符 65"/>
          <p:cNvCxnSpPr>
            <a:stCxn id="81" idx="1"/>
          </p:cNvCxnSpPr>
          <p:nvPr/>
        </p:nvCxnSpPr>
        <p:spPr>
          <a:xfrm rot="10800000">
            <a:off x="7662689" y="3165489"/>
            <a:ext cx="241120" cy="2009845"/>
          </a:xfrm>
          <a:prstGeom prst="bentConnector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81" name="TextBox 216"/>
          <p:cNvSpPr txBox="1">
            <a:spLocks noChangeArrowheads="1"/>
          </p:cNvSpPr>
          <p:nvPr>
            <p:custDataLst>
              <p:tags r:id="rId6"/>
            </p:custDataLst>
          </p:nvPr>
        </p:nvSpPr>
        <p:spPr bwMode="auto">
          <a:xfrm>
            <a:off x="7903809" y="4999819"/>
            <a:ext cx="1422648"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Tray Sensor4</a:t>
            </a:r>
          </a:p>
        </p:txBody>
      </p:sp>
      <p:cxnSp>
        <p:nvCxnSpPr>
          <p:cNvPr id="85" name="肘形连接符 65"/>
          <p:cNvCxnSpPr>
            <a:stCxn id="88" idx="3"/>
          </p:cNvCxnSpPr>
          <p:nvPr/>
        </p:nvCxnSpPr>
        <p:spPr>
          <a:xfrm flipV="1">
            <a:off x="2485556" y="3280390"/>
            <a:ext cx="3166992" cy="2345252"/>
          </a:xfrm>
          <a:prstGeom prst="bentConnector3">
            <a:avLst>
              <a:gd name="adj1" fmla="val 99897"/>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88" name="TextBox 216"/>
          <p:cNvSpPr txBox="1">
            <a:spLocks noChangeArrowheads="1"/>
          </p:cNvSpPr>
          <p:nvPr>
            <p:custDataLst>
              <p:tags r:id="rId7"/>
            </p:custDataLst>
          </p:nvPr>
        </p:nvSpPr>
        <p:spPr bwMode="auto">
          <a:xfrm>
            <a:off x="1062908" y="5450128"/>
            <a:ext cx="1422648"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en-US" altLang="zh-CN" sz="1300" dirty="0">
                <a:latin typeface="+mn-lt"/>
              </a:rPr>
              <a:t>   Tray Sensor5</a:t>
            </a:r>
          </a:p>
        </p:txBody>
      </p:sp>
      <p:sp>
        <p:nvSpPr>
          <p:cNvPr id="11287" name="箭头: 下 11286"/>
          <p:cNvSpPr/>
          <p:nvPr/>
        </p:nvSpPr>
        <p:spPr>
          <a:xfrm>
            <a:off x="3977560" y="1356934"/>
            <a:ext cx="187544" cy="90344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88" name="箭头: 下 11287"/>
          <p:cNvSpPr/>
          <p:nvPr/>
        </p:nvSpPr>
        <p:spPr>
          <a:xfrm>
            <a:off x="5304751" y="1554623"/>
            <a:ext cx="187544" cy="89043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TextBox 216"/>
          <p:cNvSpPr txBox="1">
            <a:spLocks noChangeArrowheads="1"/>
          </p:cNvSpPr>
          <p:nvPr/>
        </p:nvSpPr>
        <p:spPr bwMode="auto">
          <a:xfrm>
            <a:off x="3689307" y="1038366"/>
            <a:ext cx="990949"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zh-CN" altLang="en-US" sz="1300" dirty="0">
                <a:latin typeface="+mn-lt"/>
              </a:rPr>
              <a:t>Input area</a:t>
            </a:r>
          </a:p>
        </p:txBody>
      </p:sp>
      <p:sp>
        <p:nvSpPr>
          <p:cNvPr id="107" name="TextBox 216"/>
          <p:cNvSpPr txBox="1">
            <a:spLocks noChangeArrowheads="1"/>
          </p:cNvSpPr>
          <p:nvPr/>
        </p:nvSpPr>
        <p:spPr bwMode="auto">
          <a:xfrm>
            <a:off x="4810760" y="1233805"/>
            <a:ext cx="1174750" cy="265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zh-CN" altLang="en-US" sz="1300" dirty="0">
                <a:latin typeface="+mn-lt"/>
              </a:rPr>
              <a:t>Receiving area</a:t>
            </a:r>
          </a:p>
        </p:txBody>
      </p:sp>
      <p:sp>
        <p:nvSpPr>
          <p:cNvPr id="70" name="箭头: 下 69"/>
          <p:cNvSpPr/>
          <p:nvPr/>
        </p:nvSpPr>
        <p:spPr>
          <a:xfrm rot="10800000">
            <a:off x="6772285" y="4613117"/>
            <a:ext cx="187544" cy="89043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TextBox 216"/>
          <p:cNvSpPr txBox="1">
            <a:spLocks noChangeArrowheads="1"/>
          </p:cNvSpPr>
          <p:nvPr/>
        </p:nvSpPr>
        <p:spPr bwMode="auto">
          <a:xfrm>
            <a:off x="6280150" y="5469255"/>
            <a:ext cx="1171575" cy="487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30000"/>
              </a:lnSpc>
            </a:pPr>
            <a:r>
              <a:rPr lang="zh-CN" altLang="en-US" sz="1300" dirty="0">
                <a:latin typeface="+mn-lt"/>
              </a:rPr>
              <a:t>Product area</a:t>
            </a:r>
          </a:p>
        </p:txBody>
      </p:sp>
      <p:cxnSp>
        <p:nvCxnSpPr>
          <p:cNvPr id="74" name="肘形连接符 65"/>
          <p:cNvCxnSpPr>
            <a:stCxn id="76" idx="1"/>
          </p:cNvCxnSpPr>
          <p:nvPr/>
        </p:nvCxnSpPr>
        <p:spPr>
          <a:xfrm rot="10800000" flipV="1">
            <a:off x="8017774" y="2493736"/>
            <a:ext cx="186779" cy="783404"/>
          </a:xfrm>
          <a:prstGeom prst="bentConnector2">
            <a:avLst/>
          </a:prstGeom>
          <a:ln w="28575">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76" name="TextBox 216"/>
          <p:cNvSpPr txBox="1">
            <a:spLocks noChangeArrowheads="1"/>
          </p:cNvSpPr>
          <p:nvPr/>
        </p:nvSpPr>
        <p:spPr bwMode="auto">
          <a:xfrm>
            <a:off x="8204552" y="2318524"/>
            <a:ext cx="1588135"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pPr>
            <a:r>
              <a:rPr sz="1300" dirty="0"/>
              <a:t>Tray block</a:t>
            </a:r>
          </a:p>
        </p:txBody>
      </p:sp>
      <p:sp>
        <p:nvSpPr>
          <p:cNvPr id="2" name="文本框 1"/>
          <p:cNvSpPr txBox="1"/>
          <p:nvPr/>
        </p:nvSpPr>
        <p:spPr>
          <a:xfrm>
            <a:off x="3937000" y="6334125"/>
            <a:ext cx="5161915" cy="344805"/>
          </a:xfrm>
          <a:prstGeom prst="rect">
            <a:avLst/>
          </a:prstGeom>
          <a:noFill/>
        </p:spPr>
        <p:txBody>
          <a:bodyPr wrap="square" rtlCol="0">
            <a:noAutofit/>
          </a:bodyPr>
          <a:lstStyle/>
          <a:p>
            <a:r>
              <a:rPr sz="1400" dirty="0">
                <a:latin typeface="Calibri" panose="020F0502020204030204" pitchFamily="34" charset="0"/>
                <a:cs typeface="Calibri" panose="020F0502020204030204" pitchFamily="34" charset="0"/>
                <a:sym typeface="+mn-ea"/>
              </a:rPr>
              <a:t>The maximum load of a single transmission line is about 20Kg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15"/>
          <a:stretch>
            <a:fillRect/>
          </a:stretch>
        </p:blipFill>
        <p:spPr>
          <a:xfrm>
            <a:off x="3870636" y="3090503"/>
            <a:ext cx="3048324" cy="2195577"/>
          </a:xfrm>
          <a:prstGeom prst="rect">
            <a:avLst/>
          </a:prstGeom>
        </p:spPr>
      </p:pic>
      <p:sp>
        <p:nvSpPr>
          <p:cNvPr id="25" name="標題 1"/>
          <p:cNvSpPr txBox="1"/>
          <p:nvPr/>
        </p:nvSpPr>
        <p:spPr>
          <a:xfrm>
            <a:off x="741987" y="135368"/>
            <a:ext cx="10796077"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5.</a:t>
            </a:r>
            <a:r>
              <a:rPr noProof="0" dirty="0">
                <a:sym typeface="+mn-ea"/>
              </a:rPr>
              <a:t>Action flow design</a:t>
            </a:r>
          </a:p>
        </p:txBody>
      </p:sp>
      <p:sp>
        <p:nvSpPr>
          <p:cNvPr id="16" name="文字方塊 21"/>
          <p:cNvSpPr txBox="1"/>
          <p:nvPr>
            <p:custDataLst>
              <p:tags r:id="rId2"/>
            </p:custDataLst>
          </p:nvPr>
        </p:nvSpPr>
        <p:spPr bwMode="auto">
          <a:xfrm>
            <a:off x="298824" y="5498541"/>
            <a:ext cx="2801265" cy="460375"/>
          </a:xfrm>
          <a:prstGeom prst="rect">
            <a:avLst/>
          </a:prstGeom>
          <a:noFill/>
          <a:ln>
            <a:noFill/>
          </a:ln>
        </p:spPr>
        <p:txBody>
          <a:bodyPr wrap="square" rtlCol="0">
            <a:spAutoFit/>
          </a:bodyPr>
          <a:lstStyle/>
          <a:p>
            <a:pPr>
              <a:spcBef>
                <a:spcPct val="0"/>
              </a:spcBef>
            </a:pPr>
            <a:r>
              <a:rPr lang="en-US" altLang="zh-CN" sz="1200" dirty="0">
                <a:latin typeface="Arial" panose="020B0604020202020204" pitchFamily="34" charset="0"/>
                <a:ea typeface="微软雅黑" panose="020B0503020204020204" pitchFamily="34" charset="-122"/>
              </a:rPr>
              <a:t>Step1: </a:t>
            </a:r>
            <a:r>
              <a:rPr sz="1200" dirty="0">
                <a:latin typeface="Arial" panose="020B0604020202020204" pitchFamily="34" charset="0"/>
                <a:ea typeface="微软雅黑" panose="020B0503020204020204" pitchFamily="34" charset="-122"/>
              </a:rPr>
              <a:t>Tray feed into the work area vehicle positioning fixed.</a:t>
            </a:r>
            <a:r>
              <a:rPr lang="zh-CN" sz="1200" dirty="0">
                <a:latin typeface="Arial" panose="020B0604020202020204" pitchFamily="34" charset="0"/>
                <a:ea typeface="微软雅黑" panose="020B0503020204020204" pitchFamily="34" charset="-122"/>
              </a:rPr>
              <a:t>（</a:t>
            </a:r>
          </a:p>
        </p:txBody>
      </p:sp>
      <p:sp>
        <p:nvSpPr>
          <p:cNvPr id="17" name="Text Box 146"/>
          <p:cNvSpPr txBox="1">
            <a:spLocks noChangeArrowheads="1"/>
          </p:cNvSpPr>
          <p:nvPr>
            <p:custDataLst>
              <p:tags r:id="rId3"/>
            </p:custDataLst>
          </p:nvPr>
        </p:nvSpPr>
        <p:spPr bwMode="auto">
          <a:xfrm>
            <a:off x="3885876" y="5488353"/>
            <a:ext cx="313840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TW"/>
            </a:defPPr>
            <a:lvl1pPr>
              <a:spcBef>
                <a:spcPct val="0"/>
              </a:spcBef>
              <a:defRPr sz="1200">
                <a:latin typeface="Arial" panose="020B0604020202020204" pitchFamily="34" charset="0"/>
                <a:ea typeface="微软雅黑" panose="020B0503020204020204" pitchFamily="34" charset="-122"/>
              </a:defRPr>
            </a:lvl1pPr>
          </a:lstStyle>
          <a:p>
            <a:r>
              <a:rPr lang="en-US" altLang="zh-CN" dirty="0">
                <a:sym typeface="+mn-ea"/>
              </a:rPr>
              <a:t>Step2: </a:t>
            </a:r>
            <a:r>
              <a:rPr dirty="0">
                <a:sym typeface="+mn-ea"/>
              </a:rPr>
              <a:t>table Transfer assembly places product into receiving Tray.</a:t>
            </a:r>
            <a:endParaRPr lang="zh-CN" altLang="en-US" dirty="0">
              <a:sym typeface="+mn-ea"/>
            </a:endParaRPr>
          </a:p>
        </p:txBody>
      </p:sp>
      <p:sp>
        <p:nvSpPr>
          <p:cNvPr id="18" name="Text Box 146"/>
          <p:cNvSpPr txBox="1">
            <a:spLocks noChangeArrowheads="1"/>
          </p:cNvSpPr>
          <p:nvPr>
            <p:custDataLst>
              <p:tags r:id="rId4"/>
            </p:custDataLst>
          </p:nvPr>
        </p:nvSpPr>
        <p:spPr bwMode="auto">
          <a:xfrm>
            <a:off x="8398687" y="5488353"/>
            <a:ext cx="280126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TW"/>
            </a:defPPr>
            <a:lvl1pPr>
              <a:spcBef>
                <a:spcPct val="0"/>
              </a:spcBef>
              <a:defRPr sz="1200">
                <a:latin typeface="Arial" panose="020B0604020202020204" pitchFamily="34" charset="0"/>
                <a:ea typeface="微软雅黑" panose="020B0503020204020204" pitchFamily="34" charset="-122"/>
              </a:defRPr>
            </a:lvl1pPr>
          </a:lstStyle>
          <a:p>
            <a:r>
              <a:rPr lang="en-US" altLang="zh-CN" dirty="0">
                <a:sym typeface="+mn-ea"/>
              </a:rPr>
              <a:t>Step3:</a:t>
            </a:r>
            <a:r>
              <a:rPr dirty="0">
                <a:sym typeface="+mn-ea"/>
              </a:rPr>
              <a:t>The product Tray enters the receiving area, and the empty Tray enters the receiving area</a:t>
            </a:r>
            <a:r>
              <a:rPr lang="en-US" dirty="0">
                <a:sym typeface="+mn-ea"/>
              </a:rPr>
              <a:t>.</a:t>
            </a:r>
            <a:endParaRPr lang="zh-CN" altLang="en-US" dirty="0">
              <a:sym typeface="+mn-ea"/>
            </a:endParaRPr>
          </a:p>
        </p:txBody>
      </p:sp>
      <p:sp>
        <p:nvSpPr>
          <p:cNvPr id="37" name="Shape 78"/>
          <p:cNvSpPr/>
          <p:nvPr>
            <p:custDataLst>
              <p:tags r:id="rId5"/>
            </p:custDataLst>
          </p:nvPr>
        </p:nvSpPr>
        <p:spPr>
          <a:xfrm flipV="1">
            <a:off x="3381178" y="2940891"/>
            <a:ext cx="360000" cy="0"/>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38" name="Shape 78"/>
          <p:cNvSpPr/>
          <p:nvPr>
            <p:custDataLst>
              <p:tags r:id="rId6"/>
            </p:custDataLst>
          </p:nvPr>
        </p:nvSpPr>
        <p:spPr>
          <a:xfrm>
            <a:off x="7266160" y="2940891"/>
            <a:ext cx="360000" cy="11018"/>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11267" name="灯片编号占位符 3"/>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13</a:t>
            </a:fld>
            <a:endParaRPr lang="en-US" altLang="en-US" sz="1400" dirty="0">
              <a:solidFill>
                <a:srgbClr val="898989"/>
              </a:solidFill>
              <a:latin typeface="Arial" panose="020B0604020202020204" pitchFamily="34" charset="0"/>
              <a:ea typeface="微软雅黑" panose="020B0503020204020204" pitchFamily="34" charset="-122"/>
            </a:endParaRPr>
          </a:p>
        </p:txBody>
      </p:sp>
      <p:pic>
        <p:nvPicPr>
          <p:cNvPr id="2" name="图片 1"/>
          <p:cNvPicPr>
            <a:picLocks noChangeAspect="1"/>
          </p:cNvPicPr>
          <p:nvPr>
            <p:custDataLst>
              <p:tags r:id="rId7"/>
            </p:custDataLst>
          </p:nvPr>
        </p:nvPicPr>
        <p:blipFill>
          <a:blip r:embed="rId16"/>
          <a:stretch>
            <a:fillRect/>
          </a:stretch>
        </p:blipFill>
        <p:spPr>
          <a:xfrm>
            <a:off x="298824" y="958778"/>
            <a:ext cx="2874336" cy="2020213"/>
          </a:xfrm>
          <a:prstGeom prst="rect">
            <a:avLst/>
          </a:prstGeom>
        </p:spPr>
      </p:pic>
      <p:pic>
        <p:nvPicPr>
          <p:cNvPr id="3" name="图片 2"/>
          <p:cNvPicPr>
            <a:picLocks noChangeAspect="1"/>
          </p:cNvPicPr>
          <p:nvPr>
            <p:custDataLst>
              <p:tags r:id="rId8"/>
            </p:custDataLst>
          </p:nvPr>
        </p:nvPicPr>
        <p:blipFill>
          <a:blip r:embed="rId17"/>
          <a:stretch>
            <a:fillRect/>
          </a:stretch>
        </p:blipFill>
        <p:spPr>
          <a:xfrm>
            <a:off x="3820919" y="894569"/>
            <a:ext cx="3235397" cy="2220944"/>
          </a:xfrm>
          <a:prstGeom prst="rect">
            <a:avLst/>
          </a:prstGeom>
        </p:spPr>
      </p:pic>
      <p:pic>
        <p:nvPicPr>
          <p:cNvPr id="4" name="图片 3"/>
          <p:cNvPicPr>
            <a:picLocks noChangeAspect="1"/>
          </p:cNvPicPr>
          <p:nvPr>
            <p:custDataLst>
              <p:tags r:id="rId9"/>
            </p:custDataLst>
          </p:nvPr>
        </p:nvPicPr>
        <p:blipFill>
          <a:blip r:embed="rId18"/>
          <a:stretch>
            <a:fillRect/>
          </a:stretch>
        </p:blipFill>
        <p:spPr>
          <a:xfrm>
            <a:off x="8116570" y="958778"/>
            <a:ext cx="3197067" cy="2187467"/>
          </a:xfrm>
          <a:prstGeom prst="rect">
            <a:avLst/>
          </a:prstGeom>
        </p:spPr>
      </p:pic>
      <p:pic>
        <p:nvPicPr>
          <p:cNvPr id="5" name="图片 4"/>
          <p:cNvPicPr>
            <a:picLocks noChangeAspect="1"/>
          </p:cNvPicPr>
          <p:nvPr>
            <p:custDataLst>
              <p:tags r:id="rId10"/>
            </p:custDataLst>
          </p:nvPr>
        </p:nvPicPr>
        <p:blipFill>
          <a:blip r:embed="rId15"/>
          <a:stretch>
            <a:fillRect/>
          </a:stretch>
        </p:blipFill>
        <p:spPr>
          <a:xfrm>
            <a:off x="298824" y="2978991"/>
            <a:ext cx="2874337" cy="2070262"/>
          </a:xfrm>
          <a:prstGeom prst="rect">
            <a:avLst/>
          </a:prstGeom>
        </p:spPr>
      </p:pic>
      <p:pic>
        <p:nvPicPr>
          <p:cNvPr id="10" name="图片 9"/>
          <p:cNvPicPr>
            <a:picLocks noChangeAspect="1"/>
          </p:cNvPicPr>
          <p:nvPr>
            <p:custDataLst>
              <p:tags r:id="rId11"/>
            </p:custDataLst>
          </p:nvPr>
        </p:nvPicPr>
        <p:blipFill>
          <a:blip r:embed="rId15"/>
          <a:stretch>
            <a:fillRect/>
          </a:stretch>
        </p:blipFill>
        <p:spPr>
          <a:xfrm>
            <a:off x="8200785" y="3146246"/>
            <a:ext cx="3048325" cy="219557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5" name="標題 1"/>
          <p:cNvSpPr txBox="1"/>
          <p:nvPr/>
        </p:nvSpPr>
        <p:spPr>
          <a:xfrm>
            <a:off x="741987" y="135368"/>
            <a:ext cx="10796077"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6.Sequence chart</a:t>
            </a:r>
          </a:p>
        </p:txBody>
      </p:sp>
      <p:sp>
        <p:nvSpPr>
          <p:cNvPr id="11267" name="灯片编号占位符 3"/>
          <p:cNvSpPr txBox="1">
            <a:spLocks noGrp="1"/>
          </p:cNvSpPr>
          <p:nvPr>
            <p:ph type="sldNum" sz="quarter" idx="4294967295"/>
          </p:nvPr>
        </p:nvSpPr>
        <p:spPr>
          <a:xfrm>
            <a:off x="11734165" y="6403975"/>
            <a:ext cx="457835"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pitchFamily="3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14</a:t>
            </a:fld>
            <a:endParaRPr lang="en-US" altLang="en-US" sz="1400" dirty="0">
              <a:solidFill>
                <a:srgbClr val="898989"/>
              </a:solidFill>
              <a:latin typeface="Arial" panose="020B0604020202020204" pitchFamily="34" charset="0"/>
              <a:ea typeface="微软雅黑" panose="020B0503020204020204" pitchFamily="34" charset="-122"/>
            </a:endParaRPr>
          </a:p>
        </p:txBody>
      </p:sp>
      <p:sp>
        <p:nvSpPr>
          <p:cNvPr id="4" name="文本框 3"/>
          <p:cNvSpPr txBox="1"/>
          <p:nvPr/>
        </p:nvSpPr>
        <p:spPr>
          <a:xfrm>
            <a:off x="1631315" y="5612765"/>
            <a:ext cx="6096000" cy="553085"/>
          </a:xfrm>
          <a:prstGeom prst="rect">
            <a:avLst/>
          </a:prstGeom>
          <a:noFill/>
        </p:spPr>
        <p:txBody>
          <a:bodyPr wrap="square" rtlCol="0" anchor="t">
            <a:spAutoFit/>
          </a:bodyPr>
          <a:lstStyle/>
          <a:p>
            <a:pPr>
              <a:lnSpc>
                <a:spcPct val="125000"/>
              </a:lnSpc>
            </a:pP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UPH</a:t>
            </a: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3600÷19.5×90%≈166PCSx2x6=1992PCS</a:t>
            </a:r>
            <a:endParaRPr lang="en-US" altLang="zh-CN" sz="1200" dirty="0">
              <a:latin typeface="Arial" panose="020B0604020202020204" pitchFamily="34" charset="0"/>
              <a:cs typeface="Arial" panose="020B0604020202020204" pitchFamily="34" charset="0"/>
            </a:endParaRPr>
          </a:p>
          <a:p>
            <a:pPr>
              <a:lnSpc>
                <a:spcPct val="125000"/>
              </a:lnSpc>
            </a:pP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Note</a:t>
            </a: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90% is estimated OEE, only for UPH calculation. not real product data</a:t>
            </a:r>
          </a:p>
        </p:txBody>
      </p:sp>
      <p:graphicFrame>
        <p:nvGraphicFramePr>
          <p:cNvPr id="6" name="表格 5"/>
          <p:cNvGraphicFramePr/>
          <p:nvPr>
            <p:custDataLst>
              <p:tags r:id="rId1"/>
            </p:custDataLst>
          </p:nvPr>
        </p:nvGraphicFramePr>
        <p:xfrm>
          <a:off x="284480" y="860425"/>
          <a:ext cx="11656060" cy="4376420"/>
        </p:xfrm>
        <a:graphic>
          <a:graphicData uri="http://schemas.openxmlformats.org/drawingml/2006/table">
            <a:tbl>
              <a:tblPr firstRow="1" bandRow="1">
                <a:tableStyleId>{5C22544A-7EE6-4342-B048-85BDC9FD1C3A}</a:tableStyleId>
              </a:tblPr>
              <a:tblGrid>
                <a:gridCol w="493395">
                  <a:extLst>
                    <a:ext uri="{9D8B030D-6E8A-4147-A177-3AD203B41FA5}">
                      <a16:colId xmlns:a16="http://schemas.microsoft.com/office/drawing/2014/main" val="20000"/>
                    </a:ext>
                  </a:extLst>
                </a:gridCol>
                <a:gridCol w="588645">
                  <a:extLst>
                    <a:ext uri="{9D8B030D-6E8A-4147-A177-3AD203B41FA5}">
                      <a16:colId xmlns:a16="http://schemas.microsoft.com/office/drawing/2014/main" val="20001"/>
                    </a:ext>
                  </a:extLst>
                </a:gridCol>
                <a:gridCol w="130810">
                  <a:extLst>
                    <a:ext uri="{9D8B030D-6E8A-4147-A177-3AD203B41FA5}">
                      <a16:colId xmlns:a16="http://schemas.microsoft.com/office/drawing/2014/main" val="20002"/>
                    </a:ext>
                  </a:extLst>
                </a:gridCol>
                <a:gridCol w="130175">
                  <a:extLst>
                    <a:ext uri="{9D8B030D-6E8A-4147-A177-3AD203B41FA5}">
                      <a16:colId xmlns:a16="http://schemas.microsoft.com/office/drawing/2014/main" val="20003"/>
                    </a:ext>
                  </a:extLst>
                </a:gridCol>
                <a:gridCol w="130810">
                  <a:extLst>
                    <a:ext uri="{9D8B030D-6E8A-4147-A177-3AD203B41FA5}">
                      <a16:colId xmlns:a16="http://schemas.microsoft.com/office/drawing/2014/main" val="20004"/>
                    </a:ext>
                  </a:extLst>
                </a:gridCol>
                <a:gridCol w="130175">
                  <a:extLst>
                    <a:ext uri="{9D8B030D-6E8A-4147-A177-3AD203B41FA5}">
                      <a16:colId xmlns:a16="http://schemas.microsoft.com/office/drawing/2014/main" val="20005"/>
                    </a:ext>
                  </a:extLst>
                </a:gridCol>
                <a:gridCol w="130810">
                  <a:extLst>
                    <a:ext uri="{9D8B030D-6E8A-4147-A177-3AD203B41FA5}">
                      <a16:colId xmlns:a16="http://schemas.microsoft.com/office/drawing/2014/main" val="20006"/>
                    </a:ext>
                  </a:extLst>
                </a:gridCol>
                <a:gridCol w="130810">
                  <a:extLst>
                    <a:ext uri="{9D8B030D-6E8A-4147-A177-3AD203B41FA5}">
                      <a16:colId xmlns:a16="http://schemas.microsoft.com/office/drawing/2014/main" val="20007"/>
                    </a:ext>
                  </a:extLst>
                </a:gridCol>
                <a:gridCol w="130175">
                  <a:extLst>
                    <a:ext uri="{9D8B030D-6E8A-4147-A177-3AD203B41FA5}">
                      <a16:colId xmlns:a16="http://schemas.microsoft.com/office/drawing/2014/main" val="20008"/>
                    </a:ext>
                  </a:extLst>
                </a:gridCol>
                <a:gridCol w="130810">
                  <a:extLst>
                    <a:ext uri="{9D8B030D-6E8A-4147-A177-3AD203B41FA5}">
                      <a16:colId xmlns:a16="http://schemas.microsoft.com/office/drawing/2014/main" val="20009"/>
                    </a:ext>
                  </a:extLst>
                </a:gridCol>
                <a:gridCol w="130175">
                  <a:extLst>
                    <a:ext uri="{9D8B030D-6E8A-4147-A177-3AD203B41FA5}">
                      <a16:colId xmlns:a16="http://schemas.microsoft.com/office/drawing/2014/main" val="20010"/>
                    </a:ext>
                  </a:extLst>
                </a:gridCol>
                <a:gridCol w="130810">
                  <a:extLst>
                    <a:ext uri="{9D8B030D-6E8A-4147-A177-3AD203B41FA5}">
                      <a16:colId xmlns:a16="http://schemas.microsoft.com/office/drawing/2014/main" val="20011"/>
                    </a:ext>
                  </a:extLst>
                </a:gridCol>
                <a:gridCol w="130810">
                  <a:extLst>
                    <a:ext uri="{9D8B030D-6E8A-4147-A177-3AD203B41FA5}">
                      <a16:colId xmlns:a16="http://schemas.microsoft.com/office/drawing/2014/main" val="20012"/>
                    </a:ext>
                  </a:extLst>
                </a:gridCol>
                <a:gridCol w="130175">
                  <a:extLst>
                    <a:ext uri="{9D8B030D-6E8A-4147-A177-3AD203B41FA5}">
                      <a16:colId xmlns:a16="http://schemas.microsoft.com/office/drawing/2014/main" val="20013"/>
                    </a:ext>
                  </a:extLst>
                </a:gridCol>
                <a:gridCol w="130810">
                  <a:extLst>
                    <a:ext uri="{9D8B030D-6E8A-4147-A177-3AD203B41FA5}">
                      <a16:colId xmlns:a16="http://schemas.microsoft.com/office/drawing/2014/main" val="20014"/>
                    </a:ext>
                  </a:extLst>
                </a:gridCol>
                <a:gridCol w="130175">
                  <a:extLst>
                    <a:ext uri="{9D8B030D-6E8A-4147-A177-3AD203B41FA5}">
                      <a16:colId xmlns:a16="http://schemas.microsoft.com/office/drawing/2014/main" val="20015"/>
                    </a:ext>
                  </a:extLst>
                </a:gridCol>
                <a:gridCol w="130810">
                  <a:extLst>
                    <a:ext uri="{9D8B030D-6E8A-4147-A177-3AD203B41FA5}">
                      <a16:colId xmlns:a16="http://schemas.microsoft.com/office/drawing/2014/main" val="20016"/>
                    </a:ext>
                  </a:extLst>
                </a:gridCol>
                <a:gridCol w="130175">
                  <a:extLst>
                    <a:ext uri="{9D8B030D-6E8A-4147-A177-3AD203B41FA5}">
                      <a16:colId xmlns:a16="http://schemas.microsoft.com/office/drawing/2014/main" val="20017"/>
                    </a:ext>
                  </a:extLst>
                </a:gridCol>
                <a:gridCol w="130810">
                  <a:extLst>
                    <a:ext uri="{9D8B030D-6E8A-4147-A177-3AD203B41FA5}">
                      <a16:colId xmlns:a16="http://schemas.microsoft.com/office/drawing/2014/main" val="20018"/>
                    </a:ext>
                  </a:extLst>
                </a:gridCol>
                <a:gridCol w="130810">
                  <a:extLst>
                    <a:ext uri="{9D8B030D-6E8A-4147-A177-3AD203B41FA5}">
                      <a16:colId xmlns:a16="http://schemas.microsoft.com/office/drawing/2014/main" val="20019"/>
                    </a:ext>
                  </a:extLst>
                </a:gridCol>
                <a:gridCol w="130175">
                  <a:extLst>
                    <a:ext uri="{9D8B030D-6E8A-4147-A177-3AD203B41FA5}">
                      <a16:colId xmlns:a16="http://schemas.microsoft.com/office/drawing/2014/main" val="20020"/>
                    </a:ext>
                  </a:extLst>
                </a:gridCol>
                <a:gridCol w="130810">
                  <a:extLst>
                    <a:ext uri="{9D8B030D-6E8A-4147-A177-3AD203B41FA5}">
                      <a16:colId xmlns:a16="http://schemas.microsoft.com/office/drawing/2014/main" val="20021"/>
                    </a:ext>
                  </a:extLst>
                </a:gridCol>
                <a:gridCol w="130175">
                  <a:extLst>
                    <a:ext uri="{9D8B030D-6E8A-4147-A177-3AD203B41FA5}">
                      <a16:colId xmlns:a16="http://schemas.microsoft.com/office/drawing/2014/main" val="20022"/>
                    </a:ext>
                  </a:extLst>
                </a:gridCol>
                <a:gridCol w="130810">
                  <a:extLst>
                    <a:ext uri="{9D8B030D-6E8A-4147-A177-3AD203B41FA5}">
                      <a16:colId xmlns:a16="http://schemas.microsoft.com/office/drawing/2014/main" val="20023"/>
                    </a:ext>
                  </a:extLst>
                </a:gridCol>
                <a:gridCol w="130175">
                  <a:extLst>
                    <a:ext uri="{9D8B030D-6E8A-4147-A177-3AD203B41FA5}">
                      <a16:colId xmlns:a16="http://schemas.microsoft.com/office/drawing/2014/main" val="20024"/>
                    </a:ext>
                  </a:extLst>
                </a:gridCol>
                <a:gridCol w="130810">
                  <a:extLst>
                    <a:ext uri="{9D8B030D-6E8A-4147-A177-3AD203B41FA5}">
                      <a16:colId xmlns:a16="http://schemas.microsoft.com/office/drawing/2014/main" val="20025"/>
                    </a:ext>
                  </a:extLst>
                </a:gridCol>
                <a:gridCol w="130810">
                  <a:extLst>
                    <a:ext uri="{9D8B030D-6E8A-4147-A177-3AD203B41FA5}">
                      <a16:colId xmlns:a16="http://schemas.microsoft.com/office/drawing/2014/main" val="20026"/>
                    </a:ext>
                  </a:extLst>
                </a:gridCol>
                <a:gridCol w="130175">
                  <a:extLst>
                    <a:ext uri="{9D8B030D-6E8A-4147-A177-3AD203B41FA5}">
                      <a16:colId xmlns:a16="http://schemas.microsoft.com/office/drawing/2014/main" val="20027"/>
                    </a:ext>
                  </a:extLst>
                </a:gridCol>
                <a:gridCol w="130810">
                  <a:extLst>
                    <a:ext uri="{9D8B030D-6E8A-4147-A177-3AD203B41FA5}">
                      <a16:colId xmlns:a16="http://schemas.microsoft.com/office/drawing/2014/main" val="20028"/>
                    </a:ext>
                  </a:extLst>
                </a:gridCol>
                <a:gridCol w="130175">
                  <a:extLst>
                    <a:ext uri="{9D8B030D-6E8A-4147-A177-3AD203B41FA5}">
                      <a16:colId xmlns:a16="http://schemas.microsoft.com/office/drawing/2014/main" val="20029"/>
                    </a:ext>
                  </a:extLst>
                </a:gridCol>
                <a:gridCol w="130810">
                  <a:extLst>
                    <a:ext uri="{9D8B030D-6E8A-4147-A177-3AD203B41FA5}">
                      <a16:colId xmlns:a16="http://schemas.microsoft.com/office/drawing/2014/main" val="20030"/>
                    </a:ext>
                  </a:extLst>
                </a:gridCol>
                <a:gridCol w="130810">
                  <a:extLst>
                    <a:ext uri="{9D8B030D-6E8A-4147-A177-3AD203B41FA5}">
                      <a16:colId xmlns:a16="http://schemas.microsoft.com/office/drawing/2014/main" val="20031"/>
                    </a:ext>
                  </a:extLst>
                </a:gridCol>
                <a:gridCol w="130175">
                  <a:extLst>
                    <a:ext uri="{9D8B030D-6E8A-4147-A177-3AD203B41FA5}">
                      <a16:colId xmlns:a16="http://schemas.microsoft.com/office/drawing/2014/main" val="20032"/>
                    </a:ext>
                  </a:extLst>
                </a:gridCol>
                <a:gridCol w="130810">
                  <a:extLst>
                    <a:ext uri="{9D8B030D-6E8A-4147-A177-3AD203B41FA5}">
                      <a16:colId xmlns:a16="http://schemas.microsoft.com/office/drawing/2014/main" val="20033"/>
                    </a:ext>
                  </a:extLst>
                </a:gridCol>
                <a:gridCol w="130175">
                  <a:extLst>
                    <a:ext uri="{9D8B030D-6E8A-4147-A177-3AD203B41FA5}">
                      <a16:colId xmlns:a16="http://schemas.microsoft.com/office/drawing/2014/main" val="20034"/>
                    </a:ext>
                  </a:extLst>
                </a:gridCol>
                <a:gridCol w="130810">
                  <a:extLst>
                    <a:ext uri="{9D8B030D-6E8A-4147-A177-3AD203B41FA5}">
                      <a16:colId xmlns:a16="http://schemas.microsoft.com/office/drawing/2014/main" val="20035"/>
                    </a:ext>
                  </a:extLst>
                </a:gridCol>
                <a:gridCol w="130175">
                  <a:extLst>
                    <a:ext uri="{9D8B030D-6E8A-4147-A177-3AD203B41FA5}">
                      <a16:colId xmlns:a16="http://schemas.microsoft.com/office/drawing/2014/main" val="20036"/>
                    </a:ext>
                  </a:extLst>
                </a:gridCol>
                <a:gridCol w="130810">
                  <a:extLst>
                    <a:ext uri="{9D8B030D-6E8A-4147-A177-3AD203B41FA5}">
                      <a16:colId xmlns:a16="http://schemas.microsoft.com/office/drawing/2014/main" val="20037"/>
                    </a:ext>
                  </a:extLst>
                </a:gridCol>
                <a:gridCol w="130810">
                  <a:extLst>
                    <a:ext uri="{9D8B030D-6E8A-4147-A177-3AD203B41FA5}">
                      <a16:colId xmlns:a16="http://schemas.microsoft.com/office/drawing/2014/main" val="20038"/>
                    </a:ext>
                  </a:extLst>
                </a:gridCol>
                <a:gridCol w="130175">
                  <a:extLst>
                    <a:ext uri="{9D8B030D-6E8A-4147-A177-3AD203B41FA5}">
                      <a16:colId xmlns:a16="http://schemas.microsoft.com/office/drawing/2014/main" val="20039"/>
                    </a:ext>
                  </a:extLst>
                </a:gridCol>
                <a:gridCol w="130810">
                  <a:extLst>
                    <a:ext uri="{9D8B030D-6E8A-4147-A177-3AD203B41FA5}">
                      <a16:colId xmlns:a16="http://schemas.microsoft.com/office/drawing/2014/main" val="20040"/>
                    </a:ext>
                  </a:extLst>
                </a:gridCol>
                <a:gridCol w="130175">
                  <a:extLst>
                    <a:ext uri="{9D8B030D-6E8A-4147-A177-3AD203B41FA5}">
                      <a16:colId xmlns:a16="http://schemas.microsoft.com/office/drawing/2014/main" val="20041"/>
                    </a:ext>
                  </a:extLst>
                </a:gridCol>
                <a:gridCol w="130810">
                  <a:extLst>
                    <a:ext uri="{9D8B030D-6E8A-4147-A177-3AD203B41FA5}">
                      <a16:colId xmlns:a16="http://schemas.microsoft.com/office/drawing/2014/main" val="20042"/>
                    </a:ext>
                  </a:extLst>
                </a:gridCol>
                <a:gridCol w="130175">
                  <a:extLst>
                    <a:ext uri="{9D8B030D-6E8A-4147-A177-3AD203B41FA5}">
                      <a16:colId xmlns:a16="http://schemas.microsoft.com/office/drawing/2014/main" val="20043"/>
                    </a:ext>
                  </a:extLst>
                </a:gridCol>
                <a:gridCol w="130810">
                  <a:extLst>
                    <a:ext uri="{9D8B030D-6E8A-4147-A177-3AD203B41FA5}">
                      <a16:colId xmlns:a16="http://schemas.microsoft.com/office/drawing/2014/main" val="20044"/>
                    </a:ext>
                  </a:extLst>
                </a:gridCol>
                <a:gridCol w="130810">
                  <a:extLst>
                    <a:ext uri="{9D8B030D-6E8A-4147-A177-3AD203B41FA5}">
                      <a16:colId xmlns:a16="http://schemas.microsoft.com/office/drawing/2014/main" val="20045"/>
                    </a:ext>
                  </a:extLst>
                </a:gridCol>
                <a:gridCol w="130175">
                  <a:extLst>
                    <a:ext uri="{9D8B030D-6E8A-4147-A177-3AD203B41FA5}">
                      <a16:colId xmlns:a16="http://schemas.microsoft.com/office/drawing/2014/main" val="20046"/>
                    </a:ext>
                  </a:extLst>
                </a:gridCol>
                <a:gridCol w="130810">
                  <a:extLst>
                    <a:ext uri="{9D8B030D-6E8A-4147-A177-3AD203B41FA5}">
                      <a16:colId xmlns:a16="http://schemas.microsoft.com/office/drawing/2014/main" val="20047"/>
                    </a:ext>
                  </a:extLst>
                </a:gridCol>
                <a:gridCol w="130175">
                  <a:extLst>
                    <a:ext uri="{9D8B030D-6E8A-4147-A177-3AD203B41FA5}">
                      <a16:colId xmlns:a16="http://schemas.microsoft.com/office/drawing/2014/main" val="20048"/>
                    </a:ext>
                  </a:extLst>
                </a:gridCol>
                <a:gridCol w="130810">
                  <a:extLst>
                    <a:ext uri="{9D8B030D-6E8A-4147-A177-3AD203B41FA5}">
                      <a16:colId xmlns:a16="http://schemas.microsoft.com/office/drawing/2014/main" val="20049"/>
                    </a:ext>
                  </a:extLst>
                </a:gridCol>
                <a:gridCol w="130175">
                  <a:extLst>
                    <a:ext uri="{9D8B030D-6E8A-4147-A177-3AD203B41FA5}">
                      <a16:colId xmlns:a16="http://schemas.microsoft.com/office/drawing/2014/main" val="20050"/>
                    </a:ext>
                  </a:extLst>
                </a:gridCol>
                <a:gridCol w="130810">
                  <a:extLst>
                    <a:ext uri="{9D8B030D-6E8A-4147-A177-3AD203B41FA5}">
                      <a16:colId xmlns:a16="http://schemas.microsoft.com/office/drawing/2014/main" val="20051"/>
                    </a:ext>
                  </a:extLst>
                </a:gridCol>
                <a:gridCol w="130810">
                  <a:extLst>
                    <a:ext uri="{9D8B030D-6E8A-4147-A177-3AD203B41FA5}">
                      <a16:colId xmlns:a16="http://schemas.microsoft.com/office/drawing/2014/main" val="20052"/>
                    </a:ext>
                  </a:extLst>
                </a:gridCol>
                <a:gridCol w="130175">
                  <a:extLst>
                    <a:ext uri="{9D8B030D-6E8A-4147-A177-3AD203B41FA5}">
                      <a16:colId xmlns:a16="http://schemas.microsoft.com/office/drawing/2014/main" val="20053"/>
                    </a:ext>
                  </a:extLst>
                </a:gridCol>
                <a:gridCol w="130810">
                  <a:extLst>
                    <a:ext uri="{9D8B030D-6E8A-4147-A177-3AD203B41FA5}">
                      <a16:colId xmlns:a16="http://schemas.microsoft.com/office/drawing/2014/main" val="20054"/>
                    </a:ext>
                  </a:extLst>
                </a:gridCol>
                <a:gridCol w="130175">
                  <a:extLst>
                    <a:ext uri="{9D8B030D-6E8A-4147-A177-3AD203B41FA5}">
                      <a16:colId xmlns:a16="http://schemas.microsoft.com/office/drawing/2014/main" val="20055"/>
                    </a:ext>
                  </a:extLst>
                </a:gridCol>
                <a:gridCol w="130810">
                  <a:extLst>
                    <a:ext uri="{9D8B030D-6E8A-4147-A177-3AD203B41FA5}">
                      <a16:colId xmlns:a16="http://schemas.microsoft.com/office/drawing/2014/main" val="20056"/>
                    </a:ext>
                  </a:extLst>
                </a:gridCol>
                <a:gridCol w="130810">
                  <a:extLst>
                    <a:ext uri="{9D8B030D-6E8A-4147-A177-3AD203B41FA5}">
                      <a16:colId xmlns:a16="http://schemas.microsoft.com/office/drawing/2014/main" val="20057"/>
                    </a:ext>
                  </a:extLst>
                </a:gridCol>
                <a:gridCol w="130175">
                  <a:extLst>
                    <a:ext uri="{9D8B030D-6E8A-4147-A177-3AD203B41FA5}">
                      <a16:colId xmlns:a16="http://schemas.microsoft.com/office/drawing/2014/main" val="20058"/>
                    </a:ext>
                  </a:extLst>
                </a:gridCol>
                <a:gridCol w="130810">
                  <a:extLst>
                    <a:ext uri="{9D8B030D-6E8A-4147-A177-3AD203B41FA5}">
                      <a16:colId xmlns:a16="http://schemas.microsoft.com/office/drawing/2014/main" val="20059"/>
                    </a:ext>
                  </a:extLst>
                </a:gridCol>
                <a:gridCol w="130175">
                  <a:extLst>
                    <a:ext uri="{9D8B030D-6E8A-4147-A177-3AD203B41FA5}">
                      <a16:colId xmlns:a16="http://schemas.microsoft.com/office/drawing/2014/main" val="20060"/>
                    </a:ext>
                  </a:extLst>
                </a:gridCol>
                <a:gridCol w="130810">
                  <a:extLst>
                    <a:ext uri="{9D8B030D-6E8A-4147-A177-3AD203B41FA5}">
                      <a16:colId xmlns:a16="http://schemas.microsoft.com/office/drawing/2014/main" val="20061"/>
                    </a:ext>
                  </a:extLst>
                </a:gridCol>
                <a:gridCol w="130175">
                  <a:extLst>
                    <a:ext uri="{9D8B030D-6E8A-4147-A177-3AD203B41FA5}">
                      <a16:colId xmlns:a16="http://schemas.microsoft.com/office/drawing/2014/main" val="20062"/>
                    </a:ext>
                  </a:extLst>
                </a:gridCol>
                <a:gridCol w="130810">
                  <a:extLst>
                    <a:ext uri="{9D8B030D-6E8A-4147-A177-3AD203B41FA5}">
                      <a16:colId xmlns:a16="http://schemas.microsoft.com/office/drawing/2014/main" val="20063"/>
                    </a:ext>
                  </a:extLst>
                </a:gridCol>
                <a:gridCol w="130810">
                  <a:extLst>
                    <a:ext uri="{9D8B030D-6E8A-4147-A177-3AD203B41FA5}">
                      <a16:colId xmlns:a16="http://schemas.microsoft.com/office/drawing/2014/main" val="20064"/>
                    </a:ext>
                  </a:extLst>
                </a:gridCol>
                <a:gridCol w="130175">
                  <a:extLst>
                    <a:ext uri="{9D8B030D-6E8A-4147-A177-3AD203B41FA5}">
                      <a16:colId xmlns:a16="http://schemas.microsoft.com/office/drawing/2014/main" val="20065"/>
                    </a:ext>
                  </a:extLst>
                </a:gridCol>
                <a:gridCol w="130810">
                  <a:extLst>
                    <a:ext uri="{9D8B030D-6E8A-4147-A177-3AD203B41FA5}">
                      <a16:colId xmlns:a16="http://schemas.microsoft.com/office/drawing/2014/main" val="20066"/>
                    </a:ext>
                  </a:extLst>
                </a:gridCol>
                <a:gridCol w="130175">
                  <a:extLst>
                    <a:ext uri="{9D8B030D-6E8A-4147-A177-3AD203B41FA5}">
                      <a16:colId xmlns:a16="http://schemas.microsoft.com/office/drawing/2014/main" val="20067"/>
                    </a:ext>
                  </a:extLst>
                </a:gridCol>
                <a:gridCol w="130810">
                  <a:extLst>
                    <a:ext uri="{9D8B030D-6E8A-4147-A177-3AD203B41FA5}">
                      <a16:colId xmlns:a16="http://schemas.microsoft.com/office/drawing/2014/main" val="20068"/>
                    </a:ext>
                  </a:extLst>
                </a:gridCol>
                <a:gridCol w="130175">
                  <a:extLst>
                    <a:ext uri="{9D8B030D-6E8A-4147-A177-3AD203B41FA5}">
                      <a16:colId xmlns:a16="http://schemas.microsoft.com/office/drawing/2014/main" val="20069"/>
                    </a:ext>
                  </a:extLst>
                </a:gridCol>
                <a:gridCol w="130810">
                  <a:extLst>
                    <a:ext uri="{9D8B030D-6E8A-4147-A177-3AD203B41FA5}">
                      <a16:colId xmlns:a16="http://schemas.microsoft.com/office/drawing/2014/main" val="20070"/>
                    </a:ext>
                  </a:extLst>
                </a:gridCol>
                <a:gridCol w="130810">
                  <a:extLst>
                    <a:ext uri="{9D8B030D-6E8A-4147-A177-3AD203B41FA5}">
                      <a16:colId xmlns:a16="http://schemas.microsoft.com/office/drawing/2014/main" val="20071"/>
                    </a:ext>
                  </a:extLst>
                </a:gridCol>
                <a:gridCol w="130175">
                  <a:extLst>
                    <a:ext uri="{9D8B030D-6E8A-4147-A177-3AD203B41FA5}">
                      <a16:colId xmlns:a16="http://schemas.microsoft.com/office/drawing/2014/main" val="20072"/>
                    </a:ext>
                  </a:extLst>
                </a:gridCol>
                <a:gridCol w="130810">
                  <a:extLst>
                    <a:ext uri="{9D8B030D-6E8A-4147-A177-3AD203B41FA5}">
                      <a16:colId xmlns:a16="http://schemas.microsoft.com/office/drawing/2014/main" val="20073"/>
                    </a:ext>
                  </a:extLst>
                </a:gridCol>
                <a:gridCol w="130175">
                  <a:extLst>
                    <a:ext uri="{9D8B030D-6E8A-4147-A177-3AD203B41FA5}">
                      <a16:colId xmlns:a16="http://schemas.microsoft.com/office/drawing/2014/main" val="20074"/>
                    </a:ext>
                  </a:extLst>
                </a:gridCol>
                <a:gridCol w="130810">
                  <a:extLst>
                    <a:ext uri="{9D8B030D-6E8A-4147-A177-3AD203B41FA5}">
                      <a16:colId xmlns:a16="http://schemas.microsoft.com/office/drawing/2014/main" val="20075"/>
                    </a:ext>
                  </a:extLst>
                </a:gridCol>
                <a:gridCol w="130810">
                  <a:extLst>
                    <a:ext uri="{9D8B030D-6E8A-4147-A177-3AD203B41FA5}">
                      <a16:colId xmlns:a16="http://schemas.microsoft.com/office/drawing/2014/main" val="20076"/>
                    </a:ext>
                  </a:extLst>
                </a:gridCol>
                <a:gridCol w="130175">
                  <a:extLst>
                    <a:ext uri="{9D8B030D-6E8A-4147-A177-3AD203B41FA5}">
                      <a16:colId xmlns:a16="http://schemas.microsoft.com/office/drawing/2014/main" val="20077"/>
                    </a:ext>
                  </a:extLst>
                </a:gridCol>
                <a:gridCol w="130810">
                  <a:extLst>
                    <a:ext uri="{9D8B030D-6E8A-4147-A177-3AD203B41FA5}">
                      <a16:colId xmlns:a16="http://schemas.microsoft.com/office/drawing/2014/main" val="20078"/>
                    </a:ext>
                  </a:extLst>
                </a:gridCol>
                <a:gridCol w="130175">
                  <a:extLst>
                    <a:ext uri="{9D8B030D-6E8A-4147-A177-3AD203B41FA5}">
                      <a16:colId xmlns:a16="http://schemas.microsoft.com/office/drawing/2014/main" val="20079"/>
                    </a:ext>
                  </a:extLst>
                </a:gridCol>
                <a:gridCol w="130810">
                  <a:extLst>
                    <a:ext uri="{9D8B030D-6E8A-4147-A177-3AD203B41FA5}">
                      <a16:colId xmlns:a16="http://schemas.microsoft.com/office/drawing/2014/main" val="20080"/>
                    </a:ext>
                  </a:extLst>
                </a:gridCol>
                <a:gridCol w="130175">
                  <a:extLst>
                    <a:ext uri="{9D8B030D-6E8A-4147-A177-3AD203B41FA5}">
                      <a16:colId xmlns:a16="http://schemas.microsoft.com/office/drawing/2014/main" val="20081"/>
                    </a:ext>
                  </a:extLst>
                </a:gridCol>
                <a:gridCol w="130810">
                  <a:extLst>
                    <a:ext uri="{9D8B030D-6E8A-4147-A177-3AD203B41FA5}">
                      <a16:colId xmlns:a16="http://schemas.microsoft.com/office/drawing/2014/main" val="20082"/>
                    </a:ext>
                  </a:extLst>
                </a:gridCol>
              </a:tblGrid>
              <a:tr h="149860">
                <a:tc gridSpan="83">
                  <a:txBody>
                    <a:bodyPr/>
                    <a:lstStyle/>
                    <a:p>
                      <a:pPr indent="0">
                        <a:buNone/>
                      </a:pPr>
                      <a:r>
                        <a:rPr lang="zh-CN" sz="600" b="0">
                          <a:solidFill>
                            <a:srgbClr val="000000"/>
                          </a:solidFill>
                          <a:latin typeface="Arial" panose="020B0604020202020204" pitchFamily="34" charset="0"/>
                          <a:ea typeface="宋体" panose="02010600030101010101" pitchFamily="2" charset="-122"/>
                        </a:rPr>
                        <a:t>上下蓋自動組裝線---翻面機</a:t>
                      </a:r>
                      <a:r>
                        <a:rPr lang="en-US" sz="600" b="0">
                          <a:solidFill>
                            <a:srgbClr val="000000"/>
                          </a:solidFill>
                          <a:latin typeface="Times New Roman" panose="02020603050405020304" charset="-122"/>
                        </a:rPr>
                        <a:t>0.5s/</a:t>
                      </a:r>
                      <a:r>
                        <a:rPr lang="en-US" sz="600" b="0">
                          <a:solidFill>
                            <a:srgbClr val="000000"/>
                          </a:solidFill>
                          <a:latin typeface="宋体" panose="02010600030101010101" pitchFamily="2" charset="-122"/>
                        </a:rPr>
                        <a:t>格</a:t>
                      </a:r>
                      <a:endParaRPr lang="en-US" altLang="en-US" sz="6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T w="12700" cap="flat" cmpd="sng">
                      <a:solidFill>
                        <a:srgbClr val="000000"/>
                      </a:solidFill>
                      <a:prstDash val="solid"/>
                      <a:headEnd type="none" w="med" len="med"/>
                      <a:tailEnd type="none" w="med" len="med"/>
                    </a:lnT>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tcPr>
                </a:tc>
                <a:extLst>
                  <a:ext uri="{0D108BD9-81ED-4DB2-BD59-A6C34878D82A}">
                    <a16:rowId xmlns:a16="http://schemas.microsoft.com/office/drawing/2014/main" val="10000"/>
                  </a:ext>
                </a:extLst>
              </a:tr>
              <a:tr h="119380">
                <a:tc rowSpan="2">
                  <a:txBody>
                    <a:bodyPr/>
                    <a:lstStyle/>
                    <a:p>
                      <a:pPr indent="0" algn="ctr">
                        <a:buNone/>
                      </a:pPr>
                      <a:r>
                        <a:rPr lang="zh-CN" sz="400" b="0">
                          <a:solidFill>
                            <a:srgbClr val="000000"/>
                          </a:solidFill>
                          <a:latin typeface="Arial" panose="020B0604020202020204" pitchFamily="34" charset="0"/>
                          <a:ea typeface="宋体" panose="02010600030101010101" pitchFamily="2" charset="-122"/>
                        </a:rPr>
                        <a:t>Tray盤入料</a:t>
                      </a:r>
                      <a:endParaRPr lang="en-US" altLang="en-US" sz="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輸送線運轉時間2.0</a:t>
                      </a:r>
                      <a:r>
                        <a:rPr lang="en-US" sz="400" b="0">
                          <a:solidFill>
                            <a:srgbClr val="000000"/>
                          </a:solidFill>
                          <a:latin typeface="宋体" panose="02010600030101010101" pitchFamily="2" charset="-122"/>
                        </a:rPr>
                        <a:t>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gridSpan="5">
                  <a:txBody>
                    <a:bodyPr/>
                    <a:lstStyle/>
                    <a:p>
                      <a:pPr indent="0" algn="ctr">
                        <a:buNone/>
                      </a:pPr>
                      <a:r>
                        <a:rPr lang="en-US" sz="600" b="0">
                          <a:solidFill>
                            <a:srgbClr val="FF0000"/>
                          </a:solidFill>
                          <a:latin typeface="PMingLiU" charset="-122"/>
                        </a:rPr>
                        <a:t>2.5</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2" hMerge="1">
                  <a:txBody>
                    <a:bodyPr/>
                    <a:lstStyle/>
                    <a:p>
                      <a:endParaRPr lang="zh-CN"/>
                    </a:p>
                  </a:txBody>
                  <a:tcPr>
                    <a:lnT w="6350" cap="flat" cmpd="sng">
                      <a:solidFill>
                        <a:srgbClr val="000000"/>
                      </a:solidFill>
                      <a:prstDash val="solid"/>
                      <a:headEnd type="none" w="med" len="med"/>
                      <a:tailEnd type="none" w="med" len="med"/>
                    </a:lnT>
                  </a:tcPr>
                </a:tc>
                <a:tc rowSpan="2" hMerge="1">
                  <a:txBody>
                    <a:bodyPr/>
                    <a:lstStyle/>
                    <a:p>
                      <a:endParaRPr lang="zh-CN"/>
                    </a:p>
                  </a:txBody>
                  <a:tcPr>
                    <a:lnT w="6350" cap="flat" cmpd="sng">
                      <a:solidFill>
                        <a:srgbClr val="000000"/>
                      </a:solidFill>
                      <a:prstDash val="solid"/>
                      <a:headEnd type="none" w="med" len="med"/>
                      <a:tailEnd type="none" w="med" len="med"/>
                    </a:lnT>
                  </a:tcPr>
                </a:tc>
                <a:tc rowSpan="2" hMerge="1">
                  <a:txBody>
                    <a:bodyPr/>
                    <a:lstStyle/>
                    <a:p>
                      <a:endParaRPr lang="zh-CN"/>
                    </a:p>
                  </a:txBody>
                  <a:tcPr>
                    <a:lnT w="6350" cap="flat" cmpd="sng">
                      <a:solidFill>
                        <a:srgbClr val="000000"/>
                      </a:solidFill>
                      <a:prstDash val="solid"/>
                      <a:headEnd type="none" w="med" len="med"/>
                      <a:tailEnd type="none" w="med" len="med"/>
                    </a:lnT>
                  </a:tcPr>
                </a:tc>
                <a:tc rowSpan="2"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r>
                        <a:rPr lang="en-US" sz="600" b="0">
                          <a:solidFill>
                            <a:srgbClr val="FF0000"/>
                          </a:solidFill>
                          <a:latin typeface="PMingLiU" charset="-122"/>
                        </a:rPr>
                        <a:t>1.5</a:t>
                      </a: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r>
                        <a:rPr lang="en-US" sz="600" b="0">
                          <a:solidFill>
                            <a:srgbClr val="FF0000"/>
                          </a:solidFill>
                          <a:latin typeface="PMingLiU" charset="-122"/>
                        </a:rPr>
                        <a:t>1.5</a:t>
                      </a: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gridSpan="5">
                  <a:txBody>
                    <a:bodyPr/>
                    <a:lstStyle/>
                    <a:p>
                      <a:pPr indent="0" algn="ctr">
                        <a:buNone/>
                      </a:pPr>
                      <a:r>
                        <a:rPr lang="en-US" sz="600" b="0">
                          <a:solidFill>
                            <a:srgbClr val="FF0000"/>
                          </a:solidFill>
                          <a:latin typeface="PMingLiU" charset="-122"/>
                        </a:rPr>
                        <a:t>2.5</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2" hMerge="1">
                  <a:txBody>
                    <a:bodyPr/>
                    <a:lstStyle/>
                    <a:p>
                      <a:endParaRPr lang="zh-CN"/>
                    </a:p>
                  </a:txBody>
                  <a:tcPr>
                    <a:lnT w="6350" cap="flat" cmpd="sng">
                      <a:solidFill>
                        <a:srgbClr val="000000"/>
                      </a:solidFill>
                      <a:prstDash val="solid"/>
                      <a:headEnd type="none" w="med" len="med"/>
                      <a:tailEnd type="none" w="med" len="med"/>
                    </a:lnT>
                  </a:tcPr>
                </a:tc>
                <a:tc rowSpan="2" hMerge="1">
                  <a:txBody>
                    <a:bodyPr/>
                    <a:lstStyle/>
                    <a:p>
                      <a:endParaRPr lang="zh-CN"/>
                    </a:p>
                  </a:txBody>
                  <a:tcPr>
                    <a:lnT w="6350" cap="flat" cmpd="sng">
                      <a:solidFill>
                        <a:srgbClr val="000000"/>
                      </a:solidFill>
                      <a:prstDash val="solid"/>
                      <a:headEnd type="none" w="med" len="med"/>
                      <a:tailEnd type="none" w="med" len="med"/>
                    </a:lnT>
                  </a:tcPr>
                </a:tc>
                <a:tc rowSpan="2" hMerge="1">
                  <a:txBody>
                    <a:bodyPr/>
                    <a:lstStyle/>
                    <a:p>
                      <a:endParaRPr lang="zh-CN"/>
                    </a:p>
                  </a:txBody>
                  <a:tcPr>
                    <a:lnT w="6350" cap="flat" cmpd="sng">
                      <a:solidFill>
                        <a:srgbClr val="000000"/>
                      </a:solidFill>
                      <a:prstDash val="solid"/>
                      <a:headEnd type="none" w="med" len="med"/>
                      <a:tailEnd type="none" w="med" len="med"/>
                    </a:lnT>
                  </a:tcPr>
                </a:tc>
                <a:tc rowSpan="2"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r>
                        <a:rPr lang="en-US" sz="600" b="0">
                          <a:solidFill>
                            <a:srgbClr val="FF0000"/>
                          </a:solidFill>
                          <a:latin typeface="PMingLiU" charset="-122"/>
                        </a:rPr>
                        <a:t>1.5</a:t>
                      </a: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r>
                        <a:rPr lang="en-US" sz="600" b="0">
                          <a:solidFill>
                            <a:srgbClr val="FF0000"/>
                          </a:solidFill>
                          <a:latin typeface="PMingLiU" charset="-122"/>
                        </a:rPr>
                        <a:t>1.5</a:t>
                      </a: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側頂氣缸伸出0</a:t>
                      </a:r>
                      <a:r>
                        <a:rPr lang="en-US" sz="400" b="0">
                          <a:solidFill>
                            <a:srgbClr val="000000"/>
                          </a:solidFill>
                          <a:latin typeface="宋体" panose="02010600030101010101" pitchFamily="2" charset="-122"/>
                        </a:rPr>
                        <a:t>.5S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5"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5"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extLst>
                  <a:ext uri="{0D108BD9-81ED-4DB2-BD59-A6C34878D82A}">
                    <a16:rowId xmlns:a16="http://schemas.microsoft.com/office/drawing/2014/main" val="10002"/>
                  </a:ext>
                </a:extLst>
              </a:tr>
              <a:tr h="119380">
                <a:tc rowSpan="4">
                  <a:txBody>
                    <a:bodyPr/>
                    <a:lstStyle/>
                    <a:p>
                      <a:pPr indent="0" algn="ctr">
                        <a:buNone/>
                      </a:pPr>
                      <a:r>
                        <a:rPr lang="zh-CN" sz="400" b="0">
                          <a:solidFill>
                            <a:srgbClr val="000000"/>
                          </a:solidFill>
                          <a:latin typeface="Arial" panose="020B0604020202020204" pitchFamily="34" charset="0"/>
                          <a:ea typeface="宋体" panose="02010600030101010101" pitchFamily="2" charset="-122"/>
                        </a:rPr>
                        <a:t>取料</a:t>
                      </a:r>
                      <a:endParaRPr lang="en-US" altLang="en-US" sz="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氣缸下降0.5S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gridSpan="4">
                  <a:txBody>
                    <a:bodyPr/>
                    <a:lstStyle/>
                    <a:p>
                      <a:pPr indent="0" algn="ctr">
                        <a:buNone/>
                      </a:pPr>
                      <a:r>
                        <a:rPr lang="en-US" sz="600" b="0">
                          <a:solidFill>
                            <a:srgbClr val="FF0000"/>
                          </a:solidFill>
                          <a:latin typeface="PMingLiU" charset="-122"/>
                        </a:rPr>
                        <a:t>2</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gridSpan="4">
                  <a:txBody>
                    <a:bodyPr/>
                    <a:lstStyle/>
                    <a:p>
                      <a:pPr indent="0" algn="ctr">
                        <a:buNone/>
                      </a:pPr>
                      <a:r>
                        <a:rPr lang="en-US" sz="600" b="0">
                          <a:solidFill>
                            <a:srgbClr val="FF0000"/>
                          </a:solidFill>
                          <a:latin typeface="PMingLiU" charset="-122"/>
                        </a:rPr>
                        <a:t>2</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真空打開0.5S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4"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4"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4"/>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氣缸升起0.5S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4"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4"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5"/>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去翻面位置0.5S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4"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4"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extLst>
                  <a:ext uri="{0D108BD9-81ED-4DB2-BD59-A6C34878D82A}">
                    <a16:rowId xmlns:a16="http://schemas.microsoft.com/office/drawing/2014/main" val="10006"/>
                  </a:ext>
                </a:extLst>
              </a:tr>
              <a:tr h="119380">
                <a:tc rowSpan="4">
                  <a:txBody>
                    <a:bodyPr/>
                    <a:lstStyle/>
                    <a:p>
                      <a:pPr indent="0" algn="ctr">
                        <a:buNone/>
                      </a:pPr>
                      <a:r>
                        <a:rPr lang="zh-CN" sz="400" b="0">
                          <a:solidFill>
                            <a:srgbClr val="000000"/>
                          </a:solidFill>
                          <a:latin typeface="Arial" panose="020B0604020202020204" pitchFamily="34" charset="0"/>
                          <a:ea typeface="宋体" panose="02010600030101010101" pitchFamily="2" charset="-122"/>
                        </a:rPr>
                        <a:t>翻面</a:t>
                      </a:r>
                      <a:endParaRPr lang="en-US" altLang="en-US" sz="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氣缸下降0.5S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gridSpan="5">
                  <a:txBody>
                    <a:bodyPr/>
                    <a:lstStyle/>
                    <a:p>
                      <a:pPr indent="0" algn="ctr">
                        <a:buNone/>
                      </a:pPr>
                      <a:r>
                        <a:rPr lang="en-US" sz="600" b="0">
                          <a:solidFill>
                            <a:srgbClr val="FF0000"/>
                          </a:solidFill>
                          <a:latin typeface="PMingLiU" charset="-122"/>
                        </a:rPr>
                        <a:t>2.5</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gridSpan="5">
                  <a:txBody>
                    <a:bodyPr/>
                    <a:lstStyle/>
                    <a:p>
                      <a:pPr indent="0" algn="ctr">
                        <a:buNone/>
                      </a:pPr>
                      <a:r>
                        <a:rPr lang="en-US" sz="600" b="0">
                          <a:solidFill>
                            <a:srgbClr val="FF0000"/>
                          </a:solidFill>
                          <a:latin typeface="PMingLiU" charset="-122"/>
                        </a:rPr>
                        <a:t>2.5</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27686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夾爪夾緊0.5S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5"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5"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8"/>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氣缸上升0.5S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5"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5"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9"/>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翻面1.0S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5"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5"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extLst>
                  <a:ext uri="{0D108BD9-81ED-4DB2-BD59-A6C34878D82A}">
                    <a16:rowId xmlns:a16="http://schemas.microsoft.com/office/drawing/2014/main" val="10010"/>
                  </a:ext>
                </a:extLst>
              </a:tr>
              <a:tr h="119380">
                <a:tc rowSpan="6">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放料</a:t>
                      </a:r>
                      <a:endParaRPr lang="en-US" altLang="en-US" sz="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氣缸下降0.5S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dirty="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gridSpan="6">
                  <a:txBody>
                    <a:bodyPr/>
                    <a:lstStyle/>
                    <a:p>
                      <a:pPr indent="0" algn="ctr">
                        <a:buNone/>
                      </a:pPr>
                      <a:r>
                        <a:rPr lang="en-US" sz="600" b="0">
                          <a:solidFill>
                            <a:srgbClr val="FF0000"/>
                          </a:solidFill>
                          <a:latin typeface="PMingLiU" charset="-122"/>
                        </a:rPr>
                        <a:t>3</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gridSpan="6">
                  <a:txBody>
                    <a:bodyPr/>
                    <a:lstStyle/>
                    <a:p>
                      <a:pPr indent="0" algn="ctr">
                        <a:buNone/>
                      </a:pPr>
                      <a:r>
                        <a:rPr lang="en-US" sz="600" b="0">
                          <a:solidFill>
                            <a:srgbClr val="FF0000"/>
                          </a:solidFill>
                          <a:latin typeface="PMingLiU" charset="-122"/>
                        </a:rPr>
                        <a:t>3</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6" hMerge="1">
                  <a:txBody>
                    <a:bodyPr/>
                    <a:lstStyle/>
                    <a:p>
                      <a:endParaRPr lang="zh-CN"/>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1"/>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夾爪鬆開0</a:t>
                      </a:r>
                      <a:r>
                        <a:rPr lang="en-US" sz="400" b="0">
                          <a:solidFill>
                            <a:srgbClr val="000000"/>
                          </a:solidFill>
                          <a:latin typeface="宋体" panose="02010600030101010101" pitchFamily="2" charset="-122"/>
                        </a:rPr>
                        <a:t>.5S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12"/>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氣缸上升0.5S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13"/>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去放料位置0.5S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14"/>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氣缸下降0.5S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15"/>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氣缸上升0.5S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6"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6"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extLst>
                  <a:ext uri="{0D108BD9-81ED-4DB2-BD59-A6C34878D82A}">
                    <a16:rowId xmlns:a16="http://schemas.microsoft.com/office/drawing/2014/main" val="10016"/>
                  </a:ext>
                </a:extLst>
              </a:tr>
              <a:tr h="119380">
                <a:tc rowSpan="4">
                  <a:txBody>
                    <a:bodyPr/>
                    <a:lstStyle/>
                    <a:p>
                      <a:pPr indent="0" algn="ctr">
                        <a:buNone/>
                      </a:pPr>
                      <a:r>
                        <a:rPr lang="zh-CN" sz="400" b="0">
                          <a:solidFill>
                            <a:srgbClr val="000000"/>
                          </a:solidFill>
                          <a:latin typeface="Arial" panose="020B0604020202020204" pitchFamily="34" charset="0"/>
                          <a:ea typeface="宋体" panose="02010600030101010101" pitchFamily="2" charset="-122"/>
                        </a:rPr>
                        <a:t>取料</a:t>
                      </a:r>
                      <a:endParaRPr lang="en-US" altLang="en-US" sz="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氣缸下降0.5S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gridSpan="4">
                  <a:txBody>
                    <a:bodyPr/>
                    <a:lstStyle/>
                    <a:p>
                      <a:pPr indent="0" algn="ctr">
                        <a:buNone/>
                      </a:pPr>
                      <a:r>
                        <a:rPr lang="en-US" sz="600" b="0">
                          <a:solidFill>
                            <a:srgbClr val="FF0000"/>
                          </a:solidFill>
                          <a:latin typeface="PMingLiU" charset="-122"/>
                        </a:rPr>
                        <a:t>2</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gridSpan="4">
                  <a:txBody>
                    <a:bodyPr/>
                    <a:lstStyle/>
                    <a:p>
                      <a:pPr indent="0" algn="ctr">
                        <a:buNone/>
                      </a:pPr>
                      <a:r>
                        <a:rPr lang="en-US" sz="600" b="0">
                          <a:solidFill>
                            <a:srgbClr val="FF0000"/>
                          </a:solidFill>
                          <a:latin typeface="PMingLiU" charset="-122"/>
                        </a:rPr>
                        <a:t>2</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7"/>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真空打開0.5S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4"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4"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18"/>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氣缸升起0.5S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4"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4"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19"/>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去翻面位置0.5S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4"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4"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extLst>
                  <a:ext uri="{0D108BD9-81ED-4DB2-BD59-A6C34878D82A}">
                    <a16:rowId xmlns:a16="http://schemas.microsoft.com/office/drawing/2014/main" val="10020"/>
                  </a:ext>
                </a:extLst>
              </a:tr>
              <a:tr h="119380">
                <a:tc rowSpan="4">
                  <a:txBody>
                    <a:bodyPr/>
                    <a:lstStyle/>
                    <a:p>
                      <a:pPr indent="0" algn="ctr">
                        <a:buNone/>
                      </a:pPr>
                      <a:r>
                        <a:rPr lang="zh-CN" sz="400" b="0">
                          <a:solidFill>
                            <a:srgbClr val="000000"/>
                          </a:solidFill>
                          <a:latin typeface="Arial" panose="020B0604020202020204" pitchFamily="34" charset="0"/>
                          <a:ea typeface="宋体" panose="02010600030101010101" pitchFamily="2" charset="-122"/>
                        </a:rPr>
                        <a:t>翻面</a:t>
                      </a:r>
                      <a:endParaRPr lang="en-US" altLang="en-US" sz="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氣缸下降0.5S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gridSpan="5">
                  <a:txBody>
                    <a:bodyPr/>
                    <a:lstStyle/>
                    <a:p>
                      <a:pPr indent="0" algn="ctr">
                        <a:buNone/>
                      </a:pPr>
                      <a:r>
                        <a:rPr lang="en-US" sz="600" b="0" dirty="0">
                          <a:solidFill>
                            <a:srgbClr val="FF0000"/>
                          </a:solidFill>
                          <a:latin typeface="PMingLiU" charset="-122"/>
                        </a:rPr>
                        <a:t>2.5</a:t>
                      </a:r>
                      <a:endParaRPr lang="en-US" altLang="en-US" sz="600" b="0" dirty="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gridSpan="5">
                  <a:txBody>
                    <a:bodyPr/>
                    <a:lstStyle/>
                    <a:p>
                      <a:pPr indent="0" algn="ctr">
                        <a:buNone/>
                      </a:pPr>
                      <a:r>
                        <a:rPr lang="en-US" sz="600" b="0">
                          <a:solidFill>
                            <a:srgbClr val="FF0000"/>
                          </a:solidFill>
                          <a:latin typeface="PMingLiU" charset="-122"/>
                        </a:rPr>
                        <a:t>2.5</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T w="6350" cap="flat" cmpd="sng">
                      <a:solidFill>
                        <a:srgbClr val="000000"/>
                      </a:solidFill>
                      <a:prstDash val="solid"/>
                      <a:headEnd type="none" w="med" len="med"/>
                      <a:tailEnd type="none" w="med" len="med"/>
                    </a:lnT>
                  </a:tcPr>
                </a:tc>
                <a:tc rowSpan="4"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4">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21"/>
                  </a:ext>
                </a:extLst>
              </a:tr>
              <a:tr h="12700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dirty="0">
                          <a:solidFill>
                            <a:srgbClr val="000000"/>
                          </a:solidFill>
                          <a:latin typeface="Arial" panose="020B0604020202020204" pitchFamily="34" charset="0"/>
                          <a:ea typeface="宋体" panose="02010600030101010101" pitchFamily="2" charset="-122"/>
                        </a:rPr>
                        <a:t>夾爪夾緊0.5S</a:t>
                      </a:r>
                      <a:endParaRPr lang="en-US" altLang="en-US" sz="400" b="0" dirty="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5"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5"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22"/>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氣缸上升0.5S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5"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5"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23"/>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翻面1.0S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5"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5"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extLst>
                  <a:ext uri="{0D108BD9-81ED-4DB2-BD59-A6C34878D82A}">
                    <a16:rowId xmlns:a16="http://schemas.microsoft.com/office/drawing/2014/main" val="10024"/>
                  </a:ext>
                </a:extLst>
              </a:tr>
              <a:tr h="119380">
                <a:tc rowSpan="6">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放料</a:t>
                      </a:r>
                      <a:endParaRPr lang="en-US" altLang="en-US" sz="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氣缸下降0.5S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gridSpan="6">
                  <a:txBody>
                    <a:bodyPr/>
                    <a:lstStyle/>
                    <a:p>
                      <a:pPr indent="0" algn="ctr">
                        <a:buNone/>
                      </a:pPr>
                      <a:r>
                        <a:rPr lang="en-US" sz="600" b="0">
                          <a:solidFill>
                            <a:srgbClr val="FF0000"/>
                          </a:solidFill>
                          <a:latin typeface="PMingLiU" charset="-122"/>
                        </a:rPr>
                        <a:t>3</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dirty="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gridSpan="6">
                  <a:txBody>
                    <a:bodyPr/>
                    <a:lstStyle/>
                    <a:p>
                      <a:pPr indent="0" algn="ctr">
                        <a:buNone/>
                      </a:pPr>
                      <a:r>
                        <a:rPr lang="en-US" sz="600" b="0">
                          <a:solidFill>
                            <a:srgbClr val="FF0000"/>
                          </a:solidFill>
                          <a:latin typeface="PMingLiU" charset="-122"/>
                        </a:rPr>
                        <a:t>3</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T w="6350" cap="flat" cmpd="sng">
                      <a:solidFill>
                        <a:srgbClr val="000000"/>
                      </a:solidFill>
                      <a:prstDash val="solid"/>
                      <a:headEnd type="none" w="med" len="med"/>
                      <a:tailEnd type="none" w="med" len="med"/>
                    </a:lnT>
                  </a:tcPr>
                </a:tc>
                <a:tc rowSpan="6"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6">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25"/>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夾爪鬆開0</a:t>
                      </a:r>
                      <a:r>
                        <a:rPr lang="en-US" sz="400" b="0">
                          <a:solidFill>
                            <a:srgbClr val="000000"/>
                          </a:solidFill>
                          <a:latin typeface="宋体" panose="02010600030101010101" pitchFamily="2" charset="-122"/>
                        </a:rPr>
                        <a:t>.5S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26"/>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氣缸上升0.5S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27"/>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去放料位置0.5S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28"/>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氣缸下降0.5S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gridSpan="6" vMerge="1">
                  <a:txBody>
                    <a:bodyPr/>
                    <a:lstStyle/>
                    <a:p>
                      <a:endParaRPr lang="zh-CN"/>
                    </a:p>
                  </a:txBody>
                  <a:tcPr>
                    <a:lnL w="6350" cap="flat" cmpd="sng">
                      <a:solidFill>
                        <a:srgbClr val="000000"/>
                      </a:solidFill>
                      <a:prstDash val="solid"/>
                      <a:headEnd type="none" w="med" len="med"/>
                      <a:tailEnd type="none" w="med" len="med"/>
                    </a:lnL>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29"/>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氣缸上升0.5S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6"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6"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extLst>
                  <a:ext uri="{0D108BD9-81ED-4DB2-BD59-A6C34878D82A}">
                    <a16:rowId xmlns:a16="http://schemas.microsoft.com/office/drawing/2014/main" val="10030"/>
                  </a:ext>
                </a:extLst>
              </a:tr>
              <a:tr h="119380">
                <a:tc rowSpan="2">
                  <a:txBody>
                    <a:bodyPr/>
                    <a:lstStyle/>
                    <a:p>
                      <a:pPr indent="0" algn="ctr">
                        <a:buNone/>
                      </a:pPr>
                      <a:r>
                        <a:rPr lang="zh-CN" sz="400" b="0">
                          <a:solidFill>
                            <a:srgbClr val="000000"/>
                          </a:solidFill>
                          <a:latin typeface="Arial" panose="020B0604020202020204" pitchFamily="34" charset="0"/>
                          <a:ea typeface="宋体" panose="02010600030101010101" pitchFamily="2" charset="-122"/>
                        </a:rPr>
                        <a:t>Tray盤流出</a:t>
                      </a:r>
                      <a:endParaRPr lang="en-US" altLang="en-US" sz="4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側頂氣缸縮回0.5S</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gridSpan="4">
                  <a:txBody>
                    <a:bodyPr/>
                    <a:lstStyle/>
                    <a:p>
                      <a:pPr indent="0" algn="ctr">
                        <a:buNone/>
                      </a:pPr>
                      <a:r>
                        <a:rPr lang="en-US" sz="600" b="0">
                          <a:solidFill>
                            <a:srgbClr val="FF0000"/>
                          </a:solidFill>
                          <a:latin typeface="PMingLiU" charset="-122"/>
                        </a:rPr>
                        <a:t>2</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2" hMerge="1">
                  <a:txBody>
                    <a:bodyPr/>
                    <a:lstStyle/>
                    <a:p>
                      <a:endParaRPr lang="zh-CN"/>
                    </a:p>
                  </a:txBody>
                  <a:tcPr>
                    <a:lnT w="6350" cap="flat" cmpd="sng">
                      <a:solidFill>
                        <a:srgbClr val="000000"/>
                      </a:solidFill>
                      <a:prstDash val="solid"/>
                      <a:headEnd type="none" w="med" len="med"/>
                      <a:tailEnd type="none" w="med" len="med"/>
                    </a:lnT>
                  </a:tcPr>
                </a:tc>
                <a:tc rowSpan="2" hMerge="1">
                  <a:txBody>
                    <a:bodyPr/>
                    <a:lstStyle/>
                    <a:p>
                      <a:endParaRPr lang="zh-CN"/>
                    </a:p>
                  </a:txBody>
                  <a:tcPr>
                    <a:lnT w="6350" cap="flat" cmpd="sng">
                      <a:solidFill>
                        <a:srgbClr val="000000"/>
                      </a:solidFill>
                      <a:prstDash val="solid"/>
                      <a:headEnd type="none" w="med" len="med"/>
                      <a:tailEnd type="none" w="med" len="med"/>
                    </a:lnT>
                  </a:tcPr>
                </a:tc>
                <a:tc rowSpan="2"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gridSpan="4">
                  <a:txBody>
                    <a:bodyPr/>
                    <a:lstStyle/>
                    <a:p>
                      <a:pPr indent="0" algn="ctr">
                        <a:buNone/>
                      </a:pPr>
                      <a:r>
                        <a:rPr lang="en-US" sz="600" b="0">
                          <a:solidFill>
                            <a:srgbClr val="FF0000"/>
                          </a:solidFill>
                          <a:latin typeface="PMingLiU" charset="-122"/>
                        </a:rPr>
                        <a:t>2</a:t>
                      </a:r>
                      <a:endParaRPr lang="en-US" altLang="en-US" sz="600" b="0">
                        <a:solidFill>
                          <a:srgbClr val="FF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rowSpan="2" hMerge="1">
                  <a:txBody>
                    <a:bodyPr/>
                    <a:lstStyle/>
                    <a:p>
                      <a:endParaRPr lang="zh-CN"/>
                    </a:p>
                  </a:txBody>
                  <a:tcPr>
                    <a:lnT w="6350" cap="flat" cmpd="sng">
                      <a:solidFill>
                        <a:srgbClr val="000000"/>
                      </a:solidFill>
                      <a:prstDash val="solid"/>
                      <a:headEnd type="none" w="med" len="med"/>
                      <a:tailEnd type="none" w="med" len="med"/>
                    </a:lnT>
                  </a:tcPr>
                </a:tc>
                <a:tc rowSpan="2" hMerge="1">
                  <a:txBody>
                    <a:bodyPr/>
                    <a:lstStyle/>
                    <a:p>
                      <a:endParaRPr lang="zh-CN"/>
                    </a:p>
                  </a:txBody>
                  <a:tcPr>
                    <a:lnT w="6350" cap="flat" cmpd="sng">
                      <a:solidFill>
                        <a:srgbClr val="000000"/>
                      </a:solidFill>
                      <a:prstDash val="solid"/>
                      <a:headEnd type="none" w="med" len="med"/>
                      <a:tailEnd type="none" w="med" len="med"/>
                    </a:lnT>
                  </a:tcPr>
                </a:tc>
                <a:tc rowSpan="2"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rowSpan="2">
                  <a:txBody>
                    <a:bodyPr/>
                    <a:lstStyle/>
                    <a:p>
                      <a:pPr indent="0" algn="ctr">
                        <a:buNone/>
                      </a:pPr>
                      <a:endParaRPr lang="en-US" altLang="en-US" sz="600" b="0">
                        <a:solidFill>
                          <a:srgbClr val="FF0000"/>
                        </a:solidFill>
                        <a:latin typeface="PMingLiU" charset="-122"/>
                      </a:endParaRPr>
                    </a:p>
                  </a:txBody>
                  <a:tcPr marL="12700" marR="12700" marT="12700" anchor="b">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31"/>
                  </a:ext>
                </a:extLst>
              </a:tr>
              <a:tr h="119380">
                <a:tc vMerge="1">
                  <a:txBody>
                    <a:bodyPr/>
                    <a:lstStyle/>
                    <a:p>
                      <a:endParaRPr lang="zh-CN"/>
                    </a:p>
                  </a:txBody>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400" b="0">
                          <a:solidFill>
                            <a:srgbClr val="000000"/>
                          </a:solidFill>
                          <a:latin typeface="Arial" panose="020B0604020202020204" pitchFamily="34" charset="0"/>
                          <a:ea typeface="宋体" panose="02010600030101010101" pitchFamily="2" charset="-122"/>
                        </a:rPr>
                        <a:t>載具流出1.5</a:t>
                      </a:r>
                      <a:endParaRPr lang="en-US" altLang="en-US" sz="4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4"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rgbClr val="FFFFFF"/>
                    </a:solidFill>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4" vMerge="1">
                  <a:txBody>
                    <a:bodyPr/>
                    <a:lstStyle/>
                    <a:p>
                      <a:endParaRPr lang="zh-CN"/>
                    </a:p>
                  </a:txBody>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B w="6350" cap="flat" cmpd="sng">
                      <a:solidFill>
                        <a:srgbClr val="000000"/>
                      </a:solidFill>
                      <a:prstDash val="solid"/>
                      <a:headEnd type="none" w="med" len="med"/>
                      <a:tailEnd type="none" w="med" len="med"/>
                    </a:lnB>
                  </a:tcPr>
                </a:tc>
                <a:tc hMerge="1" vMerge="1">
                  <a:txBody>
                    <a:bodyPr/>
                    <a:lstStyle/>
                    <a:p>
                      <a:endParaRPr lang="zh-CN"/>
                    </a:p>
                  </a:txBody>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lstStyle/>
                    <a:p>
                      <a:endParaRPr lang="zh-CN"/>
                    </a:p>
                  </a:txBody>
                  <a:tcP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extLst>
                  <a:ext uri="{0D108BD9-81ED-4DB2-BD59-A6C34878D82A}">
                    <a16:rowId xmlns:a16="http://schemas.microsoft.com/office/drawing/2014/main" val="10032"/>
                  </a:ext>
                </a:extLst>
              </a:tr>
              <a:tr h="119380">
                <a:tc>
                  <a:txBody>
                    <a:bodyPr/>
                    <a:lstStyle/>
                    <a:p>
                      <a:pPr indent="0" algn="ctr">
                        <a:buNone/>
                      </a:pPr>
                      <a:endParaRPr lang="en-US" altLang="en-US" sz="400" b="0">
                        <a:solidFill>
                          <a:srgbClr val="000000"/>
                        </a:solidFill>
                        <a:latin typeface="PMingLiU"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1</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2</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3</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4</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5</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6</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7</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8</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9</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10</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11</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12</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13</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14</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15</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16</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17</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18</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19</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20</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21</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22</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23</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24</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25</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26</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27</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28</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29</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30</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31</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32</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33</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34</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35</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36</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37</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38</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39</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40</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41</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42</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43</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44</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45</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46</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47</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48</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49</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50</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51</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52</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53</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54</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 b="0">
                          <a:solidFill>
                            <a:srgbClr val="000000"/>
                          </a:solidFill>
                          <a:latin typeface="PMingLiU" charset="-122"/>
                        </a:rPr>
                        <a:t>55</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56</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57</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58</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59</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60</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61</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62</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63</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64</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65</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66</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67</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68</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69</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70</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71</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72</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73</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74</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75</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76</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77</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78</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79</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80</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 b="0">
                          <a:solidFill>
                            <a:srgbClr val="000000"/>
                          </a:solidFill>
                          <a:latin typeface="PMingLiU" charset="-122"/>
                        </a:rPr>
                        <a:t>81</a:t>
                      </a:r>
                      <a:endParaRPr lang="en-US" altLang="en-US" sz="200" b="0">
                        <a:solidFill>
                          <a:srgbClr val="000000"/>
                        </a:solidFill>
                        <a:latin typeface="PMingLiU"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33"/>
                  </a:ext>
                </a:extLst>
              </a:tr>
              <a:tr h="119380">
                <a:tc>
                  <a:txBody>
                    <a:bodyPr/>
                    <a:lstStyle/>
                    <a:p>
                      <a:pPr indent="0" algn="ctr">
                        <a:buNone/>
                      </a:pPr>
                      <a:r>
                        <a:rPr lang="en-US" sz="400" b="0">
                          <a:solidFill>
                            <a:srgbClr val="000000"/>
                          </a:solidFill>
                          <a:latin typeface="Times New Roman" panose="02020603050405020304" pitchFamily="18" charset="0"/>
                        </a:rPr>
                        <a:t>Cycle time/s</a:t>
                      </a:r>
                      <a:endParaRPr lang="en-US" altLang="en-US" sz="400" b="0">
                        <a:solidFill>
                          <a:srgbClr val="000000"/>
                        </a:solidFill>
                        <a:latin typeface="Times New Roman" panose="02020603050405020304" pitchFamily="18"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400" b="0">
                          <a:solidFill>
                            <a:srgbClr val="000000"/>
                          </a:solidFill>
                          <a:latin typeface="Times New Roman" panose="02020603050405020304" pitchFamily="18" charset="0"/>
                        </a:rPr>
                        <a:t>19.5S</a:t>
                      </a:r>
                      <a:endParaRPr lang="en-US" altLang="en-US" sz="400" b="0">
                        <a:solidFill>
                          <a:srgbClr val="000000"/>
                        </a:solidFill>
                        <a:latin typeface="Times New Roman" panose="02020603050405020304" pitchFamily="18"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31">
                  <a:txBody>
                    <a:bodyPr/>
                    <a:lstStyle/>
                    <a:p>
                      <a:pPr indent="0" algn="ctr">
                        <a:buNone/>
                      </a:pPr>
                      <a:endParaRPr lang="en-US" altLang="en-US" sz="400" b="0">
                        <a:solidFill>
                          <a:srgbClr val="000000"/>
                        </a:solidFill>
                        <a:latin typeface="Times New Roman" panose="02020603050405020304" pitchFamily="18" charset="0"/>
                      </a:endParaRPr>
                    </a:p>
                  </a:txBody>
                  <a:tcPr marL="12700" marR="12700" marT="12700" anchor="b">
                    <a:lnL w="6350" cap="flat" cmpd="sng">
                      <a:solidFill>
                        <a:srgbClr val="000000"/>
                      </a:solidFill>
                      <a:prstDash val="solid"/>
                      <a:headEnd type="none" w="med" len="med"/>
                      <a:tailEnd type="none" w="med" len="med"/>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w="6350" cap="flat" cmpd="sng">
                      <a:solidFill>
                        <a:srgbClr val="000000"/>
                      </a:solidFill>
                      <a:prstDash val="solid"/>
                      <a:headEnd type="none" w="med" len="med"/>
                      <a:tailEnd type="none" w="med" len="med"/>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a:solidFill>
                          <a:srgbClr val="000000"/>
                        </a:solidFill>
                        <a:latin typeface="Times New Roman" panose="02020603050405020304" pitchFamily="18" charset="0"/>
                      </a:endParaRPr>
                    </a:p>
                  </a:txBody>
                  <a:tcPr marL="12700" marR="12700" marT="12700" anchor="b">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400" b="0" dirty="0">
                        <a:solidFill>
                          <a:srgbClr val="000000"/>
                        </a:solidFill>
                        <a:latin typeface="Times New Roman" panose="02020603050405020304" pitchFamily="18" charset="0"/>
                      </a:endParaRPr>
                    </a:p>
                  </a:txBody>
                  <a:tcPr marL="12700" marR="12700" marT="12700" anchor="b">
                    <a:lnL>
                      <a:noFill/>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3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srcRect/>
          <a:stretch>
            <a:fillRect/>
          </a:stretch>
        </a:blipFill>
        <a:effectLst/>
      </p:bgPr>
    </p:bg>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lgn="ctr">
              <a:buNone/>
            </a:pPr>
            <a:endParaRPr lang="en-US" altLang="zh-CN" sz="6600" b="1">
              <a:ln w="10160">
                <a:solidFill>
                  <a:schemeClr val="accent5"/>
                </a:solidFill>
                <a:prstDash val="solid"/>
              </a:ln>
              <a:solidFill>
                <a:srgbClr val="FFFFFF"/>
              </a:solidFill>
              <a:effectLst>
                <a:outerShdw blurRad="38100" dist="22860" dir="5400000" algn="tl" rotWithShape="0">
                  <a:srgbClr val="000000">
                    <a:alpha val="30000"/>
                  </a:srgbClr>
                </a:outerShdw>
              </a:effectLst>
              <a:sym typeface="+mn-ea"/>
            </a:endParaRPr>
          </a:p>
          <a:p>
            <a:pPr marL="0" indent="0" algn="ctr">
              <a:buNone/>
            </a:pPr>
            <a:r>
              <a:rPr lang="en-US" altLang="zh-CN" sz="6600" b="1">
                <a:ln w="10160">
                  <a:solidFill>
                    <a:schemeClr val="accent5"/>
                  </a:solidFill>
                  <a:prstDash val="solid"/>
                </a:ln>
                <a:solidFill>
                  <a:srgbClr val="FFFFFF"/>
                </a:solidFill>
                <a:effectLst>
                  <a:outerShdw blurRad="38100" dist="22860" dir="5400000" algn="tl" rotWithShape="0">
                    <a:srgbClr val="000000">
                      <a:alpha val="30000"/>
                    </a:srgbClr>
                  </a:outerShdw>
                </a:effectLst>
                <a:sym typeface="+mn-ea"/>
              </a:rPr>
              <a:t>THANK YOU ! !</a:t>
            </a:r>
          </a:p>
        </p:txBody>
      </p:sp>
    </p:spTree>
  </p:cSld>
  <p:clrMapOvr>
    <a:masterClrMapping/>
  </p:clrMapOvr>
  <p:transition spd="slow">
    <p:cove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f95e2395-814c-43a3-87c5-cf74f9bc582b"/>
  <p:tag name="COMMONDATA" val="eyJoZGlkIjoiMjE0OWM2MmM5MDQ2YjI2ZWZiNmFlODA1MzZiZGE0Nm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f9a4f959-763d-444c-b26a-505953a1fe4d}"/>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7803add9-f6ae-40f2-9727-59dbac51f77c}"/>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58849ea2-f731-43b6-b40f-86c1d968d9f5}"/>
  <p:tag name="TABLE_ENDDRAG_ORIGIN_RECT" val="852*139"/>
  <p:tag name="TABLE_ENDDRAG_RECT" val="51*316*852*139"/>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8f18588c-536c-4675-90f3-7699df0c8235}"/>
  <p:tag name="TABLE_ENDDRAG_ORIGIN_RECT" val="306*131"/>
  <p:tag name="TABLE_ENDDRAG_RECT" val="563*209*306*131"/>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72fba046-f36b-4698-a569-721dafb02510}"/>
</p:tagLst>
</file>

<file path=ppt/tags/tag19.xml><?xml version="1.0" encoding="utf-8"?>
<p:tagLst xmlns:a="http://schemas.openxmlformats.org/drawingml/2006/main" xmlns:r="http://schemas.openxmlformats.org/officeDocument/2006/relationships" xmlns:p="http://schemas.openxmlformats.org/presentationml/2006/main">
  <p:tag name="KSO_WM_UNIT_TABLE_BEAUTIFY" val="smartTable{f281f2bc-e559-45df-b286-a49ba1173621}"/>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27.86748031496063,&quot;left&quot;:23.529448818897638,&quot;top&quot;:70.43850393700788,&quot;width&quot;:867.308110236220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27.86748031496063,&quot;left&quot;:23.529448818897638,&quot;top&quot;:70.43850393700788,&quot;width&quot;:867.308110236220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27.86748031496063,&quot;left&quot;:23.529448818897638,&quot;top&quot;:70.43850393700788,&quot;width&quot;:867.308110236220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27.86748031496063,&quot;left&quot;:23.529448818897638,&quot;top&quot;:70.43850393700788,&quot;width&quot;:867.308110236220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27.86748031496063,&quot;left&quot;:23.529448818897638,&quot;top&quot;:70.43850393700788,&quot;width&quot;:867.308110236220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27.86748031496063,&quot;left&quot;:23.529448818897638,&quot;top&quot;:70.43850393700788,&quot;width&quot;:867.308110236220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27.86748031496063,&quot;left&quot;:23.529448818897638,&quot;top&quot;:70.43850393700788,&quot;width&quot;:867.308110236220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27.86748031496063,&quot;left&quot;:23.529448818897638,&quot;top&quot;:70.43850393700788,&quot;width&quot;:867.308110236220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27.86748031496063,&quot;left&quot;:23.529448818897638,&quot;top&quot;:70.43850393700788,&quot;width&quot;:867.308110236220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27.86748031496063,&quot;left&quot;:23.529448818897638,&quot;top&quot;:70.43850393700788,&quot;width&quot;:867.308110236220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27.86748031496063,&quot;left&quot;:23.529448818897638,&quot;top&quot;:70.43850393700788,&quot;width&quot;:867.3081102362205}"/>
</p:tagLst>
</file>

<file path=ppt/tags/tag38.xml><?xml version="1.0" encoding="utf-8"?>
<p:tagLst xmlns:a="http://schemas.openxmlformats.org/drawingml/2006/main" xmlns:r="http://schemas.openxmlformats.org/officeDocument/2006/relationships" xmlns:p="http://schemas.openxmlformats.org/presentationml/2006/main">
  <p:tag name="KSO_WM_UNIT_TABLE_BEAUTIFY" val="smartTable{9b156679-b28e-4d89-aa1c-2ecb0b317563}"/>
  <p:tag name="TABLE_ENDDRAG_ORIGIN_RECT" val="917*265"/>
  <p:tag name="TABLE_ENDDRAG_RECT" val="22*67*917*265"/>
</p:tagLst>
</file>

<file path=ppt/theme/theme1.xml><?xml version="1.0" encoding="utf-8"?>
<a:theme xmlns:a="http://schemas.openxmlformats.org/drawingml/2006/main" name="2_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9_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635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1621</Words>
  <Application>Microsoft Office PowerPoint</Application>
  <PresentationFormat>Widescreen</PresentationFormat>
  <Paragraphs>436</Paragraphs>
  <Slides>15</Slides>
  <Notes>13</Notes>
  <HiddenSlides>0</HiddenSlides>
  <MMClips>0</MMClips>
  <ScaleCrop>false</ScaleCrop>
  <HeadingPairs>
    <vt:vector size="6" baseType="variant">
      <vt:variant>
        <vt:lpstr>Fonts Used</vt:lpstr>
      </vt:variant>
      <vt:variant>
        <vt:i4>18</vt:i4>
      </vt:variant>
      <vt:variant>
        <vt:lpstr>Theme</vt:lpstr>
      </vt:variant>
      <vt:variant>
        <vt:i4>5</vt:i4>
      </vt:variant>
      <vt:variant>
        <vt:lpstr>Slide Titles</vt:lpstr>
      </vt:variant>
      <vt:variant>
        <vt:i4>15</vt:i4>
      </vt:variant>
    </vt:vector>
  </HeadingPairs>
  <TitlesOfParts>
    <vt:vector size="38" baseType="lpstr">
      <vt:lpstr>DFKai-SB</vt:lpstr>
      <vt:lpstr>Gill Sans</vt:lpstr>
      <vt:lpstr>Helvetica Neue Light</vt:lpstr>
      <vt:lpstr>微軟正黑體</vt:lpstr>
      <vt:lpstr>微軟正黑體</vt:lpstr>
      <vt:lpstr>PMingLiU</vt:lpstr>
      <vt:lpstr>PMingLiU</vt:lpstr>
      <vt:lpstr>等线</vt:lpstr>
      <vt:lpstr>黑体</vt:lpstr>
      <vt:lpstr>思源黑体 CN Heavy</vt:lpstr>
      <vt:lpstr>思源黑体 CN Normal</vt:lpstr>
      <vt:lpstr>思源黑体 CN Regular</vt:lpstr>
      <vt:lpstr>宋体</vt:lpstr>
      <vt:lpstr>微软雅黑</vt:lpstr>
      <vt:lpstr>Arial</vt:lpstr>
      <vt:lpstr>Calibri</vt:lpstr>
      <vt:lpstr>Calibri Light</vt:lpstr>
      <vt:lpstr>Times New Roman</vt:lpstr>
      <vt:lpstr>2_Office 佈景主題</vt:lpstr>
      <vt:lpstr>4_Office 佈景主題</vt:lpstr>
      <vt:lpstr>5_Office 佈景主題</vt:lpstr>
      <vt:lpstr>19_Office 佈景主題</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Chen Yueh-Wei</dc:creator>
  <cp:lastModifiedBy>User</cp:lastModifiedBy>
  <cp:revision>3128</cp:revision>
  <cp:lastPrinted>2022-02-22T08:35:00Z</cp:lastPrinted>
  <dcterms:created xsi:type="dcterms:W3CDTF">2018-11-16T05:26:00Z</dcterms:created>
  <dcterms:modified xsi:type="dcterms:W3CDTF">2026-02-02T09:18:56Z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80A2FA4E4177445E834096668EBA9ADE_13</vt:lpwstr>
  </property>
</Properties>
</file>
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24890-523C-4743-B4AD-0A3EBC3FB615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2E908-889A-4153-B33E-08671A60F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570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24890-523C-4743-B4AD-0A3EBC3FB615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2E908-889A-4153-B33E-08671A60F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122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24890-523C-4743-B4AD-0A3EBC3FB615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2E908-889A-4153-B33E-08671A60F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032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24890-523C-4743-B4AD-0A3EBC3FB615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2E908-889A-4153-B33E-08671A60F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750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24890-523C-4743-B4AD-0A3EBC3FB615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2E908-889A-4153-B33E-08671A60F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546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24890-523C-4743-B4AD-0A3EBC3FB615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2E908-889A-4153-B33E-08671A60F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75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24890-523C-4743-B4AD-0A3EBC3FB615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2E908-889A-4153-B33E-08671A60F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5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24890-523C-4743-B4AD-0A3EBC3FB615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2E908-889A-4153-B33E-08671A60F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932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24890-523C-4743-B4AD-0A3EBC3FB615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2E908-889A-4153-B33E-08671A60F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249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24890-523C-4743-B4AD-0A3EBC3FB615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2E908-889A-4153-B33E-08671A60F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97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24890-523C-4743-B4AD-0A3EBC3FB615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2E908-889A-4153-B33E-08671A60F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21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924890-523C-4743-B4AD-0A3EBC3FB615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82E908-889A-4153-B33E-08671A60F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057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8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9579264" y="2874309"/>
            <a:ext cx="1738363" cy="30622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103" y="63074"/>
            <a:ext cx="409170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600" b="1" smtClean="0"/>
              <a:t>第三压合治具</a:t>
            </a:r>
            <a:endParaRPr lang="en-US" sz="2600" b="1"/>
          </a:p>
        </p:txBody>
      </p:sp>
      <p:grpSp>
        <p:nvGrpSpPr>
          <p:cNvPr id="28" name="Group 27"/>
          <p:cNvGrpSpPr/>
          <p:nvPr/>
        </p:nvGrpSpPr>
        <p:grpSpPr>
          <a:xfrm>
            <a:off x="210672" y="711077"/>
            <a:ext cx="3977140" cy="6037274"/>
            <a:chOff x="880448" y="711077"/>
            <a:chExt cx="3977140" cy="6037274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0448" y="711077"/>
              <a:ext cx="3977140" cy="3504717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52986" y="4309260"/>
              <a:ext cx="1655234" cy="1976293"/>
            </a:xfrm>
            <a:prstGeom prst="rect">
              <a:avLst/>
            </a:prstGeom>
          </p:spPr>
        </p:pic>
        <p:sp>
          <p:nvSpPr>
            <p:cNvPr id="8" name="Oval 7"/>
            <p:cNvSpPr/>
            <p:nvPr/>
          </p:nvSpPr>
          <p:spPr>
            <a:xfrm>
              <a:off x="1219200" y="3325090"/>
              <a:ext cx="711200" cy="563418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Arrow Connector 9"/>
            <p:cNvCxnSpPr>
              <a:stCxn id="8" idx="4"/>
            </p:cNvCxnSpPr>
            <p:nvPr/>
          </p:nvCxnSpPr>
          <p:spPr>
            <a:xfrm>
              <a:off x="1574800" y="3888508"/>
              <a:ext cx="595745" cy="99752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1752986" y="6379019"/>
              <a:ext cx="16318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mtClean="0"/>
                <a:t>没有电源开关</a:t>
              </a:r>
              <a:endParaRPr lang="en-US"/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4091711" y="854370"/>
            <a:ext cx="4978400" cy="6046342"/>
            <a:chOff x="5098473" y="885542"/>
            <a:chExt cx="4978400" cy="6046342"/>
          </a:xfrm>
        </p:grpSpPr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64037" y="885542"/>
              <a:ext cx="4130398" cy="2537680"/>
            </a:xfrm>
            <a:prstGeom prst="rect">
              <a:avLst/>
            </a:prstGeom>
          </p:spPr>
        </p:pic>
        <p:sp>
          <p:nvSpPr>
            <p:cNvPr id="15" name="Rectangle 14"/>
            <p:cNvSpPr/>
            <p:nvPr/>
          </p:nvSpPr>
          <p:spPr>
            <a:xfrm>
              <a:off x="7897092" y="1533236"/>
              <a:ext cx="701964" cy="41563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897092" y="2388748"/>
              <a:ext cx="701964" cy="41563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564037" y="3647479"/>
              <a:ext cx="4125454" cy="2626517"/>
            </a:xfrm>
            <a:prstGeom prst="rect">
              <a:avLst/>
            </a:prstGeom>
          </p:spPr>
        </p:pic>
        <p:cxnSp>
          <p:nvCxnSpPr>
            <p:cNvPr id="20" name="Straight Arrow Connector 19"/>
            <p:cNvCxnSpPr>
              <a:stCxn id="15" idx="1"/>
            </p:cNvCxnSpPr>
            <p:nvPr/>
          </p:nvCxnSpPr>
          <p:spPr>
            <a:xfrm flipH="1">
              <a:off x="7342909" y="1741055"/>
              <a:ext cx="554183" cy="190642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/>
            <p:cNvSpPr txBox="1"/>
            <p:nvPr/>
          </p:nvSpPr>
          <p:spPr>
            <a:xfrm>
              <a:off x="5098473" y="6285553"/>
              <a:ext cx="49784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mtClean="0"/>
                <a:t>距离太大（ </a:t>
              </a:r>
              <a:r>
                <a:rPr lang="en-US" altLang="zh-CN" smtClean="0"/>
                <a:t>1.438mm</a:t>
              </a:r>
              <a:r>
                <a:rPr lang="zh-CN" altLang="en-US" smtClean="0"/>
                <a:t>）需要增加固定点在两边左右保证距离是</a:t>
              </a:r>
              <a:r>
                <a:rPr lang="en-US" altLang="zh-CN" smtClean="0"/>
                <a:t>0.075mm </a:t>
              </a:r>
              <a:endParaRPr lang="en-US"/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8790741" y="802753"/>
            <a:ext cx="3157241" cy="2589297"/>
            <a:chOff x="1724923" y="479875"/>
            <a:chExt cx="7345188" cy="5850149"/>
          </a:xfrm>
        </p:grpSpPr>
        <p:pic>
          <p:nvPicPr>
            <p:cNvPr id="29" name="Picture 28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724923" y="479875"/>
              <a:ext cx="7345188" cy="5850149"/>
            </a:xfrm>
            <a:prstGeom prst="rect">
              <a:avLst/>
            </a:prstGeom>
          </p:spPr>
        </p:pic>
        <p:pic>
          <p:nvPicPr>
            <p:cNvPr id="31" name="Picture 3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96107" y="3094224"/>
              <a:ext cx="1805955" cy="690793"/>
            </a:xfrm>
            <a:prstGeom prst="rect">
              <a:avLst/>
            </a:prstGeom>
          </p:spPr>
        </p:pic>
      </p:grpSp>
      <p:sp>
        <p:nvSpPr>
          <p:cNvPr id="33" name="TextBox 32"/>
          <p:cNvSpPr txBox="1"/>
          <p:nvPr/>
        </p:nvSpPr>
        <p:spPr>
          <a:xfrm>
            <a:off x="8922327" y="5362223"/>
            <a:ext cx="25677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mtClean="0"/>
              <a:t>辅助治具要打孔在里面中间保证能把散热铝片固定然后装</a:t>
            </a:r>
            <a:r>
              <a:rPr lang="en-US" altLang="zh-CN" smtClean="0"/>
              <a:t>PCBA</a:t>
            </a:r>
            <a:r>
              <a:rPr lang="zh-CN" altLang="en-US" smtClean="0"/>
              <a:t>上面的。</a:t>
            </a:r>
            <a:endParaRPr lang="en-US"/>
          </a:p>
        </p:txBody>
      </p:sp>
      <p:sp>
        <p:nvSpPr>
          <p:cNvPr id="34" name="Rounded Rectangle 33"/>
          <p:cNvSpPr/>
          <p:nvPr/>
        </p:nvSpPr>
        <p:spPr>
          <a:xfrm>
            <a:off x="9578109" y="1838037"/>
            <a:ext cx="1108364" cy="51954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Arrow Connector 36"/>
          <p:cNvCxnSpPr/>
          <p:nvPr/>
        </p:nvCxnSpPr>
        <p:spPr>
          <a:xfrm>
            <a:off x="10104582" y="2265620"/>
            <a:ext cx="1" cy="204364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087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Picture 5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9579264" y="2874309"/>
            <a:ext cx="1738363" cy="30622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103" y="63074"/>
            <a:ext cx="409170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600" b="1" smtClean="0"/>
              <a:t>第五压合治具</a:t>
            </a:r>
            <a:endParaRPr lang="en-US" sz="2600" b="1"/>
          </a:p>
        </p:txBody>
      </p:sp>
      <p:grpSp>
        <p:nvGrpSpPr>
          <p:cNvPr id="16" name="Group 15"/>
          <p:cNvGrpSpPr/>
          <p:nvPr/>
        </p:nvGrpSpPr>
        <p:grpSpPr>
          <a:xfrm>
            <a:off x="73891" y="555517"/>
            <a:ext cx="4311852" cy="6101807"/>
            <a:chOff x="253122" y="646544"/>
            <a:chExt cx="4311852" cy="6101807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3122" y="646544"/>
              <a:ext cx="4311852" cy="3698377"/>
            </a:xfrm>
            <a:prstGeom prst="rect">
              <a:avLst/>
            </a:prstGeom>
          </p:spPr>
        </p:pic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83210" y="4309260"/>
              <a:ext cx="1655234" cy="1976293"/>
            </a:xfrm>
            <a:prstGeom prst="rect">
              <a:avLst/>
            </a:prstGeom>
          </p:spPr>
        </p:pic>
        <p:sp>
          <p:nvSpPr>
            <p:cNvPr id="24" name="Oval 23"/>
            <p:cNvSpPr/>
            <p:nvPr/>
          </p:nvSpPr>
          <p:spPr>
            <a:xfrm>
              <a:off x="701963" y="3371273"/>
              <a:ext cx="646545" cy="51723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Arrow Connector 24"/>
            <p:cNvCxnSpPr>
              <a:stCxn id="24" idx="4"/>
            </p:cNvCxnSpPr>
            <p:nvPr/>
          </p:nvCxnSpPr>
          <p:spPr>
            <a:xfrm>
              <a:off x="1025236" y="3888508"/>
              <a:ext cx="563419" cy="97905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/>
            <p:nvPr/>
          </p:nvSpPr>
          <p:spPr>
            <a:xfrm>
              <a:off x="1083210" y="6379019"/>
              <a:ext cx="16318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mtClean="0"/>
                <a:t>没有电源开关</a:t>
              </a:r>
              <a:endParaRPr lang="en-US"/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4187812" y="774310"/>
            <a:ext cx="4978400" cy="6046342"/>
            <a:chOff x="5098473" y="885542"/>
            <a:chExt cx="4978400" cy="6046342"/>
          </a:xfrm>
        </p:grpSpPr>
        <p:pic>
          <p:nvPicPr>
            <p:cNvPr id="36" name="Picture 3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64037" y="885542"/>
              <a:ext cx="4130398" cy="2537680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/>
          </p:nvSpPr>
          <p:spPr>
            <a:xfrm>
              <a:off x="7897092" y="1533236"/>
              <a:ext cx="701964" cy="41563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7897092" y="2388748"/>
              <a:ext cx="701964" cy="41563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9" name="Picture 3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564037" y="3647479"/>
              <a:ext cx="4125454" cy="2626517"/>
            </a:xfrm>
            <a:prstGeom prst="rect">
              <a:avLst/>
            </a:prstGeom>
          </p:spPr>
        </p:pic>
        <p:cxnSp>
          <p:nvCxnSpPr>
            <p:cNvPr id="40" name="Straight Arrow Connector 39"/>
            <p:cNvCxnSpPr>
              <a:stCxn id="37" idx="1"/>
            </p:cNvCxnSpPr>
            <p:nvPr/>
          </p:nvCxnSpPr>
          <p:spPr>
            <a:xfrm flipH="1">
              <a:off x="7342909" y="1741055"/>
              <a:ext cx="554183" cy="190642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/>
            <p:cNvSpPr txBox="1"/>
            <p:nvPr/>
          </p:nvSpPr>
          <p:spPr>
            <a:xfrm>
              <a:off x="5098473" y="6285553"/>
              <a:ext cx="49784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mtClean="0"/>
                <a:t>距离太大（ </a:t>
              </a:r>
              <a:r>
                <a:rPr lang="en-US" altLang="zh-CN" smtClean="0"/>
                <a:t>1.438mm</a:t>
              </a:r>
              <a:r>
                <a:rPr lang="zh-CN" altLang="en-US" smtClean="0"/>
                <a:t>）需要增加固定点在两边左右保证距离是</a:t>
              </a:r>
              <a:r>
                <a:rPr lang="en-US" altLang="zh-CN" smtClean="0"/>
                <a:t>0.075mm </a:t>
              </a:r>
              <a:endParaRPr lang="en-US"/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8917325" y="774310"/>
            <a:ext cx="3062239" cy="2537680"/>
            <a:chOff x="2304089" y="374880"/>
            <a:chExt cx="7436267" cy="5998211"/>
          </a:xfrm>
        </p:grpSpPr>
        <p:grpSp>
          <p:nvGrpSpPr>
            <p:cNvPr id="22" name="Group 21"/>
            <p:cNvGrpSpPr/>
            <p:nvPr/>
          </p:nvGrpSpPr>
          <p:grpSpPr>
            <a:xfrm>
              <a:off x="2304089" y="374880"/>
              <a:ext cx="7436267" cy="5998211"/>
              <a:chOff x="2304089" y="374880"/>
              <a:chExt cx="7436267" cy="5998211"/>
            </a:xfrm>
          </p:grpSpPr>
          <p:pic>
            <p:nvPicPr>
              <p:cNvPr id="19" name="Picture 18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304089" y="374880"/>
                <a:ext cx="7436267" cy="5998211"/>
              </a:xfrm>
              <a:prstGeom prst="rect">
                <a:avLst/>
              </a:prstGeom>
            </p:spPr>
          </p:pic>
          <p:pic>
            <p:nvPicPr>
              <p:cNvPr id="21" name="Picture 20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148076" y="2983345"/>
                <a:ext cx="2117456" cy="737311"/>
              </a:xfrm>
              <a:prstGeom prst="rect">
                <a:avLst/>
              </a:prstGeom>
            </p:spPr>
          </p:pic>
        </p:grpSp>
        <p:sp>
          <p:nvSpPr>
            <p:cNvPr id="42" name="Rectangle 41"/>
            <p:cNvSpPr/>
            <p:nvPr/>
          </p:nvSpPr>
          <p:spPr>
            <a:xfrm>
              <a:off x="3980873" y="2693153"/>
              <a:ext cx="2604654" cy="133553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4" name="TextBox 43"/>
          <p:cNvSpPr txBox="1"/>
          <p:nvPr/>
        </p:nvSpPr>
        <p:spPr>
          <a:xfrm>
            <a:off x="9164589" y="5319592"/>
            <a:ext cx="25677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mtClean="0"/>
              <a:t>辅助治具要打孔在里面中间保证能把散热铝片固定然后装</a:t>
            </a:r>
            <a:r>
              <a:rPr lang="en-US" altLang="zh-CN" smtClean="0"/>
              <a:t>PCBA</a:t>
            </a:r>
            <a:r>
              <a:rPr lang="zh-CN" altLang="en-US" smtClean="0"/>
              <a:t>上面的。</a:t>
            </a:r>
            <a:endParaRPr lang="en-US"/>
          </a:p>
        </p:txBody>
      </p:sp>
      <p:cxnSp>
        <p:nvCxnSpPr>
          <p:cNvPr id="54" name="Straight Arrow Connector 53"/>
          <p:cNvCxnSpPr>
            <a:stCxn id="21" idx="2"/>
          </p:cNvCxnSpPr>
          <p:nvPr/>
        </p:nvCxnSpPr>
        <p:spPr>
          <a:xfrm>
            <a:off x="10112657" y="2189817"/>
            <a:ext cx="1" cy="213692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0676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2782" y="3683181"/>
            <a:ext cx="2494739" cy="243896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3625" y="572279"/>
            <a:ext cx="3846659" cy="3100436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7288646" y="2771369"/>
            <a:ext cx="1738363" cy="30622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103" y="63074"/>
            <a:ext cx="409170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600" b="1" smtClean="0"/>
              <a:t>第六压合治具</a:t>
            </a:r>
            <a:endParaRPr lang="en-US" sz="2600" b="1"/>
          </a:p>
        </p:txBody>
      </p:sp>
      <p:sp>
        <p:nvSpPr>
          <p:cNvPr id="37" name="Rectangle 36"/>
          <p:cNvSpPr/>
          <p:nvPr/>
        </p:nvSpPr>
        <p:spPr>
          <a:xfrm>
            <a:off x="3836830" y="1755108"/>
            <a:ext cx="701964" cy="2732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3846066" y="2227088"/>
            <a:ext cx="701964" cy="27596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Arrow Connector 39"/>
          <p:cNvCxnSpPr>
            <a:stCxn id="37" idx="1"/>
            <a:endCxn id="7" idx="0"/>
          </p:cNvCxnSpPr>
          <p:nvPr/>
        </p:nvCxnSpPr>
        <p:spPr>
          <a:xfrm flipH="1">
            <a:off x="3190152" y="1891740"/>
            <a:ext cx="646678" cy="179144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453848" y="6211669"/>
            <a:ext cx="497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mtClean="0"/>
              <a:t>距离太大（ </a:t>
            </a:r>
            <a:r>
              <a:rPr lang="en-US" altLang="zh-CN" smtClean="0"/>
              <a:t>1.438mm</a:t>
            </a:r>
            <a:r>
              <a:rPr lang="zh-CN" altLang="en-US" smtClean="0"/>
              <a:t>）需要增加固定点在两边左右保证距离是</a:t>
            </a:r>
            <a:r>
              <a:rPr lang="en-US" altLang="zh-CN" smtClean="0"/>
              <a:t>0.075mm </a:t>
            </a:r>
            <a:endParaRPr lang="en-US"/>
          </a:p>
        </p:txBody>
      </p:sp>
      <p:grpSp>
        <p:nvGrpSpPr>
          <p:cNvPr id="43" name="Group 42"/>
          <p:cNvGrpSpPr/>
          <p:nvPr/>
        </p:nvGrpSpPr>
        <p:grpSpPr>
          <a:xfrm>
            <a:off x="6626707" y="671370"/>
            <a:ext cx="3062239" cy="2537680"/>
            <a:chOff x="2304089" y="374880"/>
            <a:chExt cx="7436267" cy="5998211"/>
          </a:xfrm>
        </p:grpSpPr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04089" y="374880"/>
              <a:ext cx="7436267" cy="5998211"/>
            </a:xfrm>
            <a:prstGeom prst="rect">
              <a:avLst/>
            </a:prstGeom>
          </p:spPr>
        </p:pic>
        <p:sp>
          <p:nvSpPr>
            <p:cNvPr id="42" name="Rectangle 41"/>
            <p:cNvSpPr/>
            <p:nvPr/>
          </p:nvSpPr>
          <p:spPr>
            <a:xfrm>
              <a:off x="3980873" y="2693153"/>
              <a:ext cx="2604654" cy="133553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4" name="TextBox 43"/>
          <p:cNvSpPr txBox="1"/>
          <p:nvPr/>
        </p:nvSpPr>
        <p:spPr>
          <a:xfrm>
            <a:off x="6873971" y="5288339"/>
            <a:ext cx="25677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mtClean="0"/>
              <a:t>辅助治具要打孔在里面中间保证能把散热铝片固定然后装</a:t>
            </a:r>
            <a:r>
              <a:rPr lang="en-US" altLang="zh-CN" smtClean="0"/>
              <a:t>PCBA</a:t>
            </a:r>
            <a:r>
              <a:rPr lang="zh-CN" altLang="en-US" smtClean="0"/>
              <a:t>上面的。</a:t>
            </a:r>
            <a:endParaRPr lang="en-US"/>
          </a:p>
        </p:txBody>
      </p:sp>
      <p:cxnSp>
        <p:nvCxnSpPr>
          <p:cNvPr id="54" name="Straight Arrow Connector 53"/>
          <p:cNvCxnSpPr/>
          <p:nvPr/>
        </p:nvCxnSpPr>
        <p:spPr>
          <a:xfrm>
            <a:off x="7822039" y="2086877"/>
            <a:ext cx="28871" cy="214203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6"/>
          <a:srcRect r="997"/>
          <a:stretch/>
        </p:blipFill>
        <p:spPr>
          <a:xfrm>
            <a:off x="7398327" y="1774483"/>
            <a:ext cx="881918" cy="303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73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1599" y="4586780"/>
            <a:ext cx="6554079" cy="2183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103" y="63074"/>
            <a:ext cx="409170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600" b="1" smtClean="0"/>
              <a:t>第八压合治具</a:t>
            </a:r>
            <a:endParaRPr lang="en-US" sz="2600" b="1"/>
          </a:p>
        </p:txBody>
      </p:sp>
      <p:grpSp>
        <p:nvGrpSpPr>
          <p:cNvPr id="12" name="Group 11"/>
          <p:cNvGrpSpPr/>
          <p:nvPr/>
        </p:nvGrpSpPr>
        <p:grpSpPr>
          <a:xfrm>
            <a:off x="2811599" y="712536"/>
            <a:ext cx="6554079" cy="3986706"/>
            <a:chOff x="96103" y="555518"/>
            <a:chExt cx="6554079" cy="3986706"/>
          </a:xfrm>
        </p:grpSpPr>
        <p:sp>
          <p:nvSpPr>
            <p:cNvPr id="41" name="TextBox 40"/>
            <p:cNvSpPr txBox="1"/>
            <p:nvPr/>
          </p:nvSpPr>
          <p:spPr>
            <a:xfrm>
              <a:off x="613339" y="4172892"/>
              <a:ext cx="4978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mtClean="0"/>
                <a:t>这个</a:t>
              </a:r>
              <a:r>
                <a:rPr lang="en-US" altLang="zh-CN" smtClean="0"/>
                <a:t>HDMI</a:t>
              </a:r>
              <a:r>
                <a:rPr lang="zh-CN" altLang="en-US" smtClean="0"/>
                <a:t>位置需要开孔才能放产品进去</a:t>
              </a:r>
              <a:endParaRPr lang="en-US"/>
            </a:p>
          </p:txBody>
        </p:sp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6103" y="555518"/>
              <a:ext cx="6554079" cy="3480042"/>
            </a:xfrm>
            <a:prstGeom prst="rect">
              <a:avLst/>
            </a:prstGeom>
          </p:spPr>
        </p:pic>
        <p:sp>
          <p:nvSpPr>
            <p:cNvPr id="3" name="Rounded Rectangle 2"/>
            <p:cNvSpPr/>
            <p:nvPr/>
          </p:nvSpPr>
          <p:spPr>
            <a:xfrm>
              <a:off x="304800" y="1062182"/>
              <a:ext cx="1025236" cy="979054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Arrow Connector 5"/>
            <p:cNvCxnSpPr>
              <a:stCxn id="3" idx="2"/>
              <a:endCxn id="41" idx="0"/>
            </p:cNvCxnSpPr>
            <p:nvPr/>
          </p:nvCxnSpPr>
          <p:spPr>
            <a:xfrm>
              <a:off x="817418" y="2041236"/>
              <a:ext cx="2285121" cy="2131656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32321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217</Words>
  <Application>Microsoft Office PowerPoint</Application>
  <PresentationFormat>Widescreen</PresentationFormat>
  <Paragraphs>13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等线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陳如光</dc:creator>
  <cp:lastModifiedBy>陳如光</cp:lastModifiedBy>
  <cp:revision>21</cp:revision>
  <dcterms:created xsi:type="dcterms:W3CDTF">2026-01-10T11:12:18Z</dcterms:created>
  <dcterms:modified xsi:type="dcterms:W3CDTF">2026-01-10T12:28:25Z</dcterms:modified>
</cp:coreProperties>
</file>